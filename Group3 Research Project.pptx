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15.xml"/>
  <Override ContentType="application/vnd.openxmlformats-officedocument.presentationml.notesSlide+xml" PartName="/ppt/notesSlides/notesSlide7.xml"/>
  <Override ContentType="application/vnd.openxmlformats-officedocument.presentationml.notesSlide+xml" PartName="/ppt/notesSlides/notesSlide11.xml"/>
  <Override ContentType="application/vnd.openxmlformats-officedocument.presentationml.notesSlide+xml" PartName="/ppt/notesSlides/notesSlide5.xml"/>
  <Override ContentType="application/vnd.openxmlformats-officedocument.presentationml.notesSlide+xml" PartName="/ppt/notesSlides/notesSlide12.xml"/>
  <Override ContentType="application/vnd.openxmlformats-officedocument.presentationml.notesSlide+xml" PartName="/ppt/notesSlides/notesSlide16.xml"/>
  <Override ContentType="application/vnd.openxmlformats-officedocument.presentationml.notesSlide+xml" PartName="/ppt/notesSlides/notesSlide8.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4.xml"/>
  <Override ContentType="application/vnd.openxmlformats-officedocument.presentationml.notesSlide+xml" PartName="/ppt/notesSlides/notesSlide10.xml"/>
  <Override ContentType="application/vnd.openxmlformats-officedocument.presentationml.slideLayout+xml" PartName="/ppt/slideLayouts/slideLayout218.xml"/>
  <Override ContentType="application/vnd.openxmlformats-officedocument.presentationml.slideLayout+xml" PartName="/ppt/slideLayouts/slideLayout307.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129.xml"/>
  <Override ContentType="application/vnd.openxmlformats-officedocument.presentationml.slideLayout+xml" PartName="/ppt/slideLayouts/slideLayout29.xml"/>
  <Override ContentType="application/vnd.openxmlformats-officedocument.presentationml.slideLayout+xml" PartName="/ppt/slideLayouts/slideLayout315.xml"/>
  <Override ContentType="application/vnd.openxmlformats-officedocument.presentationml.slideLayout+xml" PartName="/ppt/slideLayouts/slideLayout137.xml"/>
  <Override ContentType="application/vnd.openxmlformats-officedocument.presentationml.slideLayout+xml" PartName="/ppt/slideLayouts/slideLayout323.xml"/>
  <Override ContentType="application/vnd.openxmlformats-officedocument.presentationml.slideLayout+xml" PartName="/ppt/slideLayouts/slideLayout226.xml"/>
  <Override ContentType="application/vnd.openxmlformats-officedocument.presentationml.slideLayout+xml" PartName="/ppt/slideLayouts/slideLayout96.xml"/>
  <Override ContentType="application/vnd.openxmlformats-officedocument.presentationml.slideLayout+xml" PartName="/ppt/slideLayouts/slideLayout269.xml"/>
  <Override ContentType="application/vnd.openxmlformats-officedocument.presentationml.slideLayout+xml" PartName="/ppt/slideLayouts/slideLayout285.xml"/>
  <Override ContentType="application/vnd.openxmlformats-officedocument.presentationml.slideLayout+xml" PartName="/ppt/slideLayouts/slideLayout110.xml"/>
  <Override ContentType="application/vnd.openxmlformats-officedocument.presentationml.slideLayout+xml" PartName="/ppt/slideLayouts/slideLayout153.xml"/>
  <Override ContentType="application/vnd.openxmlformats-officedocument.presentationml.slideLayout+xml" PartName="/ppt/slideLayouts/slideLayout61.xml"/>
  <Override ContentType="application/vnd.openxmlformats-officedocument.presentationml.slideLayout+xml" PartName="/ppt/slideLayouts/slideLayout250.xml"/>
  <Override ContentType="application/vnd.openxmlformats-officedocument.presentationml.slideLayout+xml" PartName="/ppt/slideLayouts/slideLayout145.xml"/>
  <Override ContentType="application/vnd.openxmlformats-officedocument.presentationml.slideLayout+xml" PartName="/ppt/slideLayouts/slideLayout277.xml"/>
  <Override ContentType="application/vnd.openxmlformats-officedocument.presentationml.slideLayout+xml" PartName="/ppt/slideLayouts/slideLayout196.xml"/>
  <Override ContentType="application/vnd.openxmlformats-officedocument.presentationml.slideLayout+xml" PartName="/ppt/slideLayouts/slideLayout234.xml"/>
  <Override ContentType="application/vnd.openxmlformats-officedocument.presentationml.slideLayout+xml" PartName="/ppt/slideLayouts/slideLayout102.xml"/>
  <Override ContentType="application/vnd.openxmlformats-officedocument.presentationml.slideLayout+xml" PartName="/ppt/slideLayouts/slideLayout331.xml"/>
  <Override ContentType="application/vnd.openxmlformats-officedocument.presentationml.slideLayout+xml" PartName="/ppt/slideLayouts/slideLayout188.xml"/>
  <Override ContentType="application/vnd.openxmlformats-officedocument.presentationml.slideLayout+xml" PartName="/ppt/slideLayouts/slideLayout242.xml"/>
  <Override ContentType="application/vnd.openxmlformats-officedocument.presentationml.slideLayout+xml" PartName="/ppt/slideLayouts/slideLayout165.xml"/>
  <Override ContentType="application/vnd.openxmlformats-officedocument.presentationml.slideLayout+xml" PartName="/ppt/slideLayouts/slideLayout343.xml"/>
  <Override ContentType="application/vnd.openxmlformats-officedocument.presentationml.slideLayout+xml" PartName="/ppt/slideLayouts/slideLayout262.xml"/>
  <Override ContentType="application/vnd.openxmlformats-officedocument.presentationml.slideLayout+xml" PartName="/ppt/slideLayouts/slideLayout65.xml"/>
  <Override ContentType="application/vnd.openxmlformats-officedocument.presentationml.slideLayout+xml" PartName="/ppt/slideLayouts/slideLayout289.xml"/>
  <Override ContentType="application/vnd.openxmlformats-officedocument.presentationml.slideLayout+xml" PartName="/ppt/slideLayouts/slideLayout300.xml"/>
  <Override ContentType="application/vnd.openxmlformats-officedocument.presentationml.slideLayout+xml" PartName="/ppt/slideLayouts/slideLayout22.xml"/>
  <Override ContentType="application/vnd.openxmlformats-officedocument.presentationml.slideLayout+xml" PartName="/ppt/slideLayouts/slideLayout293.xml"/>
  <Override ContentType="application/vnd.openxmlformats-officedocument.presentationml.slideLayout+xml" PartName="/ppt/slideLayouts/slideLayout122.xml"/>
  <Override ContentType="application/vnd.openxmlformats-officedocument.presentationml.slideLayout+xml" PartName="/ppt/slideLayouts/slideLayout338.xml"/>
  <Override ContentType="application/vnd.openxmlformats-officedocument.presentationml.slideLayout+xml" PartName="/ppt/slideLayouts/slideLayout49.xml"/>
  <Override ContentType="application/vnd.openxmlformats-officedocument.presentationml.slideLayout+xml" PartName="/ppt/slideLayouts/slideLayout319.xml"/>
  <Override ContentType="application/vnd.openxmlformats-officedocument.presentationml.slideLayout+xml" PartName="/ppt/slideLayouts/slideLayout117.xml"/>
  <Override ContentType="application/vnd.openxmlformats-officedocument.presentationml.slideLayout+xml" PartName="/ppt/slideLayouts/slideLayout53.xml"/>
  <Override ContentType="application/vnd.openxmlformats-officedocument.presentationml.slideLayout+xml" PartName="/ppt/slideLayouts/slideLayout181.xml"/>
  <Override ContentType="application/vnd.openxmlformats-officedocument.presentationml.slideLayout+xml" PartName="/ppt/slideLayouts/slideLayout10.xml"/>
  <Override ContentType="application/vnd.openxmlformats-officedocument.presentationml.slideLayout+xml" PartName="/ppt/slideLayouts/slideLayout311.xml"/>
  <Override ContentType="application/vnd.openxmlformats-officedocument.presentationml.slideLayout+xml" PartName="/ppt/slideLayouts/slideLayout257.xml"/>
  <Override ContentType="application/vnd.openxmlformats-officedocument.presentationml.slideLayout+xml" PartName="/ppt/slideLayouts/slideLayout41.xml"/>
  <Override ContentType="application/vnd.openxmlformats-officedocument.presentationml.slideLayout+xml" PartName="/ppt/slideLayouts/slideLayout84.xml"/>
  <Override ContentType="application/vnd.openxmlformats-officedocument.presentationml.slideLayout+xml" PartName="/ppt/slideLayouts/slideLayout214.xml"/>
  <Override ContentType="application/vnd.openxmlformats-officedocument.presentationml.slideLayout+xml" PartName="/ppt/slideLayouts/slideLayout92.xml"/>
  <Override ContentType="application/vnd.openxmlformats-officedocument.presentationml.slideLayout+xml" PartName="/ppt/slideLayouts/slideLayout150.xml"/>
  <Override ContentType="application/vnd.openxmlformats-officedocument.presentationml.slideLayout+xml" PartName="/ppt/slideLayouts/slideLayout193.xml"/>
  <Override ContentType="application/vnd.openxmlformats-officedocument.presentationml.slideLayout+xml" PartName="/ppt/slideLayouts/slideLayout185.xml"/>
  <Override ContentType="application/vnd.openxmlformats-officedocument.presentationml.slideLayout+xml" PartName="/ppt/slideLayouts/slideLayout133.xml"/>
  <Override ContentType="application/vnd.openxmlformats-officedocument.presentationml.slideLayout+xml" PartName="/ppt/slideLayouts/slideLayout176.xml"/>
  <Override ContentType="application/vnd.openxmlformats-officedocument.presentationml.slideLayout+xml" PartName="/ppt/slideLayouts/slideLayout17.xml"/>
  <Override ContentType="application/vnd.openxmlformats-officedocument.presentationml.slideLayout+xml" PartName="/ppt/slideLayouts/slideLayout34.xml"/>
  <Override ContentType="application/vnd.openxmlformats-officedocument.presentationml.slideLayout+xml" PartName="/ppt/slideLayouts/slideLayout149.xml"/>
  <Override ContentType="application/vnd.openxmlformats-officedocument.presentationml.slideLayout+xml" PartName="/ppt/slideLayouts/slideLayout6.xml"/>
  <Override ContentType="application/vnd.openxmlformats-officedocument.presentationml.slideLayout+xml" PartName="/ppt/slideLayouts/slideLayout106.xml"/>
  <Override ContentType="application/vnd.openxmlformats-officedocument.presentationml.slideLayout+xml" PartName="/ppt/slideLayouts/slideLayout238.xml"/>
  <Override ContentType="application/vnd.openxmlformats-officedocument.presentationml.slideLayout+xml" PartName="/ppt/slideLayouts/slideLayout77.xml"/>
  <Override ContentType="application/vnd.openxmlformats-officedocument.presentationml.slideLayout+xml" PartName="/ppt/slideLayouts/slideLayout281.xml"/>
  <Override ContentType="application/vnd.openxmlformats-officedocument.presentationml.slideLayout+xml" PartName="/ppt/slideLayouts/slideLayout30.xml"/>
  <Override ContentType="application/vnd.openxmlformats-officedocument.presentationml.slideLayout+xml" PartName="/ppt/slideLayouts/slideLayout73.xml"/>
  <Override ContentType="application/vnd.openxmlformats-officedocument.presentationml.slideLayout+xml" PartName="/ppt/slideLayouts/slideLayout351.xml"/>
  <Override ContentType="application/vnd.openxmlformats-officedocument.presentationml.slideLayout+xml" PartName="/ppt/slideLayouts/slideLayout56.xml"/>
  <Override ContentType="application/vnd.openxmlformats-officedocument.presentationml.slideLayout+xml" PartName="/ppt/slideLayouts/slideLayout81.xml"/>
  <Override ContentType="application/vnd.openxmlformats-officedocument.presentationml.slideLayout+xml" PartName="/ppt/slideLayouts/slideLayout26.xml"/>
  <Override ContentType="application/vnd.openxmlformats-officedocument.presentationml.slideLayout+xml" PartName="/ppt/slideLayouts/slideLayout157.xml"/>
  <Override ContentType="application/vnd.openxmlformats-officedocument.presentationml.slideLayout+xml" PartName="/ppt/slideLayouts/slideLayout69.xml"/>
  <Override ContentType="application/vnd.openxmlformats-officedocument.presentationml.slideLayout+xml" PartName="/ppt/slideLayouts/slideLayout114.xml"/>
  <Override ContentType="application/vnd.openxmlformats-officedocument.presentationml.slideLayout+xml" PartName="/ppt/slideLayouts/slideLayout13.xml"/>
  <Override ContentType="application/vnd.openxmlformats-officedocument.presentationml.slideLayout+xml" PartName="/ppt/slideLayouts/slideLayout347.xml"/>
  <Override ContentType="application/vnd.openxmlformats-officedocument.presentationml.slideLayout+xml" PartName="/ppt/slideLayouts/slideLayout304.xml"/>
  <Override ContentType="application/vnd.openxmlformats-officedocument.presentationml.slideLayout+xml" PartName="/ppt/slideLayouts/slideLayout161.xml"/>
  <Override ContentType="application/vnd.openxmlformats-officedocument.presentationml.slideLayout+xml" PartName="/ppt/slideLayouts/slideLayout334.xml"/>
  <Override ContentType="application/vnd.openxmlformats-officedocument.presentationml.slideLayout+xml" PartName="/ppt/slideLayouts/slideLayout172.xml"/>
  <Override ContentType="application/vnd.openxmlformats-officedocument.presentationml.slideLayout+xml" PartName="/ppt/slideLayouts/slideLayout266.xml"/>
  <Override ContentType="application/vnd.openxmlformats-officedocument.presentationml.slideLayout+xml" PartName="/ppt/slideLayouts/slideLayout206.xml"/>
  <Override ContentType="application/vnd.openxmlformats-officedocument.presentationml.slideLayout+xml" PartName="/ppt/slideLayouts/slideLayout223.xml"/>
  <Override ContentType="application/vnd.openxmlformats-officedocument.presentationml.slideLayout+xml" PartName="/ppt/slideLayouts/slideLayout142.xml"/>
  <Override ContentType="application/vnd.openxmlformats-officedocument.presentationml.slideLayout+xml" PartName="/ppt/slideLayouts/slideLayout249.xml"/>
  <Override ContentType="application/vnd.openxmlformats-officedocument.presentationml.slideLayout+xml" PartName="/ppt/slideLayouts/slideLayout125.xml"/>
  <Override ContentType="application/vnd.openxmlformats-officedocument.presentationml.slideLayout+xml" PartName="/ppt/slideLayouts/slideLayout88.xml"/>
  <Override ContentType="application/vnd.openxmlformats-officedocument.presentationml.slideLayout+xml" PartName="/ppt/slideLayouts/slideLayout168.xml"/>
  <Override ContentType="application/vnd.openxmlformats-officedocument.presentationml.slideLayout+xml" PartName="/ppt/slideLayouts/slideLayout210.xml"/>
  <Override ContentType="application/vnd.openxmlformats-officedocument.presentationml.slideLayout+xml" PartName="/ppt/slideLayouts/slideLayout270.xml"/>
  <Override ContentType="application/vnd.openxmlformats-officedocument.presentationml.slideLayout+xml" PartName="/ppt/slideLayouts/slideLayout45.xml"/>
  <Override ContentType="application/vnd.openxmlformats-officedocument.presentationml.slideLayout+xml" PartName="/ppt/slideLayouts/slideLayout253.xml"/>
  <Override ContentType="application/vnd.openxmlformats-officedocument.presentationml.slideLayout+xml" PartName="/ppt/slideLayouts/slideLayout296.xml"/>
  <Override ContentType="application/vnd.openxmlformats-officedocument.presentationml.slideLayout+xml" PartName="/ppt/slideLayouts/slideLayout189.xml"/>
  <Override ContentType="application/vnd.openxmlformats-officedocument.presentationml.slideLayout+xml" PartName="/ppt/slideLayouts/slideLayout278.xml"/>
  <Override ContentType="application/vnd.openxmlformats-officedocument.presentationml.slideLayout+xml" PartName="/ppt/slideLayouts/slideLayout62.xml"/>
  <Override ContentType="application/vnd.openxmlformats-officedocument.presentationml.slideLayout+xml" PartName="/ppt/slideLayouts/slideLayout146.xml"/>
  <Override ContentType="application/vnd.openxmlformats-officedocument.presentationml.slideLayout+xml" PartName="/ppt/slideLayouts/slideLayout103.xml"/>
  <Override ContentType="application/vnd.openxmlformats-officedocument.presentationml.slideLayout+xml" PartName="/ppt/slideLayouts/slideLayout235.xml"/>
  <Override ContentType="application/vnd.openxmlformats-officedocument.presentationml.slideLayout+xml" PartName="/ppt/slideLayouts/slideLayout46.xml"/>
  <Override ContentType="application/vnd.openxmlformats-officedocument.presentationml.slideLayout+xml" PartName="/ppt/slideLayouts/slideLayout89.xml"/>
  <Override ContentType="application/vnd.openxmlformats-officedocument.presentationml.slideLayout+xml" PartName="/ppt/slideLayouts/slideLayout219.xml"/>
  <Override ContentType="application/vnd.openxmlformats-officedocument.presentationml.slideLayout+xml" PartName="/ppt/slideLayouts/slideLayout70.xml"/>
  <Override ContentType="application/vnd.openxmlformats-officedocument.presentationml.slideLayout+xml" PartName="/ppt/slideLayouts/slideLayout217.xml"/>
  <Override ContentType="application/vnd.openxmlformats-officedocument.presentationml.slideLayout+xml" PartName="/ppt/slideLayouts/slideLayout308.xml"/>
  <Override ContentType="application/vnd.openxmlformats-officedocument.presentationml.slideLayout+xml" PartName="/ppt/slideLayouts/slideLayout314.xml"/>
  <Override ContentType="application/vnd.openxmlformats-officedocument.presentationml.slideLayout+xml" PartName="/ppt/slideLayouts/slideLayout128.xml"/>
  <Override ContentType="application/vnd.openxmlformats-officedocument.presentationml.slideLayout+xml" PartName="/ppt/slideLayouts/slideLayout357.xml"/>
  <Override ContentType="application/vnd.openxmlformats-officedocument.presentationml.slideLayout+xml" PartName="/ppt/slideLayouts/slideLayout225.xml"/>
  <Override ContentType="application/vnd.openxmlformats-officedocument.presentationml.slideLayout+xml" PartName="/ppt/slideLayouts/slideLayout2.xml"/>
  <Override ContentType="application/vnd.openxmlformats-officedocument.presentationml.slideLayout+xml" PartName="/ppt/slideLayouts/slideLayout180.xml"/>
  <Override ContentType="application/vnd.openxmlformats-officedocument.presentationml.slideLayout+xml" PartName="/ppt/slideLayouts/slideLayout52.xml"/>
  <Override ContentType="application/vnd.openxmlformats-officedocument.presentationml.slideLayout+xml" PartName="/ppt/slideLayouts/slideLayout95.xml"/>
  <Override ContentType="application/vnd.openxmlformats-officedocument.presentationml.slideLayout+xml" PartName="/ppt/slideLayouts/slideLayout162.xml"/>
  <Override ContentType="application/vnd.openxmlformats-officedocument.presentationml.slideLayout+xml" PartName="/ppt/slideLayouts/slideLayout64.xml"/>
  <Override ContentType="application/vnd.openxmlformats-officedocument.presentationml.slideLayout+xml" PartName="/ppt/slideLayouts/slideLayout251.xml"/>
  <Override ContentType="application/vnd.openxmlformats-officedocument.presentationml.slideLayout+xml" PartName="/ppt/slideLayouts/slideLayout99.xml"/>
  <Override ContentType="application/vnd.openxmlformats-officedocument.presentationml.slideLayout+xml" PartName="/ppt/slideLayouts/slideLayout268.xml"/>
  <Override ContentType="application/vnd.openxmlformats-officedocument.presentationml.slideLayout+xml" PartName="/ppt/slideLayouts/slideLayout21.xml"/>
  <Override ContentType="application/vnd.openxmlformats-officedocument.presentationml.slideLayout+xml" PartName="/ppt/slideLayouts/slideLayout294.xml"/>
  <Override ContentType="application/vnd.openxmlformats-officedocument.presentationml.slideLayout+xml" PartName="/ppt/slideLayouts/slideLayout152.xml"/>
  <Override ContentType="application/vnd.openxmlformats-officedocument.presentationml.slideLayout+xml" PartName="/ppt/slideLayouts/slideLayout18.xml"/>
  <Override ContentType="application/vnd.openxmlformats-officedocument.presentationml.slideLayout+xml" PartName="/ppt/slideLayouts/slideLayout339.xml"/>
  <Override ContentType="application/vnd.openxmlformats-officedocument.presentationml.slideLayout+xml" PartName="/ppt/slideLayouts/slideLayout318.xml"/>
  <Override ContentType="application/vnd.openxmlformats-officedocument.presentationml.slideLayout+xml" PartName="/ppt/slideLayouts/slideLayout118.xml"/>
  <Override ContentType="application/vnd.openxmlformats-officedocument.presentationml.slideLayout+xml" PartName="/ppt/slideLayouts/slideLayout195.xml"/>
  <Override ContentType="application/vnd.openxmlformats-officedocument.presentationml.slideLayout+xml" PartName="/ppt/slideLayouts/slideLayout288.xml"/>
  <Override ContentType="application/vnd.openxmlformats-officedocument.presentationml.slideLayout+xml" PartName="/ppt/slideLayouts/slideLayout245.xml"/>
  <Override ContentType="application/vnd.openxmlformats-officedocument.presentationml.slideLayout+xml" PartName="/ppt/slideLayouts/slideLayout330.xml"/>
  <Override ContentType="application/vnd.openxmlformats-officedocument.presentationml.slideLayout+xml" PartName="/ppt/slideLayouts/slideLayout85.xml"/>
  <Override ContentType="application/vnd.openxmlformats-officedocument.presentationml.slideLayout+xml" PartName="/ppt/slideLayouts/slideLayout202.xml"/>
  <Override ContentType="application/vnd.openxmlformats-officedocument.presentationml.slideLayout+xml" PartName="/ppt/slideLayouts/slideLayout177.xml"/>
  <Override ContentType="application/vnd.openxmlformats-officedocument.presentationml.slideLayout+xml" PartName="/ppt/slideLayouts/slideLayout79.xml"/>
  <Override ContentType="application/vnd.openxmlformats-officedocument.presentationml.slideLayout+xml" PartName="/ppt/slideLayouts/slideLayout134.xml"/>
  <Override ContentType="application/vnd.openxmlformats-officedocument.presentationml.slideLayout+xml" PartName="/ppt/slideLayouts/slideLayout36.xml"/>
  <Override ContentType="application/vnd.openxmlformats-officedocument.presentationml.slideLayout+xml" PartName="/ppt/slideLayouts/slideLayout231.xml"/>
  <Override ContentType="application/vnd.openxmlformats-officedocument.presentationml.slideLayout+xml" PartName="/ppt/slideLayouts/slideLayout274.xml"/>
  <Override ContentType="application/vnd.openxmlformats-officedocument.presentationml.slideLayout+xml" PartName="/ppt/slideLayouts/slideLayout342.xml"/>
  <Override ContentType="application/vnd.openxmlformats-officedocument.presentationml.slideLayout+xml" PartName="/ppt/slideLayouts/slideLayout324.xml"/>
  <Override ContentType="application/vnd.openxmlformats-officedocument.presentationml.slideLayout+xml" PartName="/ppt/slideLayouts/slideLayout273.xml"/>
  <Override ContentType="application/vnd.openxmlformats-officedocument.presentationml.slideLayout+xml" PartName="/ppt/slideLayouts/slideLayout184.xml"/>
  <Override ContentType="application/vnd.openxmlformats-officedocument.presentationml.slideLayout+xml" PartName="/ppt/slideLayouts/slideLayout230.xml"/>
  <Override ContentType="application/vnd.openxmlformats-officedocument.presentationml.slideLayout+xml" PartName="/ppt/slideLayouts/slideLayout141.xml"/>
  <Override ContentType="application/vnd.openxmlformats-officedocument.presentationml.slideLayout+xml" PartName="/ppt/slideLayouts/slideLayout329.xml"/>
  <Override ContentType="application/vnd.openxmlformats-officedocument.presentationml.slideLayout+xml" PartName="/ppt/slideLayouts/slideLayout239.xml"/>
  <Override ContentType="application/vnd.openxmlformats-officedocument.presentationml.slideLayout+xml" PartName="/ppt/slideLayouts/slideLayout7.xml"/>
  <Override ContentType="application/vnd.openxmlformats-officedocument.presentationml.slideLayout+xml" PartName="/ppt/slideLayouts/slideLayout167.xml"/>
  <Override ContentType="application/vnd.openxmlformats-officedocument.presentationml.slideLayout+xml" PartName="/ppt/slideLayouts/slideLayout107.xml"/>
  <Override ContentType="application/vnd.openxmlformats-officedocument.presentationml.slideLayout+xml" PartName="/ppt/slideLayouts/slideLayout299.xml"/>
  <Override ContentType="application/vnd.openxmlformats-officedocument.presentationml.slideLayout+xml" PartName="/ppt/slideLayouts/slideLayout256.xml"/>
  <Override ContentType="application/vnd.openxmlformats-officedocument.presentationml.slideLayout+xml" PartName="/ppt/slideLayouts/slideLayout124.xml"/>
  <Override ContentType="application/vnd.openxmlformats-officedocument.presentationml.slideLayout+xml" PartName="/ppt/slideLayouts/slideLayout213.xml"/>
  <Override ContentType="application/vnd.openxmlformats-officedocument.presentationml.slideLayout+xml" PartName="/ppt/slideLayouts/slideLayout25.xml"/>
  <Override ContentType="application/vnd.openxmlformats-officedocument.presentationml.slideLayout+xml" PartName="/ppt/slideLayouts/slideLayout74.xml"/>
  <Override ContentType="application/vnd.openxmlformats-officedocument.presentationml.slideLayout+xml" PartName="/ppt/slideLayouts/slideLayout42.xml"/>
  <Override ContentType="application/vnd.openxmlformats-officedocument.presentationml.slideLayout+xml" PartName="/ppt/slideLayouts/slideLayout91.xml"/>
  <Override ContentType="application/vnd.openxmlformats-officedocument.presentationml.slideLayout+xml" PartName="/ppt/slideLayouts/slideLayout220.xml"/>
  <Override ContentType="application/vnd.openxmlformats-officedocument.presentationml.slideLayout+xml" PartName="/ppt/slideLayouts/slideLayout263.xml"/>
  <Override ContentType="application/vnd.openxmlformats-officedocument.presentationml.slideLayout+xml" PartName="/ppt/slideLayouts/slideLayout352.xml"/>
  <Override ContentType="application/vnd.openxmlformats-officedocument.presentationml.slideLayout+xml" PartName="/ppt/slideLayouts/slideLayout68.xml"/>
  <Override ContentType="application/vnd.openxmlformats-officedocument.presentationml.slideLayout+xml" PartName="/ppt/slideLayouts/slideLayout335.xml"/>
  <Override ContentType="application/vnd.openxmlformats-officedocument.presentationml.slideLayout+xml" PartName="/ppt/slideLayouts/slideLayout203.xml"/>
  <Override ContentType="application/vnd.openxmlformats-officedocument.presentationml.slideLayout+xml" PartName="/ppt/slideLayouts/slideLayout246.xml"/>
  <Override ContentType="application/vnd.openxmlformats-officedocument.presentationml.slideLayout+xml" PartName="/ppt/slideLayouts/slideLayout290.xml"/>
  <Override ContentType="application/vnd.openxmlformats-officedocument.presentationml.slideLayout+xml" PartName="/ppt/slideLayouts/slideLayout229.xml"/>
  <Override ContentType="application/vnd.openxmlformats-officedocument.presentationml.slideLayout+xml" PartName="/ppt/slideLayouts/slideLayout190.xml"/>
  <Override ContentType="application/vnd.openxmlformats-officedocument.presentationml.slideLayout+xml" PartName="/ppt/slideLayouts/slideLayout224.xml"/>
  <Override ContentType="application/vnd.openxmlformats-officedocument.presentationml.slideLayout+xml" PartName="/ppt/slideLayouts/slideLayout267.xml"/>
  <Override ContentType="application/vnd.openxmlformats-officedocument.presentationml.slideLayout+xml" PartName="/ppt/slideLayouts/slideLayout284.xml"/>
  <Override ContentType="application/vnd.openxmlformats-officedocument.presentationml.slideLayout+xml" PartName="/ppt/slideLayouts/slideLayout207.xml"/>
  <Override ContentType="application/vnd.openxmlformats-officedocument.presentationml.slideLayout+xml" PartName="/ppt/slideLayouts/slideLayout130.xml"/>
  <Override ContentType="application/vnd.openxmlformats-officedocument.presentationml.slideLayout+xml" PartName="/ppt/slideLayouts/slideLayout113.xml"/>
  <Override ContentType="application/vnd.openxmlformats-officedocument.presentationml.slideLayout+xml" PartName="/ppt/slideLayouts/slideLayout57.xml"/>
  <Override ContentType="application/vnd.openxmlformats-officedocument.presentationml.slideLayout+xml" PartName="/ppt/slideLayouts/slideLayout241.xml"/>
  <Override ContentType="application/vnd.openxmlformats-officedocument.presentationml.slideLayout+xml" PartName="/ppt/slideLayouts/slideLayout31.xml"/>
  <Override ContentType="application/vnd.openxmlformats-officedocument.presentationml.slideLayout+xml" PartName="/ppt/slideLayouts/slideLayout80.xml"/>
  <Override ContentType="application/vnd.openxmlformats-officedocument.presentationml.slideLayout+xml" PartName="/ppt/slideLayouts/slideLayout139.xml"/>
  <Override ContentType="application/vnd.openxmlformats-officedocument.presentationml.slideLayout+xml" PartName="/ppt/slideLayouts/slideLayout14.xml"/>
  <Override ContentType="application/vnd.openxmlformats-officedocument.presentationml.slideLayout+xml" PartName="/ppt/slideLayouts/slideLayout63.xml"/>
  <Override ContentType="application/vnd.openxmlformats-officedocument.presentationml.slideLayout+xml" PartName="/ppt/slideLayouts/slideLayout303.xml"/>
  <Override ContentType="application/vnd.openxmlformats-officedocument.presentationml.slideLayout+xml" PartName="/ppt/slideLayouts/slideLayout156.xml"/>
  <Override ContentType="application/vnd.openxmlformats-officedocument.presentationml.slideLayout+xml" PartName="/ppt/slideLayouts/slideLayout199.xml"/>
  <Override ContentType="application/vnd.openxmlformats-officedocument.presentationml.slideLayout+xml" PartName="/ppt/slideLayouts/slideLayout173.xml"/>
  <Override ContentType="application/vnd.openxmlformats-officedocument.presentationml.slideLayout+xml" PartName="/ppt/slideLayouts/slideLayout346.xml"/>
  <Override ContentType="application/vnd.openxmlformats-officedocument.presentationml.slideLayout+xml" PartName="/ppt/slideLayouts/slideLayout320.xml"/>
  <Override ContentType="application/vnd.openxmlformats-officedocument.presentationml.slideLayout+xml" PartName="/ppt/slideLayouts/slideLayout171.xml"/>
  <Override ContentType="application/vnd.openxmlformats-officedocument.presentationml.slideLayout+xml" PartName="/ppt/slideLayouts/slideLayout260.xml"/>
  <Override ContentType="application/vnd.openxmlformats-officedocument.presentationml.slideLayout+xml" PartName="/ppt/slideLayouts/slideLayout198.xml"/>
  <Override ContentType="application/vnd.openxmlformats-officedocument.presentationml.slideLayout+xml" PartName="/ppt/slideLayouts/slideLayout252.xml"/>
  <Override ContentType="application/vnd.openxmlformats-officedocument.presentationml.slideLayout+xml" PartName="/ppt/slideLayouts/slideLayout120.xml"/>
  <Override ContentType="application/vnd.openxmlformats-officedocument.presentationml.slideLayout+xml" PartName="/ppt/slideLayouts/slideLayout163.xml"/>
  <Override ContentType="application/vnd.openxmlformats-officedocument.presentationml.slideLayout+xml" PartName="/ppt/slideLayouts/slideLayout20.xml"/>
  <Override ContentType="application/vnd.openxmlformats-officedocument.presentationml.slideLayout+xml" PartName="/ppt/slideLayouts/slideLayout295.xml"/>
  <Override ContentType="application/vnd.openxmlformats-officedocument.presentationml.slideLayout+xml" PartName="/ppt/slideLayouts/slideLayout55.xml"/>
  <Override ContentType="application/vnd.openxmlformats-officedocument.presentationml.slideLayout+xml" PartName="/ppt/slideLayouts/slideLayout98.xml"/>
  <Override ContentType="application/vnd.openxmlformats-officedocument.presentationml.slideLayout+xml" PartName="/ppt/slideLayouts/slideLayout12.xml"/>
  <Override ContentType="application/vnd.openxmlformats-officedocument.presentationml.slideLayout+xml" PartName="/ppt/slideLayouts/slideLayout119.xml"/>
  <Override ContentType="application/vnd.openxmlformats-officedocument.presentationml.slideLayout+xml" PartName="/ppt/slideLayouts/slideLayout305.xml"/>
  <Override ContentType="application/vnd.openxmlformats-officedocument.presentationml.slideLayout+xml" PartName="/ppt/slideLayouts/slideLayout348.xml"/>
  <Override ContentType="application/vnd.openxmlformats-officedocument.presentationml.slideLayout+xml" PartName="/ppt/slideLayouts/slideLayout47.xml"/>
  <Override ContentType="application/vnd.openxmlformats-officedocument.presentationml.slideLayout+xml" PartName="/ppt/slideLayouts/slideLayout216.xml"/>
  <Override ContentType="application/vnd.openxmlformats-officedocument.presentationml.slideLayout+xml" PartName="/ppt/slideLayouts/slideLayout309.xml"/>
  <Override ContentType="application/vnd.openxmlformats-officedocument.presentationml.slideLayout+xml" PartName="/ppt/slideLayouts/slideLayout356.xml"/>
  <Override ContentType="application/vnd.openxmlformats-officedocument.presentationml.slideLayout+xml" PartName="/ppt/slideLayouts/slideLayout5.xml"/>
  <Override ContentType="application/vnd.openxmlformats-officedocument.presentationml.slideLayout+xml" PartName="/ppt/slideLayouts/slideLayout259.xml"/>
  <Override ContentType="application/vnd.openxmlformats-officedocument.presentationml.slideLayout+xml" PartName="/ppt/slideLayouts/slideLayout78.xml"/>
  <Override ContentType="application/vnd.openxmlformats-officedocument.presentationml.slideLayout+xml" PartName="/ppt/slideLayouts/slideLayout232.xml"/>
  <Override ContentType="application/vnd.openxmlformats-officedocument.presentationml.slideLayout+xml" PartName="/ppt/slideLayouts/slideLayout313.xml"/>
  <Override ContentType="application/vnd.openxmlformats-officedocument.presentationml.slideLayout+xml" PartName="/ppt/slideLayouts/slideLayout275.xml"/>
  <Override ContentType="application/vnd.openxmlformats-officedocument.presentationml.slideLayout+xml" PartName="/ppt/slideLayouts/slideLayout208.xml"/>
  <Override ContentType="application/vnd.openxmlformats-officedocument.presentationml.slideLayout+xml" PartName="/ppt/slideLayouts/slideLayout35.xml"/>
  <Override ContentType="application/vnd.openxmlformats-officedocument.presentationml.slideLayout+xml" PartName="/ppt/slideLayouts/slideLayout178.xml"/>
  <Override ContentType="application/vnd.openxmlformats-officedocument.presentationml.slideLayout+xml" PartName="/ppt/slideLayouts/slideLayout228.xml"/>
  <Override ContentType="application/vnd.openxmlformats-officedocument.presentationml.slideLayout+xml" PartName="/ppt/slideLayouts/slideLayout135.xml"/>
  <Override ContentType="application/vnd.openxmlformats-officedocument.presentationml.slideLayout+xml" PartName="/ppt/slideLayouts/slideLayout280.xml"/>
  <Override ContentType="application/vnd.openxmlformats-officedocument.presentationml.slideLayout+xml" PartName="/ppt/slideLayouts/slideLayout104.xml"/>
  <Override ContentType="application/vnd.openxmlformats-officedocument.presentationml.slideLayout+xml" PartName="/ppt/slideLayouts/slideLayout19.xml"/>
  <Override ContentType="application/vnd.openxmlformats-officedocument.presentationml.slideLayout+xml" PartName="/ppt/slideLayouts/slideLayout147.xml"/>
  <Override ContentType="application/vnd.openxmlformats-officedocument.presentationml.slideLayout+xml" PartName="/ppt/slideLayouts/slideLayout291.xml"/>
  <Override ContentType="application/vnd.openxmlformats-officedocument.presentationml.slideLayout+xml" PartName="/ppt/slideLayouts/slideLayout325.xml"/>
  <Override ContentType="application/vnd.openxmlformats-officedocument.presentationml.slideLayout+xml" PartName="/ppt/slideLayouts/slideLayout194.xml"/>
  <Override ContentType="application/vnd.openxmlformats-officedocument.presentationml.slideLayout+xml" PartName="/ppt/slideLayouts/slideLayout287.xml"/>
  <Override ContentType="application/vnd.openxmlformats-officedocument.presentationml.slideLayout+xml" PartName="/ppt/slideLayouts/slideLayout341.xml"/>
  <Override ContentType="application/vnd.openxmlformats-officedocument.presentationml.slideLayout+xml" PartName="/ppt/slideLayouts/slideLayout71.xml"/>
  <Override ContentType="application/vnd.openxmlformats-officedocument.presentationml.slideLayout+xml" PartName="/ppt/slideLayouts/slideLayout151.xml"/>
  <Override ContentType="application/vnd.openxmlformats-officedocument.presentationml.slideLayout+xml" PartName="/ppt/slideLayouts/slideLayout244.xml"/>
  <Override ContentType="application/vnd.openxmlformats-officedocument.presentationml.slideLayout+xml" PartName="/ppt/slideLayouts/slideLayout201.xml"/>
  <Override ContentType="application/vnd.openxmlformats-officedocument.presentationml.slideLayout+xml" PartName="/ppt/slideLayouts/slideLayout302.xml"/>
  <Override ContentType="application/vnd.openxmlformats-officedocument.presentationml.slideLayout+xml" PartName="/ppt/slideLayouts/slideLayout24.xml"/>
  <Override ContentType="application/vnd.openxmlformats-officedocument.presentationml.slideLayout+xml" PartName="/ppt/slideLayouts/slideLayout159.xml"/>
  <Override ContentType="application/vnd.openxmlformats-officedocument.presentationml.slideLayout+xml" PartName="/ppt/slideLayouts/slideLayout345.xml"/>
  <Override ContentType="application/vnd.openxmlformats-officedocument.presentationml.slideLayout+xml" PartName="/ppt/slideLayouts/slideLayout328.xml"/>
  <Override ContentType="application/vnd.openxmlformats-officedocument.presentationml.slideLayout+xml" PartName="/ppt/slideLayouts/slideLayout353.xml"/>
  <Override ContentType="application/vnd.openxmlformats-officedocument.presentationml.slideLayout+xml" PartName="/ppt/slideLayouts/slideLayout67.xml"/>
  <Override ContentType="application/vnd.openxmlformats-officedocument.presentationml.slideLayout+xml" PartName="/ppt/slideLayouts/slideLayout116.xml"/>
  <Override ContentType="application/vnd.openxmlformats-officedocument.presentationml.slideLayout+xml" PartName="/ppt/slideLayouts/slideLayout221.xml"/>
  <Override ContentType="application/vnd.openxmlformats-officedocument.presentationml.slideLayout+xml" PartName="/ppt/slideLayouts/slideLayout83.xml"/>
  <Override ContentType="application/vnd.openxmlformats-officedocument.presentationml.slideLayout+xml" PartName="/ppt/slideLayouts/slideLayout40.xml"/>
  <Override ContentType="application/vnd.openxmlformats-officedocument.presentationml.slideLayout+xml" PartName="/ppt/slideLayouts/slideLayout310.xml"/>
  <Override ContentType="application/vnd.openxmlformats-officedocument.presentationml.slideLayout+xml" PartName="/ppt/slideLayouts/slideLayout204.xml"/>
  <Override ContentType="application/vnd.openxmlformats-officedocument.presentationml.slideLayout+xml" PartName="/ppt/slideLayouts/slideLayout336.xml"/>
  <Override ContentType="application/vnd.openxmlformats-officedocument.presentationml.slideLayout+xml" PartName="/ppt/slideLayouts/slideLayout212.xml"/>
  <Override ContentType="application/vnd.openxmlformats-officedocument.presentationml.slideLayout+xml" PartName="/ppt/slideLayouts/slideLayout183.xml"/>
  <Override ContentType="application/vnd.openxmlformats-officedocument.presentationml.slideLayout+xml" PartName="/ppt/slideLayouts/slideLayout298.xml"/>
  <Override ContentType="application/vnd.openxmlformats-officedocument.presentationml.slideLayout+xml" PartName="/ppt/slideLayouts/slideLayout166.xml"/>
  <Override ContentType="application/vnd.openxmlformats-officedocument.presentationml.slideLayout+xml" PartName="/ppt/slideLayouts/slideLayout247.xml"/>
  <Override ContentType="application/vnd.openxmlformats-officedocument.presentationml.slideLayout+xml" PartName="/ppt/slideLayouts/slideLayout272.xml"/>
  <Override ContentType="application/vnd.openxmlformats-officedocument.presentationml.slideLayout+xml" PartName="/ppt/slideLayouts/slideLayout140.xml"/>
  <Override ContentType="application/vnd.openxmlformats-officedocument.presentationml.slideLayout+xml" PartName="/ppt/slideLayouts/slideLayout264.xml"/>
  <Override ContentType="application/vnd.openxmlformats-officedocument.presentationml.slideLayout+xml" PartName="/ppt/slideLayouts/slideLayout90.xml"/>
  <Override ContentType="application/vnd.openxmlformats-officedocument.presentationml.slideLayout+xml" PartName="/ppt/slideLayouts/slideLayout123.xml"/>
  <Override ContentType="application/vnd.openxmlformats-officedocument.presentationml.slideLayout+xml" PartName="/ppt/slideLayouts/slideLayout86.xml"/>
  <Override ContentType="application/vnd.openxmlformats-officedocument.presentationml.slideLayout+xml" PartName="/ppt/slideLayouts/slideLayout255.xml"/>
  <Override ContentType="application/vnd.openxmlformats-officedocument.presentationml.slideLayout+xml" PartName="/ppt/slideLayouts/slideLayout127.xml"/>
  <Override ContentType="application/vnd.openxmlformats-officedocument.presentationml.slideLayout+xml" PartName="/ppt/slideLayouts/slideLayout43.xml"/>
  <Override ContentType="application/vnd.openxmlformats-officedocument.presentationml.slideLayout+xml" PartName="/ppt/slideLayouts/slideLayout51.xml"/>
  <Override ContentType="application/vnd.openxmlformats-officedocument.presentationml.slideLayout+xml" PartName="/ppt/slideLayouts/slideLayout94.xml"/>
  <Override ContentType="application/vnd.openxmlformats-officedocument.presentationml.slideLayout+xml" PartName="/ppt/slideLayouts/slideLayout1.xml"/>
  <Override ContentType="application/vnd.openxmlformats-officedocument.presentationml.slideLayout+xml" PartName="/ppt/slideLayouts/slideLayout174.xml"/>
  <Override ContentType="application/vnd.openxmlformats-officedocument.presentationml.slideLayout+xml" PartName="/ppt/slideLayouts/slideLayout39.xml"/>
  <Override ContentType="application/vnd.openxmlformats-officedocument.presentationml.slideLayout+xml" PartName="/ppt/slideLayouts/slideLayout144.xml"/>
  <Override ContentType="application/vnd.openxmlformats-officedocument.presentationml.slideLayout+xml" PartName="/ppt/slideLayouts/slideLayout317.xml"/>
  <Override ContentType="application/vnd.openxmlformats-officedocument.presentationml.slideLayout+xml" PartName="/ppt/slideLayouts/slideLayout131.xml"/>
  <Override ContentType="application/vnd.openxmlformats-officedocument.presentationml.slideLayout+xml" PartName="/ppt/slideLayouts/slideLayout187.xml"/>
  <Override ContentType="application/vnd.openxmlformats-officedocument.presentationml.slideLayout+xml" PartName="/ppt/slideLayouts/slideLayout321.xml"/>
  <Override ContentType="application/vnd.openxmlformats-officedocument.presentationml.slideLayout+xml" PartName="/ppt/slideLayouts/slideLayout236.xml"/>
  <Override ContentType="application/vnd.openxmlformats-officedocument.presentationml.slideLayout+xml" PartName="/ppt/slideLayouts/slideLayout191.xml"/>
  <Override ContentType="application/vnd.openxmlformats-officedocument.presentationml.slideLayout+xml" PartName="/ppt/slideLayouts/slideLayout279.xml"/>
  <Override ContentType="application/vnd.openxmlformats-officedocument.presentationml.slideLayout+xml" PartName="/ppt/slideLayouts/slideLayout28.xml"/>
  <Override ContentType="application/vnd.openxmlformats-officedocument.presentationml.slideLayout+xml" PartName="/ppt/slideLayouts/slideLayout155.xml"/>
  <Override ContentType="application/vnd.openxmlformats-officedocument.presentationml.slideLayout+xml" PartName="/ppt/slideLayouts/slideLayout58.xml"/>
  <Override ContentType="application/vnd.openxmlformats-officedocument.presentationml.slideLayout+xml" PartName="/ppt/slideLayouts/slideLayout240.xml"/>
  <Override ContentType="application/vnd.openxmlformats-officedocument.presentationml.slideLayout+xml" PartName="/ppt/slideLayouts/slideLayout15.xml"/>
  <Override ContentType="application/vnd.openxmlformats-officedocument.presentationml.slideLayout+xml" PartName="/ppt/slideLayouts/slideLayout283.xml"/>
  <Override ContentType="application/vnd.openxmlformats-officedocument.presentationml.slideLayout+xml" PartName="/ppt/slideLayouts/slideLayout112.xml"/>
  <Override ContentType="application/vnd.openxmlformats-officedocument.presentationml.slideLayout+xml" PartName="/ppt/slideLayouts/slideLayout8.xml"/>
  <Override ContentType="application/vnd.openxmlformats-officedocument.presentationml.slideLayout+xml" PartName="/ppt/slideLayouts/slideLayout75.xml"/>
  <Override ContentType="application/vnd.openxmlformats-officedocument.presentationml.slideLayout+xml" PartName="/ppt/slideLayouts/slideLayout108.xml"/>
  <Override ContentType="application/vnd.openxmlformats-officedocument.presentationml.slideLayout+xml" PartName="/ppt/slideLayouts/slideLayout138.xml"/>
  <Override ContentType="application/vnd.openxmlformats-officedocument.presentationml.slideLayout+xml" PartName="/ppt/slideLayouts/slideLayout32.xml"/>
  <Override ContentType="application/vnd.openxmlformats-officedocument.presentationml.slideLayout+xml" PartName="/ppt/slideLayouts/slideLayout200.xml"/>
  <Override ContentType="application/vnd.openxmlformats-officedocument.presentationml.slideLayout+xml" PartName="/ppt/slideLayouts/slideLayout243.xml"/>
  <Override ContentType="application/vnd.openxmlformats-officedocument.presentationml.slideLayout+xml" PartName="/ppt/slideLayouts/slideLayout332.xml"/>
  <Override ContentType="application/vnd.openxmlformats-officedocument.presentationml.slideLayout+xml" PartName="/ppt/slideLayouts/slideLayout97.xml"/>
  <Override ContentType="application/vnd.openxmlformats-officedocument.presentationml.slideLayout+xml" PartName="/ppt/slideLayouts/slideLayout111.xml"/>
  <Override ContentType="application/vnd.openxmlformats-officedocument.presentationml.slideLayout+xml" PartName="/ppt/slideLayouts/slideLayout286.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154.xml"/>
  <Override ContentType="application/vnd.openxmlformats-officedocument.presentationml.slideLayout+xml" PartName="/ppt/slideLayouts/slideLayout197.xml"/>
  <Override ContentType="application/vnd.openxmlformats-officedocument.presentationml.slideLayout+xml" PartName="/ppt/slideLayouts/slideLayout340.xml"/>
  <Override ContentType="application/vnd.openxmlformats-officedocument.presentationml.slideLayout+xml" PartName="/ppt/slideLayouts/slideLayout306.xml"/>
  <Override ContentType="application/vnd.openxmlformats-officedocument.presentationml.slideLayout+xml" PartName="/ppt/slideLayouts/slideLayout349.xml"/>
  <Override ContentType="application/vnd.openxmlformats-officedocument.presentationml.slideLayout+xml" PartName="/ppt/slideLayouts/slideLayout38.xml"/>
  <Override ContentType="application/vnd.openxmlformats-officedocument.presentationml.slideLayout+xml" PartName="/ppt/slideLayouts/slideLayout170.xml"/>
  <Override ContentType="application/vnd.openxmlformats-officedocument.presentationml.slideLayout+xml" PartName="/ppt/slideLayouts/slideLayout101.xml"/>
  <Override ContentType="application/vnd.openxmlformats-officedocument.presentationml.slideLayout+xml" PartName="/ppt/slideLayouts/slideLayout233.xml"/>
  <Override ContentType="application/vnd.openxmlformats-officedocument.presentationml.slideLayout+xml" PartName="/ppt/slideLayouts/slideLayout179.xml"/>
  <Override ContentType="application/vnd.openxmlformats-officedocument.presentationml.slideLayout+xml" PartName="/ppt/slideLayouts/slideLayout60.xml"/>
  <Override ContentType="application/vnd.openxmlformats-officedocument.presentationml.slideLayout+xml" PartName="/ppt/slideLayouts/slideLayout322.xml"/>
  <Override ContentType="application/vnd.openxmlformats-officedocument.presentationml.slideLayout+xml" PartName="/ppt/slideLayouts/slideLayout136.xml"/>
  <Override ContentType="application/vnd.openxmlformats-officedocument.presentationml.slideLayout+xml" PartName="/ppt/slideLayouts/slideLayout326.xml"/>
  <Override ContentType="application/vnd.openxmlformats-officedocument.presentationml.slideLayout+xml" PartName="/ppt/slideLayouts/slideLayout292.xml"/>
  <Override ContentType="application/vnd.openxmlformats-officedocument.presentationml.slideLayout+xml" PartName="/ppt/slideLayouts/slideLayout105.xml"/>
  <Override ContentType="application/vnd.openxmlformats-officedocument.presentationml.slideLayout+xml" PartName="/ppt/slideLayouts/slideLayout182.xml"/>
  <Override ContentType="application/vnd.openxmlformats-officedocument.presentationml.slideLayout+xml" PartName="/ppt/slideLayouts/slideLayout215.xml"/>
  <Override ContentType="application/vnd.openxmlformats-officedocument.presentationml.slideLayout+xml" PartName="/ppt/slideLayouts/slideLayout276.xml"/>
  <Override ContentType="application/vnd.openxmlformats-officedocument.presentationml.slideLayout+xml" PartName="/ppt/slideLayouts/slideLayout258.xml"/>
  <Override ContentType="application/vnd.openxmlformats-officedocument.presentationml.slideLayout+xml" PartName="/ppt/slideLayouts/slideLayout148.xml"/>
  <Override ContentType="application/vnd.openxmlformats-officedocument.presentationml.slideLayout+xml" PartName="/ppt/slideLayouts/slideLayout48.xml"/>
  <Override ContentType="application/vnd.openxmlformats-officedocument.presentationml.slideLayout+xml" PartName="/ppt/slideLayouts/slideLayout72.xml"/>
  <Override ContentType="application/vnd.openxmlformats-officedocument.presentationml.slideLayout+xml" PartName="/ppt/slideLayouts/slideLayout261.xml"/>
  <Override ContentType="application/vnd.openxmlformats-officedocument.presentationml.slideLayout+xml" PartName="/ppt/slideLayouts/slideLayout164.xml"/>
  <Override ContentType="application/vnd.openxmlformats-officedocument.presentationml.slideLayout+xml" PartName="/ppt/slideLayouts/slideLayout4.xml"/>
  <Override ContentType="application/vnd.openxmlformats-officedocument.presentationml.slideLayout+xml" PartName="/ppt/slideLayouts/slideLayout66.xml"/>
  <Override ContentType="application/vnd.openxmlformats-officedocument.presentationml.slideLayout+xml" PartName="/ppt/slideLayouts/slideLayout355.xml"/>
  <Override ContentType="application/vnd.openxmlformats-officedocument.presentationml.slideLayout+xml" PartName="/ppt/slideLayouts/slideLayout312.xml"/>
  <Override ContentType="application/vnd.openxmlformats-officedocument.presentationml.slideLayout+xml" PartName="/ppt/slideLayouts/slideLayout209.xml"/>
  <Override ContentType="application/vnd.openxmlformats-officedocument.presentationml.slideLayout+xml" PartName="/ppt/slideLayouts/slideLayout227.xml"/>
  <Override ContentType="application/vnd.openxmlformats-officedocument.presentationml.slideLayout+xml" PartName="/ppt/slideLayouts/slideLayout23.xml"/>
  <Override ContentType="application/vnd.openxmlformats-officedocument.presentationml.slideLayout+xml" PartName="/ppt/slideLayouts/slideLayout121.xml"/>
  <Override ContentType="application/vnd.openxmlformats-officedocument.presentationml.slideLayout+xml" PartName="/ppt/slideLayouts/slideLayout337.xml"/>
  <Override ContentType="application/vnd.openxmlformats-officedocument.presentationml.slideLayout+xml" PartName="/ppt/slideLayouts/slideLayout248.xml"/>
  <Override ContentType="application/vnd.openxmlformats-officedocument.presentationml.slideLayout+xml" PartName="/ppt/slideLayouts/slideLayout205.xml"/>
  <Override ContentType="application/vnd.openxmlformats-officedocument.presentationml.slideLayout+xml" PartName="/ppt/slideLayouts/slideLayout222.xml"/>
  <Override ContentType="application/vnd.openxmlformats-officedocument.presentationml.slideLayout+xml" PartName="/ppt/slideLayouts/slideLayout354.xml"/>
  <Override ContentType="application/vnd.openxmlformats-officedocument.presentationml.slideLayout+xml" PartName="/ppt/slideLayouts/slideLayout282.xml"/>
  <Override ContentType="application/vnd.openxmlformats-officedocument.presentationml.slideLayout+xml" PartName="/ppt/slideLayouts/slideLayout16.xml"/>
  <Override ContentType="application/vnd.openxmlformats-officedocument.presentationml.slideLayout+xml" PartName="/ppt/slideLayouts/slideLayout76.xml"/>
  <Override ContentType="application/vnd.openxmlformats-officedocument.presentationml.slideLayout+xml" PartName="/ppt/slideLayouts/slideLayout265.xml"/>
  <Override ContentType="application/vnd.openxmlformats-officedocument.presentationml.slideLayout+xml" PartName="/ppt/slideLayouts/slideLayout59.xml"/>
  <Override ContentType="application/vnd.openxmlformats-officedocument.presentationml.slideLayout+xml" PartName="/ppt/slideLayouts/slideLayout33.xml"/>
  <Override ContentType="application/vnd.openxmlformats-officedocument.presentationml.slideLayout+xml" PartName="/ppt/slideLayouts/slideLayout109.xml"/>
  <Override ContentType="application/vnd.openxmlformats-officedocument.presentationml.slideLayout+xml" PartName="/ppt/slideLayouts/slideLayout158.xml"/>
  <Override ContentType="application/vnd.openxmlformats-officedocument.presentationml.slideLayout+xml" PartName="/ppt/slideLayouts/slideLayout344.xml"/>
  <Override ContentType="application/vnd.openxmlformats-officedocument.presentationml.slideLayout+xml" PartName="/ppt/slideLayouts/slideLayout327.xml"/>
  <Override ContentType="application/vnd.openxmlformats-officedocument.presentationml.slideLayout+xml" PartName="/ppt/slideLayouts/slideLayout115.xml"/>
  <Override ContentType="application/vnd.openxmlformats-officedocument.presentationml.slideLayout+xml" PartName="/ppt/slideLayouts/slideLayout301.xml"/>
  <Override ContentType="application/vnd.openxmlformats-officedocument.presentationml.slideLayout+xml" PartName="/ppt/slideLayouts/slideLayout192.xml"/>
  <Override ContentType="application/vnd.openxmlformats-officedocument.presentationml.slideLayout+xml" PartName="/ppt/slideLayouts/slideLayout82.xml"/>
  <Override ContentType="application/vnd.openxmlformats-officedocument.presentationml.slideLayout+xml" PartName="/ppt/slideLayouts/slideLayout132.xml"/>
  <Override ContentType="application/vnd.openxmlformats-officedocument.presentationml.slideLayout+xml" PartName="/ppt/slideLayouts/slideLayout175.xml"/>
  <Override ContentType="application/vnd.openxmlformats-officedocument.presentationml.slideLayout+xml" PartName="/ppt/slideLayouts/slideLayout297.xml"/>
  <Override ContentType="application/vnd.openxmlformats-officedocument.presentationml.slideLayout+xml" PartName="/ppt/slideLayouts/slideLayout211.xml"/>
  <Override ContentType="application/vnd.openxmlformats-officedocument.presentationml.slideLayout+xml" PartName="/ppt/slideLayouts/slideLayout100.xml"/>
  <Override ContentType="application/vnd.openxmlformats-officedocument.presentationml.slideLayout+xml" PartName="/ppt/slideLayouts/slideLayout237.xml"/>
  <Override ContentType="application/vnd.openxmlformats-officedocument.presentationml.slideLayout+xml" PartName="/ppt/slideLayouts/slideLayout143.xml"/>
  <Override ContentType="application/vnd.openxmlformats-officedocument.presentationml.slideLayout+xml" PartName="/ppt/slideLayouts/slideLayout271.xml"/>
  <Override ContentType="application/vnd.openxmlformats-officedocument.presentationml.slideLayout+xml" PartName="/ppt/slideLayouts/slideLayout126.xml"/>
  <Override ContentType="application/vnd.openxmlformats-officedocument.presentationml.slideLayout+xml" PartName="/ppt/slideLayouts/slideLayout87.xml"/>
  <Override ContentType="application/vnd.openxmlformats-officedocument.presentationml.slideLayout+xml" PartName="/ppt/slideLayouts/slideLayout254.xml"/>
  <Override ContentType="application/vnd.openxmlformats-officedocument.presentationml.slideLayout+xml" PartName="/ppt/slideLayouts/slideLayout9.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350.xml"/>
  <Override ContentType="application/vnd.openxmlformats-officedocument.presentationml.slideLayout+xml" PartName="/ppt/slideLayouts/slideLayout169.xml"/>
  <Override ContentType="application/vnd.openxmlformats-officedocument.presentationml.slideLayout+xml" PartName="/ppt/slideLayouts/slideLayout93.xml"/>
  <Override ContentType="application/vnd.openxmlformats-officedocument.presentationml.slideLayout+xml" PartName="/ppt/slideLayouts/slideLayout316.xml"/>
  <Override ContentType="application/vnd.openxmlformats-officedocument.presentationml.slideLayout+xml" PartName="/ppt/slideLayouts/slideLayout27.xml"/>
  <Override ContentType="application/vnd.openxmlformats-officedocument.presentationml.slideLayout+xml" PartName="/ppt/slideLayouts/slideLayout186.xml"/>
  <Override ContentType="application/vnd.openxmlformats-officedocument.presentationml.slideLayout+xml" PartName="/ppt/slideLayouts/slideLayout160.xml"/>
  <Override ContentType="application/vnd.openxmlformats-officedocument.presentationml.slideLayout+xml" PartName="/ppt/slideLayouts/slideLayout333.xml"/>
  <Override ContentType="application/vnd.openxmlformats-officedocument.presentationml.slideMaster+xml" PartName="/ppt/slideMasters/slideMaster2.xml"/>
  <Override ContentType="application/vnd.openxmlformats-officedocument.presentationml.slideMaster+xml" PartName="/ppt/slideMasters/slideMaster9.xml"/>
  <Override ContentType="application/vnd.openxmlformats-officedocument.presentationml.slideMaster+xml" PartName="/ppt/slideMasters/slideMaster11.xml"/>
  <Override ContentType="application/vnd.openxmlformats-officedocument.presentationml.slideMaster+xml" PartName="/ppt/slideMasters/slideMaster13.xml"/>
  <Override ContentType="application/vnd.openxmlformats-officedocument.presentationml.slideMaster+xml" PartName="/ppt/slideMasters/slideMaster10.xml"/>
  <Override ContentType="application/vnd.openxmlformats-officedocument.presentationml.slideMaster+xml" PartName="/ppt/slideMasters/slideMaster15.xml"/>
  <Override ContentType="application/vnd.openxmlformats-officedocument.presentationml.slideMaster+xml" PartName="/ppt/slideMasters/slideMaster1.xml"/>
  <Override ContentType="application/vnd.openxmlformats-officedocument.presentationml.slideMaster+xml" PartName="/ppt/slideMasters/slideMaster7.xml"/>
  <Override ContentType="application/vnd.openxmlformats-officedocument.presentationml.slideMaster+xml" PartName="/ppt/slideMasters/slideMaster5.xml"/>
  <Override ContentType="application/vnd.openxmlformats-officedocument.presentationml.slideMaster+xml" PartName="/ppt/slideMasters/slideMaster8.xml"/>
  <Override ContentType="application/vnd.openxmlformats-officedocument.presentationml.slideMaster+xml" PartName="/ppt/slideMasters/slideMaster3.xml"/>
  <Override ContentType="application/vnd.openxmlformats-officedocument.presentationml.slideMaster+xml" PartName="/ppt/slideMasters/slideMaster14.xml"/>
  <Override ContentType="application/vnd.openxmlformats-officedocument.presentationml.slideMaster+xml" PartName="/ppt/slideMasters/slideMaster12.xml"/>
  <Override ContentType="application/vnd.openxmlformats-officedocument.presentationml.slideMaster+xml" PartName="/ppt/slideMasters/slideMaster16.xml"/>
  <Override ContentType="application/vnd.openxmlformats-officedocument.presentationml.slideMaster+xml" PartName="/ppt/slideMasters/slideMaster4.xml"/>
  <Override ContentType="application/vnd.openxmlformats-officedocument.presentationml.slideMaster+xml" PartName="/ppt/slideMasters/slideMaster6.xml"/>
  <Override ContentType="application/vnd.openxmlformats-officedocument.presentationml.slide+xml" PartName="/ppt/slides/slide4.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12.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14.xml"/>
  <Override ContentType="application/vnd.openxmlformats-officedocument.theme+xml" PartName="/ppt/theme/theme6.xml"/>
  <Override ContentType="application/vnd.openxmlformats-officedocument.theme+xml" PartName="/ppt/theme/theme3.xml"/>
  <Override ContentType="application/vnd.openxmlformats-officedocument.theme+xml" PartName="/ppt/theme/theme17.xml"/>
  <Override ContentType="application/vnd.openxmlformats-officedocument.theme+xml" PartName="/ppt/theme/theme11.xml"/>
  <Override ContentType="application/vnd.openxmlformats-officedocument.theme+xml" PartName="/ppt/theme/theme5.xml"/>
  <Override ContentType="application/vnd.openxmlformats-officedocument.theme+xml" PartName="/ppt/theme/theme15.xml"/>
  <Override ContentType="application/vnd.openxmlformats-officedocument.theme+xml" PartName="/ppt/theme/theme9.xml"/>
  <Override ContentType="application/vnd.openxmlformats-officedocument.theme+xml" PartName="/ppt/theme/theme13.xml"/>
  <Override ContentType="application/vnd.openxmlformats-officedocument.theme+xml" PartName="/ppt/theme/theme7.xml"/>
  <Override ContentType="application/vnd.openxmlformats-officedocument.theme+xml" PartName="/ppt/theme/theme2.xml"/>
  <Override ContentType="application/vnd.openxmlformats-officedocument.theme+xml" PartName="/ppt/theme/theme4.xml"/>
  <Override ContentType="application/vnd.openxmlformats-officedocument.theme+xml" PartName="/ppt/theme/theme8.xml"/>
  <Override ContentType="application/vnd.openxmlformats-officedocument.theme+xml" PartName="/ppt/theme/theme10.xml"/>
  <Override ContentType="application/vnd.openxmlformats-officedocument.theme+xml" PartName="/ppt/theme/theme16.xml"/>
  <Override ContentType="application/vnd.openxmlformats-officedocument.theme+xml" PartName="/ppt/theme/theme12.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4005" r:id="rId4"/>
    <p:sldMasterId id="2147484006" r:id="rId5"/>
    <p:sldMasterId id="2147484007" r:id="rId6"/>
    <p:sldMasterId id="2147484008" r:id="rId7"/>
    <p:sldMasterId id="2147484009" r:id="rId8"/>
    <p:sldMasterId id="2147484010" r:id="rId9"/>
    <p:sldMasterId id="2147484011" r:id="rId10"/>
    <p:sldMasterId id="2147484012" r:id="rId11"/>
    <p:sldMasterId id="2147484013" r:id="rId12"/>
    <p:sldMasterId id="2147484014" r:id="rId13"/>
    <p:sldMasterId id="2147484015" r:id="rId14"/>
    <p:sldMasterId id="2147484016" r:id="rId15"/>
    <p:sldMasterId id="2147484017" r:id="rId16"/>
    <p:sldMasterId id="2147484018" r:id="rId17"/>
    <p:sldMasterId id="2147484019" r:id="rId18"/>
    <p:sldMasterId id="2147484020" r:id="rId19"/>
  </p:sldMasterIdLst>
  <p:notesMasterIdLst>
    <p:notesMasterId r:id="rId20"/>
  </p:notesMasterIdLst>
  <p:sldIdLst>
    <p:sldId id="256" r:id="rId21"/>
    <p:sldId id="257" r:id="rId22"/>
    <p:sldId id="258" r:id="rId23"/>
    <p:sldId id="259" r:id="rId24"/>
    <p:sldId id="260" r:id="rId25"/>
    <p:sldId id="261" r:id="rId26"/>
    <p:sldId id="262" r:id="rId27"/>
    <p:sldId id="263" r:id="rId28"/>
    <p:sldId id="264" r:id="rId29"/>
    <p:sldId id="265" r:id="rId30"/>
    <p:sldId id="266" r:id="rId31"/>
    <p:sldId id="267" r:id="rId32"/>
    <p:sldId id="268" r:id="rId33"/>
    <p:sldId id="269" r:id="rId34"/>
    <p:sldId id="270" r:id="rId35"/>
    <p:sldId id="271" r:id="rId36"/>
  </p:sldIdLst>
  <p:sldSz cy="5143500" cx="9144000"/>
  <p:notesSz cx="6858000" cy="9144000"/>
  <p:embeddedFontLst>
    <p:embeddedFont>
      <p:font typeface="Raleway"/>
      <p:regular r:id="rId37"/>
      <p:bold r:id="rId38"/>
      <p:italic r:id="rId39"/>
      <p:boldItalic r:id="rId40"/>
    </p:embeddedFont>
    <p:embeddedFont>
      <p:font typeface="Nunito"/>
      <p:regular r:id="rId41"/>
      <p:bold r:id="rId42"/>
      <p:italic r:id="rId43"/>
      <p:boldItalic r:id="rId44"/>
    </p:embeddedFont>
    <p:embeddedFont>
      <p:font typeface="Lato"/>
      <p:regular r:id="rId45"/>
      <p:bold r:id="rId46"/>
      <p:italic r:id="rId47"/>
      <p:boldItalic r:id="rId48"/>
    </p:embeddedFont>
    <p:embeddedFont>
      <p:font typeface="Outfit"/>
      <p:regular r:id="rId49"/>
      <p:bold r:id="rId50"/>
    </p:embeddedFont>
    <p:embeddedFont>
      <p:font typeface="Epilogue"/>
      <p:regular r:id="rId51"/>
      <p:bold r:id="rId52"/>
      <p:italic r:id="rId53"/>
      <p:boldItalic r:id="rId54"/>
    </p:embeddedFont>
    <p:embeddedFont>
      <p:font typeface="PT Sans"/>
      <p:regular r:id="rId55"/>
      <p:bold r:id="rId56"/>
      <p:italic r:id="rId57"/>
      <p:boldItalic r:id="rId58"/>
    </p:embeddedFont>
    <p:embeddedFont>
      <p:font typeface="Open Sans"/>
      <p:regular r:id="rId59"/>
      <p:bold r:id="rId60"/>
      <p:italic r:id="rId61"/>
      <p:boldItalic r:id="rId6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font" Target="fonts/Raleway-boldItalic.fntdata"/><Relationship Id="rId42" Type="http://schemas.openxmlformats.org/officeDocument/2006/relationships/font" Target="fonts/Nunito-bold.fntdata"/><Relationship Id="rId41" Type="http://schemas.openxmlformats.org/officeDocument/2006/relationships/font" Target="fonts/Nunito-regular.fntdata"/><Relationship Id="rId44" Type="http://schemas.openxmlformats.org/officeDocument/2006/relationships/font" Target="fonts/Nunito-boldItalic.fntdata"/><Relationship Id="rId43" Type="http://schemas.openxmlformats.org/officeDocument/2006/relationships/font" Target="fonts/Nunito-italic.fntdata"/><Relationship Id="rId46" Type="http://schemas.openxmlformats.org/officeDocument/2006/relationships/font" Target="fonts/Lato-bold.fntdata"/><Relationship Id="rId45" Type="http://schemas.openxmlformats.org/officeDocument/2006/relationships/font" Target="fonts/Lato-regular.fntdata"/><Relationship Id="rId1" Type="http://schemas.openxmlformats.org/officeDocument/2006/relationships/theme" Target="theme/theme5.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Master" Target="slideMasters/slideMaster6.xml"/><Relationship Id="rId48" Type="http://schemas.openxmlformats.org/officeDocument/2006/relationships/font" Target="fonts/Lato-boldItalic.fntdata"/><Relationship Id="rId47" Type="http://schemas.openxmlformats.org/officeDocument/2006/relationships/font" Target="fonts/Lato-italic.fntdata"/><Relationship Id="rId49" Type="http://schemas.openxmlformats.org/officeDocument/2006/relationships/font" Target="fonts/Outfit-regular.fntdata"/><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slideMaster" Target="slideMasters/slideMaster4.xml"/><Relationship Id="rId8" Type="http://schemas.openxmlformats.org/officeDocument/2006/relationships/slideMaster" Target="slideMasters/slideMaster5.xml"/><Relationship Id="rId31" Type="http://schemas.openxmlformats.org/officeDocument/2006/relationships/slide" Target="slides/slide11.xml"/><Relationship Id="rId30" Type="http://schemas.openxmlformats.org/officeDocument/2006/relationships/slide" Target="slides/slide10.xml"/><Relationship Id="rId33" Type="http://schemas.openxmlformats.org/officeDocument/2006/relationships/slide" Target="slides/slide13.xml"/><Relationship Id="rId32" Type="http://schemas.openxmlformats.org/officeDocument/2006/relationships/slide" Target="slides/slide12.xml"/><Relationship Id="rId35" Type="http://schemas.openxmlformats.org/officeDocument/2006/relationships/slide" Target="slides/slide15.xml"/><Relationship Id="rId34" Type="http://schemas.openxmlformats.org/officeDocument/2006/relationships/slide" Target="slides/slide14.xml"/><Relationship Id="rId37" Type="http://schemas.openxmlformats.org/officeDocument/2006/relationships/font" Target="fonts/Raleway-regular.fntdata"/><Relationship Id="rId36" Type="http://schemas.openxmlformats.org/officeDocument/2006/relationships/slide" Target="slides/slide16.xml"/><Relationship Id="rId39" Type="http://schemas.openxmlformats.org/officeDocument/2006/relationships/font" Target="fonts/Raleway-italic.fntdata"/><Relationship Id="rId38" Type="http://schemas.openxmlformats.org/officeDocument/2006/relationships/font" Target="fonts/Raleway-bold.fntdata"/><Relationship Id="rId62" Type="http://schemas.openxmlformats.org/officeDocument/2006/relationships/font" Target="fonts/OpenSans-boldItalic.fntdata"/><Relationship Id="rId61" Type="http://schemas.openxmlformats.org/officeDocument/2006/relationships/font" Target="fonts/OpenSans-italic.fntdata"/><Relationship Id="rId20" Type="http://schemas.openxmlformats.org/officeDocument/2006/relationships/notesMaster" Target="notesMasters/notesMaster1.xml"/><Relationship Id="rId22" Type="http://schemas.openxmlformats.org/officeDocument/2006/relationships/slide" Target="slides/slide2.xml"/><Relationship Id="rId21" Type="http://schemas.openxmlformats.org/officeDocument/2006/relationships/slide" Target="slides/slide1.xml"/><Relationship Id="rId24" Type="http://schemas.openxmlformats.org/officeDocument/2006/relationships/slide" Target="slides/slide4.xml"/><Relationship Id="rId23" Type="http://schemas.openxmlformats.org/officeDocument/2006/relationships/slide" Target="slides/slide3.xml"/><Relationship Id="rId60" Type="http://schemas.openxmlformats.org/officeDocument/2006/relationships/font" Target="fonts/OpenSans-bold.fntdata"/><Relationship Id="rId26" Type="http://schemas.openxmlformats.org/officeDocument/2006/relationships/slide" Target="slides/slide6.xml"/><Relationship Id="rId25" Type="http://schemas.openxmlformats.org/officeDocument/2006/relationships/slide" Target="slides/slide5.xml"/><Relationship Id="rId28" Type="http://schemas.openxmlformats.org/officeDocument/2006/relationships/slide" Target="slides/slide8.xml"/><Relationship Id="rId27" Type="http://schemas.openxmlformats.org/officeDocument/2006/relationships/slide" Target="slides/slide7.xml"/><Relationship Id="rId29" Type="http://schemas.openxmlformats.org/officeDocument/2006/relationships/slide" Target="slides/slide9.xml"/><Relationship Id="rId51" Type="http://schemas.openxmlformats.org/officeDocument/2006/relationships/font" Target="fonts/Epilogue-regular.fntdata"/><Relationship Id="rId50" Type="http://schemas.openxmlformats.org/officeDocument/2006/relationships/font" Target="fonts/Outfit-bold.fntdata"/><Relationship Id="rId53" Type="http://schemas.openxmlformats.org/officeDocument/2006/relationships/font" Target="fonts/Epilogue-italic.fntdata"/><Relationship Id="rId52" Type="http://schemas.openxmlformats.org/officeDocument/2006/relationships/font" Target="fonts/Epilogue-bold.fntdata"/><Relationship Id="rId11" Type="http://schemas.openxmlformats.org/officeDocument/2006/relationships/slideMaster" Target="slideMasters/slideMaster8.xml"/><Relationship Id="rId55" Type="http://schemas.openxmlformats.org/officeDocument/2006/relationships/font" Target="fonts/PTSans-regular.fntdata"/><Relationship Id="rId10" Type="http://schemas.openxmlformats.org/officeDocument/2006/relationships/slideMaster" Target="slideMasters/slideMaster7.xml"/><Relationship Id="rId54" Type="http://schemas.openxmlformats.org/officeDocument/2006/relationships/font" Target="fonts/Epilogue-boldItalic.fntdata"/><Relationship Id="rId13" Type="http://schemas.openxmlformats.org/officeDocument/2006/relationships/slideMaster" Target="slideMasters/slideMaster10.xml"/><Relationship Id="rId57" Type="http://schemas.openxmlformats.org/officeDocument/2006/relationships/font" Target="fonts/PTSans-italic.fntdata"/><Relationship Id="rId12" Type="http://schemas.openxmlformats.org/officeDocument/2006/relationships/slideMaster" Target="slideMasters/slideMaster9.xml"/><Relationship Id="rId56" Type="http://schemas.openxmlformats.org/officeDocument/2006/relationships/font" Target="fonts/PTSans-bold.fntdata"/><Relationship Id="rId15" Type="http://schemas.openxmlformats.org/officeDocument/2006/relationships/slideMaster" Target="slideMasters/slideMaster12.xml"/><Relationship Id="rId59" Type="http://schemas.openxmlformats.org/officeDocument/2006/relationships/font" Target="fonts/OpenSans-regular.fntdata"/><Relationship Id="rId14" Type="http://schemas.openxmlformats.org/officeDocument/2006/relationships/slideMaster" Target="slideMasters/slideMaster11.xml"/><Relationship Id="rId58" Type="http://schemas.openxmlformats.org/officeDocument/2006/relationships/font" Target="fonts/PTSans-boldItalic.fntdata"/><Relationship Id="rId17" Type="http://schemas.openxmlformats.org/officeDocument/2006/relationships/slideMaster" Target="slideMasters/slideMaster14.xml"/><Relationship Id="rId16" Type="http://schemas.openxmlformats.org/officeDocument/2006/relationships/slideMaster" Target="slideMasters/slideMaster13.xml"/><Relationship Id="rId19" Type="http://schemas.openxmlformats.org/officeDocument/2006/relationships/slideMaster" Target="slideMasters/slideMaster16.xml"/><Relationship Id="rId18" Type="http://schemas.openxmlformats.org/officeDocument/2006/relationships/slideMaster" Target="slideMasters/slideMaster15.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7.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16" name="Shape 11216"/>
        <p:cNvGrpSpPr/>
        <p:nvPr/>
      </p:nvGrpSpPr>
      <p:grpSpPr>
        <a:xfrm>
          <a:off x="0" y="0"/>
          <a:ext cx="0" cy="0"/>
          <a:chOff x="0" y="0"/>
          <a:chExt cx="0" cy="0"/>
        </a:xfrm>
      </p:grpSpPr>
      <p:sp>
        <p:nvSpPr>
          <p:cNvPr id="11217" name="Google Shape;11217;g370010a36fd_0_9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18" name="Google Shape;11218;g370010a36fd_0_9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2" name="Shape 11402"/>
        <p:cNvGrpSpPr/>
        <p:nvPr/>
      </p:nvGrpSpPr>
      <p:grpSpPr>
        <a:xfrm>
          <a:off x="0" y="0"/>
          <a:ext cx="0" cy="0"/>
          <a:chOff x="0" y="0"/>
          <a:chExt cx="0" cy="0"/>
        </a:xfrm>
      </p:grpSpPr>
      <p:sp>
        <p:nvSpPr>
          <p:cNvPr id="11403" name="Google Shape;11403;g370010a36fd_0_25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04" name="Google Shape;11404;g370010a36fd_0_25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13" name="Shape 11413"/>
        <p:cNvGrpSpPr/>
        <p:nvPr/>
      </p:nvGrpSpPr>
      <p:grpSpPr>
        <a:xfrm>
          <a:off x="0" y="0"/>
          <a:ext cx="0" cy="0"/>
          <a:chOff x="0" y="0"/>
          <a:chExt cx="0" cy="0"/>
        </a:xfrm>
      </p:grpSpPr>
      <p:sp>
        <p:nvSpPr>
          <p:cNvPr id="11414" name="Google Shape;11414;g370010a36fd_0_49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15" name="Google Shape;11415;g370010a36fd_0_49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98" name="Shape 11498"/>
        <p:cNvGrpSpPr/>
        <p:nvPr/>
      </p:nvGrpSpPr>
      <p:grpSpPr>
        <a:xfrm>
          <a:off x="0" y="0"/>
          <a:ext cx="0" cy="0"/>
          <a:chOff x="0" y="0"/>
          <a:chExt cx="0" cy="0"/>
        </a:xfrm>
      </p:grpSpPr>
      <p:sp>
        <p:nvSpPr>
          <p:cNvPr id="11499" name="Google Shape;11499;g370010a36fd_0_65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00" name="Google Shape;11500;g370010a36fd_0_65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04" name="Shape 11504"/>
        <p:cNvGrpSpPr/>
        <p:nvPr/>
      </p:nvGrpSpPr>
      <p:grpSpPr>
        <a:xfrm>
          <a:off x="0" y="0"/>
          <a:ext cx="0" cy="0"/>
          <a:chOff x="0" y="0"/>
          <a:chExt cx="0" cy="0"/>
        </a:xfrm>
      </p:grpSpPr>
      <p:sp>
        <p:nvSpPr>
          <p:cNvPr id="11505" name="Google Shape;11505;g370010a36fd_0_80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06" name="Google Shape;11506;g370010a36fd_0_80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30" name="Shape 11530"/>
        <p:cNvGrpSpPr/>
        <p:nvPr/>
      </p:nvGrpSpPr>
      <p:grpSpPr>
        <a:xfrm>
          <a:off x="0" y="0"/>
          <a:ext cx="0" cy="0"/>
          <a:chOff x="0" y="0"/>
          <a:chExt cx="0" cy="0"/>
        </a:xfrm>
      </p:grpSpPr>
      <p:sp>
        <p:nvSpPr>
          <p:cNvPr id="11531" name="Google Shape;11531;g370010a36fd_0_95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32" name="Google Shape;11532;g370010a36fd_0_95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53" name="Shape 11553"/>
        <p:cNvGrpSpPr/>
        <p:nvPr/>
      </p:nvGrpSpPr>
      <p:grpSpPr>
        <a:xfrm>
          <a:off x="0" y="0"/>
          <a:ext cx="0" cy="0"/>
          <a:chOff x="0" y="0"/>
          <a:chExt cx="0" cy="0"/>
        </a:xfrm>
      </p:grpSpPr>
      <p:sp>
        <p:nvSpPr>
          <p:cNvPr id="11554" name="Google Shape;11554;g370010a36fd_0_111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55" name="Google Shape;11555;g370010a36fd_0_111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38" name="Shape 11638"/>
        <p:cNvGrpSpPr/>
        <p:nvPr/>
      </p:nvGrpSpPr>
      <p:grpSpPr>
        <a:xfrm>
          <a:off x="0" y="0"/>
          <a:ext cx="0" cy="0"/>
          <a:chOff x="0" y="0"/>
          <a:chExt cx="0" cy="0"/>
        </a:xfrm>
      </p:grpSpPr>
      <p:sp>
        <p:nvSpPr>
          <p:cNvPr id="11639" name="Google Shape;11639;g370010a36fd_0_120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40" name="Google Shape;11640;g370010a36fd_0_120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63" name="Shape 11663"/>
        <p:cNvGrpSpPr/>
        <p:nvPr/>
      </p:nvGrpSpPr>
      <p:grpSpPr>
        <a:xfrm>
          <a:off x="0" y="0"/>
          <a:ext cx="0" cy="0"/>
          <a:chOff x="0" y="0"/>
          <a:chExt cx="0" cy="0"/>
        </a:xfrm>
      </p:grpSpPr>
      <p:sp>
        <p:nvSpPr>
          <p:cNvPr id="11664" name="Google Shape;11664;g370010a36fd_0_135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65" name="Google Shape;11665;g370010a36fd_0_135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69" name="Shape 11669"/>
        <p:cNvGrpSpPr/>
        <p:nvPr/>
      </p:nvGrpSpPr>
      <p:grpSpPr>
        <a:xfrm>
          <a:off x="0" y="0"/>
          <a:ext cx="0" cy="0"/>
          <a:chOff x="0" y="0"/>
          <a:chExt cx="0" cy="0"/>
        </a:xfrm>
      </p:grpSpPr>
      <p:sp>
        <p:nvSpPr>
          <p:cNvPr id="11670" name="Google Shape;11670;g370010a36fd_0_150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71" name="Google Shape;11671;g370010a36fd_0_150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84" name="Shape 11684"/>
        <p:cNvGrpSpPr/>
        <p:nvPr/>
      </p:nvGrpSpPr>
      <p:grpSpPr>
        <a:xfrm>
          <a:off x="0" y="0"/>
          <a:ext cx="0" cy="0"/>
          <a:chOff x="0" y="0"/>
          <a:chExt cx="0" cy="0"/>
        </a:xfrm>
      </p:grpSpPr>
      <p:sp>
        <p:nvSpPr>
          <p:cNvPr id="11685" name="Google Shape;11685;g370010a36fd_0_165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86" name="Google Shape;11686;g370010a36fd_0_165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91" name="Shape 11691"/>
        <p:cNvGrpSpPr/>
        <p:nvPr/>
      </p:nvGrpSpPr>
      <p:grpSpPr>
        <a:xfrm>
          <a:off x="0" y="0"/>
          <a:ext cx="0" cy="0"/>
          <a:chOff x="0" y="0"/>
          <a:chExt cx="0" cy="0"/>
        </a:xfrm>
      </p:grpSpPr>
      <p:sp>
        <p:nvSpPr>
          <p:cNvPr id="11692" name="Google Shape;11692;g370010a36fd_0_181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93" name="Google Shape;11693;g370010a36fd_0_181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76" name="Shape 11776"/>
        <p:cNvGrpSpPr/>
        <p:nvPr/>
      </p:nvGrpSpPr>
      <p:grpSpPr>
        <a:xfrm>
          <a:off x="0" y="0"/>
          <a:ext cx="0" cy="0"/>
          <a:chOff x="0" y="0"/>
          <a:chExt cx="0" cy="0"/>
        </a:xfrm>
      </p:grpSpPr>
      <p:sp>
        <p:nvSpPr>
          <p:cNvPr id="11777" name="Google Shape;11777;g370010a36fd_0_196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78" name="Google Shape;11778;g370010a36fd_0_196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99" name="Shape 11799"/>
        <p:cNvGrpSpPr/>
        <p:nvPr/>
      </p:nvGrpSpPr>
      <p:grpSpPr>
        <a:xfrm>
          <a:off x="0" y="0"/>
          <a:ext cx="0" cy="0"/>
          <a:chOff x="0" y="0"/>
          <a:chExt cx="0" cy="0"/>
        </a:xfrm>
      </p:grpSpPr>
      <p:sp>
        <p:nvSpPr>
          <p:cNvPr id="11800" name="Google Shape;11800;g370010a36fd_0_21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01" name="Google Shape;11801;g370010a36fd_0_21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10" name="Shape 11810"/>
        <p:cNvGrpSpPr/>
        <p:nvPr/>
      </p:nvGrpSpPr>
      <p:grpSpPr>
        <a:xfrm>
          <a:off x="0" y="0"/>
          <a:ext cx="0" cy="0"/>
          <a:chOff x="0" y="0"/>
          <a:chExt cx="0" cy="0"/>
        </a:xfrm>
      </p:grpSpPr>
      <p:sp>
        <p:nvSpPr>
          <p:cNvPr id="11811" name="Google Shape;11811;g370010a36fd_0_227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12" name="Google Shape;11812;g370010a36fd_0_227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33" name="Shape 11833"/>
        <p:cNvGrpSpPr/>
        <p:nvPr/>
      </p:nvGrpSpPr>
      <p:grpSpPr>
        <a:xfrm>
          <a:off x="0" y="0"/>
          <a:ext cx="0" cy="0"/>
          <a:chOff x="0" y="0"/>
          <a:chExt cx="0" cy="0"/>
        </a:xfrm>
      </p:grpSpPr>
      <p:sp>
        <p:nvSpPr>
          <p:cNvPr id="11834" name="Google Shape;11834;g370010a36fd_0_24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35" name="Google Shape;11835;g370010a36fd_0_24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accent6"/>
        </a:solidFill>
      </p:bgPr>
    </p:bg>
    <p:spTree>
      <p:nvGrpSpPr>
        <p:cNvPr id="9" name="Shape 9"/>
        <p:cNvGrpSpPr/>
        <p:nvPr/>
      </p:nvGrpSpPr>
      <p:grpSpPr>
        <a:xfrm>
          <a:off x="0" y="0"/>
          <a:ext cx="0" cy="0"/>
          <a:chOff x="0" y="0"/>
          <a:chExt cx="0" cy="0"/>
        </a:xfrm>
      </p:grpSpPr>
      <p:sp>
        <p:nvSpPr>
          <p:cNvPr id="10" name="Google Shape;10;p2"/>
          <p:cNvSpPr/>
          <p:nvPr/>
        </p:nvSpPr>
        <p:spPr>
          <a:xfrm>
            <a:off x="31" y="2824500"/>
            <a:ext cx="7370400" cy="23190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flipH="1">
            <a:off x="3582600" y="1550700"/>
            <a:ext cx="5561400" cy="3592800"/>
          </a:xfrm>
          <a:prstGeom prst="rtTriangl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rot="10800000">
            <a:off x="5058905" y="0"/>
            <a:ext cx="4085100" cy="2052600"/>
          </a:xfrm>
          <a:prstGeom prst="rtTriangl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203275" y="206250"/>
            <a:ext cx="8737500" cy="4731000"/>
          </a:xfrm>
          <a:prstGeom prst="rect">
            <a:avLst/>
          </a:prstGeom>
          <a:solidFill>
            <a:schemeClr val="dk1"/>
          </a:solidFill>
          <a:ln>
            <a:noFill/>
          </a:ln>
          <a:effectLst>
            <a:outerShdw blurRad="228600" sx="101000" rotWithShape="0" algn="ctr" sy="101000">
              <a:srgbClr val="000000">
                <a:alpha val="4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 name="Google Shape;14;p2"/>
          <p:cNvGrpSpPr/>
          <p:nvPr/>
        </p:nvGrpSpPr>
        <p:grpSpPr>
          <a:xfrm>
            <a:off x="255200" y="592"/>
            <a:ext cx="2250363" cy="1044300"/>
            <a:chOff x="255200" y="592"/>
            <a:chExt cx="2250363" cy="1044300"/>
          </a:xfrm>
        </p:grpSpPr>
        <p:sp>
          <p:nvSpPr>
            <p:cNvPr id="15" name="Google Shape;15;p2"/>
            <p:cNvSpPr/>
            <p:nvPr/>
          </p:nvSpPr>
          <p:spPr>
            <a:xfrm>
              <a:off x="764063" y="592"/>
              <a:ext cx="1741500" cy="1044300"/>
            </a:xfrm>
            <a:prstGeom prst="parallelogram">
              <a:avLst>
                <a:gd fmla="val 153193"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509632" y="592"/>
              <a:ext cx="1741500" cy="1044300"/>
            </a:xfrm>
            <a:prstGeom prst="parallelogram">
              <a:avLst>
                <a:gd fmla="val 153193"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255200" y="592"/>
              <a:ext cx="1741500" cy="1044300"/>
            </a:xfrm>
            <a:prstGeom prst="parallelogram">
              <a:avLst>
                <a:gd fmla="val 153193"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 name="Google Shape;18;p2"/>
          <p:cNvGrpSpPr/>
          <p:nvPr/>
        </p:nvGrpSpPr>
        <p:grpSpPr>
          <a:xfrm>
            <a:off x="905395" y="592"/>
            <a:ext cx="2250363" cy="1044300"/>
            <a:chOff x="905395" y="592"/>
            <a:chExt cx="2250363" cy="1044300"/>
          </a:xfrm>
        </p:grpSpPr>
        <p:sp>
          <p:nvSpPr>
            <p:cNvPr id="19" name="Google Shape;19;p2"/>
            <p:cNvSpPr/>
            <p:nvPr/>
          </p:nvSpPr>
          <p:spPr>
            <a:xfrm>
              <a:off x="1414258" y="592"/>
              <a:ext cx="1741500" cy="1044300"/>
            </a:xfrm>
            <a:prstGeom prst="parallelogram">
              <a:avLst>
                <a:gd fmla="val 153193"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1159826" y="592"/>
              <a:ext cx="1741500" cy="1044300"/>
            </a:xfrm>
            <a:prstGeom prst="parallelogram">
              <a:avLst>
                <a:gd fmla="val 153193"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905395" y="592"/>
              <a:ext cx="1741500" cy="1044300"/>
            </a:xfrm>
            <a:prstGeom prst="parallelogram">
              <a:avLst>
                <a:gd fmla="val 153193"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 name="Google Shape;22;p2"/>
          <p:cNvGrpSpPr/>
          <p:nvPr/>
        </p:nvGrpSpPr>
        <p:grpSpPr>
          <a:xfrm>
            <a:off x="7057468" y="5088"/>
            <a:ext cx="1851282" cy="752108"/>
            <a:chOff x="6917201" y="0"/>
            <a:chExt cx="2227777" cy="863400"/>
          </a:xfrm>
        </p:grpSpPr>
        <p:sp>
          <p:nvSpPr>
            <p:cNvPr id="23" name="Google Shape;23;p2"/>
            <p:cNvSpPr/>
            <p:nvPr/>
          </p:nvSpPr>
          <p:spPr>
            <a:xfrm>
              <a:off x="7641677" y="0"/>
              <a:ext cx="1503300" cy="863400"/>
            </a:xfrm>
            <a:prstGeom prst="parallelogram">
              <a:avLst>
                <a:gd fmla="val 158024"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7279439" y="0"/>
              <a:ext cx="1503300" cy="863400"/>
            </a:xfrm>
            <a:prstGeom prst="parallelogram">
              <a:avLst>
                <a:gd fmla="val 158024"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6917201" y="0"/>
              <a:ext cx="1503300" cy="863400"/>
            </a:xfrm>
            <a:prstGeom prst="parallelogram">
              <a:avLst>
                <a:gd fmla="val 158024"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 name="Google Shape;26;p2"/>
          <p:cNvGrpSpPr/>
          <p:nvPr/>
        </p:nvGrpSpPr>
        <p:grpSpPr>
          <a:xfrm>
            <a:off x="6553032" y="4217852"/>
            <a:ext cx="2389068" cy="925737"/>
            <a:chOff x="6917201" y="0"/>
            <a:chExt cx="2227777" cy="863400"/>
          </a:xfrm>
        </p:grpSpPr>
        <p:sp>
          <p:nvSpPr>
            <p:cNvPr id="27" name="Google Shape;27;p2"/>
            <p:cNvSpPr/>
            <p:nvPr/>
          </p:nvSpPr>
          <p:spPr>
            <a:xfrm>
              <a:off x="7641677" y="0"/>
              <a:ext cx="1503300" cy="863400"/>
            </a:xfrm>
            <a:prstGeom prst="parallelogram">
              <a:avLst>
                <a:gd fmla="val 158024"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7279439" y="0"/>
              <a:ext cx="1503300" cy="863400"/>
            </a:xfrm>
            <a:prstGeom prst="parallelogram">
              <a:avLst>
                <a:gd fmla="val 158024"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6917201" y="0"/>
              <a:ext cx="1503300" cy="863400"/>
            </a:xfrm>
            <a:prstGeom prst="parallelogram">
              <a:avLst>
                <a:gd fmla="val 158024"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 name="Google Shape;30;p2"/>
          <p:cNvGrpSpPr/>
          <p:nvPr/>
        </p:nvGrpSpPr>
        <p:grpSpPr>
          <a:xfrm>
            <a:off x="199149" y="4055652"/>
            <a:ext cx="2795414" cy="1083308"/>
            <a:chOff x="6917201" y="0"/>
            <a:chExt cx="2227777" cy="863400"/>
          </a:xfrm>
        </p:grpSpPr>
        <p:sp>
          <p:nvSpPr>
            <p:cNvPr id="31" name="Google Shape;31;p2"/>
            <p:cNvSpPr/>
            <p:nvPr/>
          </p:nvSpPr>
          <p:spPr>
            <a:xfrm>
              <a:off x="7641677" y="0"/>
              <a:ext cx="1503300" cy="863400"/>
            </a:xfrm>
            <a:prstGeom prst="parallelogram">
              <a:avLst>
                <a:gd fmla="val 158024"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7279439" y="0"/>
              <a:ext cx="1503300" cy="863400"/>
            </a:xfrm>
            <a:prstGeom prst="parallelogram">
              <a:avLst>
                <a:gd fmla="val 158024"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6917201" y="0"/>
              <a:ext cx="1503300" cy="863400"/>
            </a:xfrm>
            <a:prstGeom prst="parallelogram">
              <a:avLst>
                <a:gd fmla="val 158024"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 name="Google Shape;34;p2"/>
          <p:cNvSpPr txBox="1"/>
          <p:nvPr>
            <p:ph type="ctrTitle"/>
          </p:nvPr>
        </p:nvSpPr>
        <p:spPr>
          <a:xfrm>
            <a:off x="1858703" y="1822833"/>
            <a:ext cx="5361300" cy="1448100"/>
          </a:xfrm>
          <a:prstGeom prst="rect">
            <a:avLst/>
          </a:prstGeom>
        </p:spPr>
        <p:txBody>
          <a:bodyPr anchorCtr="0" anchor="ctr" bIns="91425" lIns="91425" spcFirstLastPara="1" rIns="91425" wrap="square" tIns="91425">
            <a:normAutofit/>
          </a:bodyPr>
          <a:lstStyle>
            <a:lvl1pPr lvl="0" algn="ctr">
              <a:spcBef>
                <a:spcPts val="0"/>
              </a:spcBef>
              <a:spcAft>
                <a:spcPts val="0"/>
              </a:spcAft>
              <a:buSzPts val="3800"/>
              <a:buNone/>
              <a:defRPr sz="3800"/>
            </a:lvl1pPr>
            <a:lvl2pPr lvl="1" algn="ctr">
              <a:spcBef>
                <a:spcPts val="0"/>
              </a:spcBef>
              <a:spcAft>
                <a:spcPts val="0"/>
              </a:spcAft>
              <a:buSzPts val="3800"/>
              <a:buNone/>
              <a:defRPr sz="3800"/>
            </a:lvl2pPr>
            <a:lvl3pPr lvl="2" algn="ctr">
              <a:spcBef>
                <a:spcPts val="0"/>
              </a:spcBef>
              <a:spcAft>
                <a:spcPts val="0"/>
              </a:spcAft>
              <a:buSzPts val="3800"/>
              <a:buNone/>
              <a:defRPr sz="3800"/>
            </a:lvl3pPr>
            <a:lvl4pPr lvl="3" algn="ctr">
              <a:spcBef>
                <a:spcPts val="0"/>
              </a:spcBef>
              <a:spcAft>
                <a:spcPts val="0"/>
              </a:spcAft>
              <a:buSzPts val="3800"/>
              <a:buNone/>
              <a:defRPr sz="3800"/>
            </a:lvl4pPr>
            <a:lvl5pPr lvl="4" algn="ctr">
              <a:spcBef>
                <a:spcPts val="0"/>
              </a:spcBef>
              <a:spcAft>
                <a:spcPts val="0"/>
              </a:spcAft>
              <a:buSzPts val="3800"/>
              <a:buNone/>
              <a:defRPr sz="3800"/>
            </a:lvl5pPr>
            <a:lvl6pPr lvl="5" algn="ctr">
              <a:spcBef>
                <a:spcPts val="0"/>
              </a:spcBef>
              <a:spcAft>
                <a:spcPts val="0"/>
              </a:spcAft>
              <a:buSzPts val="3800"/>
              <a:buNone/>
              <a:defRPr sz="3800"/>
            </a:lvl6pPr>
            <a:lvl7pPr lvl="6" algn="ctr">
              <a:spcBef>
                <a:spcPts val="0"/>
              </a:spcBef>
              <a:spcAft>
                <a:spcPts val="0"/>
              </a:spcAft>
              <a:buSzPts val="3800"/>
              <a:buNone/>
              <a:defRPr sz="3800"/>
            </a:lvl7pPr>
            <a:lvl8pPr lvl="7" algn="ctr">
              <a:spcBef>
                <a:spcPts val="0"/>
              </a:spcBef>
              <a:spcAft>
                <a:spcPts val="0"/>
              </a:spcAft>
              <a:buSzPts val="3800"/>
              <a:buNone/>
              <a:defRPr sz="3800"/>
            </a:lvl8pPr>
            <a:lvl9pPr lvl="8" algn="ctr">
              <a:spcBef>
                <a:spcPts val="0"/>
              </a:spcBef>
              <a:spcAft>
                <a:spcPts val="0"/>
              </a:spcAft>
              <a:buSzPts val="3800"/>
              <a:buNone/>
              <a:defRPr sz="3800"/>
            </a:lvl9pPr>
          </a:lstStyle>
          <a:p/>
        </p:txBody>
      </p:sp>
      <p:sp>
        <p:nvSpPr>
          <p:cNvPr id="35" name="Google Shape;35;p2"/>
          <p:cNvSpPr txBox="1"/>
          <p:nvPr>
            <p:ph idx="1" type="subTitle"/>
          </p:nvPr>
        </p:nvSpPr>
        <p:spPr>
          <a:xfrm>
            <a:off x="1858700" y="3413158"/>
            <a:ext cx="5361300" cy="5226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Clr>
                <a:schemeClr val="lt1"/>
              </a:buClr>
              <a:buSzPts val="1600"/>
              <a:buNone/>
              <a:defRPr sz="1600">
                <a:solidFill>
                  <a:schemeClr val="lt1"/>
                </a:solidFill>
              </a:defRPr>
            </a:lvl2pPr>
            <a:lvl3pPr lvl="2" algn="ctr">
              <a:lnSpc>
                <a:spcPct val="100000"/>
              </a:lnSpc>
              <a:spcBef>
                <a:spcPts val="0"/>
              </a:spcBef>
              <a:spcAft>
                <a:spcPts val="0"/>
              </a:spcAft>
              <a:buClr>
                <a:schemeClr val="lt1"/>
              </a:buClr>
              <a:buSzPts val="1600"/>
              <a:buNone/>
              <a:defRPr sz="1600">
                <a:solidFill>
                  <a:schemeClr val="lt1"/>
                </a:solidFill>
              </a:defRPr>
            </a:lvl3pPr>
            <a:lvl4pPr lvl="3" algn="ctr">
              <a:lnSpc>
                <a:spcPct val="100000"/>
              </a:lnSpc>
              <a:spcBef>
                <a:spcPts val="0"/>
              </a:spcBef>
              <a:spcAft>
                <a:spcPts val="0"/>
              </a:spcAft>
              <a:buClr>
                <a:schemeClr val="lt1"/>
              </a:buClr>
              <a:buSzPts val="1600"/>
              <a:buNone/>
              <a:defRPr sz="1600">
                <a:solidFill>
                  <a:schemeClr val="lt1"/>
                </a:solidFill>
              </a:defRPr>
            </a:lvl4pPr>
            <a:lvl5pPr lvl="4" algn="ctr">
              <a:lnSpc>
                <a:spcPct val="100000"/>
              </a:lnSpc>
              <a:spcBef>
                <a:spcPts val="0"/>
              </a:spcBef>
              <a:spcAft>
                <a:spcPts val="0"/>
              </a:spcAft>
              <a:buClr>
                <a:schemeClr val="lt1"/>
              </a:buClr>
              <a:buSzPts val="1600"/>
              <a:buNone/>
              <a:defRPr sz="1600">
                <a:solidFill>
                  <a:schemeClr val="lt1"/>
                </a:solidFill>
              </a:defRPr>
            </a:lvl5pPr>
            <a:lvl6pPr lvl="5" algn="ctr">
              <a:lnSpc>
                <a:spcPct val="100000"/>
              </a:lnSpc>
              <a:spcBef>
                <a:spcPts val="0"/>
              </a:spcBef>
              <a:spcAft>
                <a:spcPts val="0"/>
              </a:spcAft>
              <a:buClr>
                <a:schemeClr val="lt1"/>
              </a:buClr>
              <a:buSzPts val="1600"/>
              <a:buNone/>
              <a:defRPr sz="1600">
                <a:solidFill>
                  <a:schemeClr val="lt1"/>
                </a:solidFill>
              </a:defRPr>
            </a:lvl6pPr>
            <a:lvl7pPr lvl="6" algn="ctr">
              <a:lnSpc>
                <a:spcPct val="100000"/>
              </a:lnSpc>
              <a:spcBef>
                <a:spcPts val="0"/>
              </a:spcBef>
              <a:spcAft>
                <a:spcPts val="0"/>
              </a:spcAft>
              <a:buClr>
                <a:schemeClr val="lt1"/>
              </a:buClr>
              <a:buSzPts val="1600"/>
              <a:buNone/>
              <a:defRPr sz="1600">
                <a:solidFill>
                  <a:schemeClr val="lt1"/>
                </a:solidFill>
              </a:defRPr>
            </a:lvl7pPr>
            <a:lvl8pPr lvl="7" algn="ctr">
              <a:lnSpc>
                <a:spcPct val="100000"/>
              </a:lnSpc>
              <a:spcBef>
                <a:spcPts val="0"/>
              </a:spcBef>
              <a:spcAft>
                <a:spcPts val="0"/>
              </a:spcAft>
              <a:buClr>
                <a:schemeClr val="lt1"/>
              </a:buClr>
              <a:buSzPts val="1600"/>
              <a:buNone/>
              <a:defRPr sz="1600">
                <a:solidFill>
                  <a:schemeClr val="lt1"/>
                </a:solidFill>
              </a:defRPr>
            </a:lvl8pPr>
            <a:lvl9pPr lvl="8" algn="ctr">
              <a:lnSpc>
                <a:spcPct val="100000"/>
              </a:lnSpc>
              <a:spcBef>
                <a:spcPts val="0"/>
              </a:spcBef>
              <a:spcAft>
                <a:spcPts val="0"/>
              </a:spcAft>
              <a:buClr>
                <a:schemeClr val="lt1"/>
              </a:buClr>
              <a:buSzPts val="1600"/>
              <a:buNone/>
              <a:defRPr sz="1600">
                <a:solidFill>
                  <a:schemeClr val="lt1"/>
                </a:solidFill>
              </a:defRPr>
            </a:lvl9pPr>
          </a:lstStyle>
          <a:p/>
        </p:txBody>
      </p:sp>
      <p:sp>
        <p:nvSpPr>
          <p:cNvPr id="36" name="Google Shape;36;p2"/>
          <p:cNvSpPr txBox="1"/>
          <p:nvPr>
            <p:ph idx="12" type="sldNum"/>
          </p:nvPr>
        </p:nvSpPr>
        <p:spPr>
          <a:xfrm>
            <a:off x="8390734" y="4543668"/>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accent3"/>
        </a:solidFill>
      </p:bgPr>
    </p:bg>
    <p:spTree>
      <p:nvGrpSpPr>
        <p:cNvPr id="37" name="Shape 37"/>
        <p:cNvGrpSpPr/>
        <p:nvPr/>
      </p:nvGrpSpPr>
      <p:grpSpPr>
        <a:xfrm>
          <a:off x="0" y="0"/>
          <a:ext cx="0" cy="0"/>
          <a:chOff x="0" y="0"/>
          <a:chExt cx="0" cy="0"/>
        </a:xfrm>
      </p:grpSpPr>
      <p:sp>
        <p:nvSpPr>
          <p:cNvPr id="38" name="Google Shape;38;p3"/>
          <p:cNvSpPr/>
          <p:nvPr/>
        </p:nvSpPr>
        <p:spPr>
          <a:xfrm flipH="1">
            <a:off x="4757100" y="2309400"/>
            <a:ext cx="4386900" cy="28341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 name="Google Shape;39;p3"/>
          <p:cNvGrpSpPr/>
          <p:nvPr/>
        </p:nvGrpSpPr>
        <p:grpSpPr>
          <a:xfrm>
            <a:off x="5594191" y="3961115"/>
            <a:ext cx="2910145" cy="1182340"/>
            <a:chOff x="6917201" y="0"/>
            <a:chExt cx="2227777" cy="863400"/>
          </a:xfrm>
        </p:grpSpPr>
        <p:sp>
          <p:nvSpPr>
            <p:cNvPr id="40" name="Google Shape;40;p3"/>
            <p:cNvSpPr/>
            <p:nvPr/>
          </p:nvSpPr>
          <p:spPr>
            <a:xfrm>
              <a:off x="7641677" y="0"/>
              <a:ext cx="1503300" cy="863400"/>
            </a:xfrm>
            <a:prstGeom prst="parallelogram">
              <a:avLst>
                <a:gd fmla="val 158024"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3"/>
            <p:cNvSpPr/>
            <p:nvPr/>
          </p:nvSpPr>
          <p:spPr>
            <a:xfrm>
              <a:off x="7279439" y="0"/>
              <a:ext cx="1503300" cy="863400"/>
            </a:xfrm>
            <a:prstGeom prst="parallelogram">
              <a:avLst>
                <a:gd fmla="val 158024"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3"/>
            <p:cNvSpPr/>
            <p:nvPr/>
          </p:nvSpPr>
          <p:spPr>
            <a:xfrm>
              <a:off x="6917201" y="0"/>
              <a:ext cx="1503300" cy="863400"/>
            </a:xfrm>
            <a:prstGeom prst="parallelogram">
              <a:avLst>
                <a:gd fmla="val 158024"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 name="Google Shape;43;p3"/>
          <p:cNvGrpSpPr/>
          <p:nvPr/>
        </p:nvGrpSpPr>
        <p:grpSpPr>
          <a:xfrm>
            <a:off x="199149" y="2"/>
            <a:ext cx="2795414" cy="1083308"/>
            <a:chOff x="6917201" y="0"/>
            <a:chExt cx="2227777" cy="863400"/>
          </a:xfrm>
        </p:grpSpPr>
        <p:sp>
          <p:nvSpPr>
            <p:cNvPr id="44" name="Google Shape;44;p3"/>
            <p:cNvSpPr/>
            <p:nvPr/>
          </p:nvSpPr>
          <p:spPr>
            <a:xfrm>
              <a:off x="7641677" y="0"/>
              <a:ext cx="1503300" cy="863400"/>
            </a:xfrm>
            <a:prstGeom prst="parallelogram">
              <a:avLst>
                <a:gd fmla="val 158024"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3"/>
            <p:cNvSpPr/>
            <p:nvPr/>
          </p:nvSpPr>
          <p:spPr>
            <a:xfrm>
              <a:off x="7279439" y="0"/>
              <a:ext cx="1503300" cy="863400"/>
            </a:xfrm>
            <a:prstGeom prst="parallelogram">
              <a:avLst>
                <a:gd fmla="val 158024"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3"/>
            <p:cNvSpPr/>
            <p:nvPr/>
          </p:nvSpPr>
          <p:spPr>
            <a:xfrm>
              <a:off x="6917201" y="0"/>
              <a:ext cx="1503300" cy="863400"/>
            </a:xfrm>
            <a:prstGeom prst="parallelogram">
              <a:avLst>
                <a:gd fmla="val 158024"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 name="Google Shape;47;p3"/>
          <p:cNvSpPr txBox="1"/>
          <p:nvPr>
            <p:ph type="title"/>
          </p:nvPr>
        </p:nvSpPr>
        <p:spPr>
          <a:xfrm>
            <a:off x="1888684" y="1746100"/>
            <a:ext cx="5377500" cy="1646100"/>
          </a:xfrm>
          <a:prstGeom prst="rect">
            <a:avLst/>
          </a:prstGeom>
        </p:spPr>
        <p:txBody>
          <a:bodyPr anchorCtr="0" anchor="ctr" bIns="91425" lIns="91425" spcFirstLastPara="1" rIns="91425" wrap="square" tIns="91425">
            <a:normAutofit/>
          </a:bodyPr>
          <a:lstStyle>
            <a:lvl1pPr lvl="0" algn="ctr">
              <a:spcBef>
                <a:spcPts val="0"/>
              </a:spcBef>
              <a:spcAft>
                <a:spcPts val="0"/>
              </a:spcAft>
              <a:buClr>
                <a:schemeClr val="dk2"/>
              </a:buClr>
              <a:buSzPts val="3200"/>
              <a:buNone/>
              <a:defRPr sz="3200">
                <a:solidFill>
                  <a:schemeClr val="dk2"/>
                </a:solidFill>
              </a:defRPr>
            </a:lvl1pPr>
            <a:lvl2pPr lvl="1" algn="ctr">
              <a:spcBef>
                <a:spcPts val="0"/>
              </a:spcBef>
              <a:spcAft>
                <a:spcPts val="0"/>
              </a:spcAft>
              <a:buClr>
                <a:schemeClr val="dk2"/>
              </a:buClr>
              <a:buSzPts val="3200"/>
              <a:buNone/>
              <a:defRPr sz="3200">
                <a:solidFill>
                  <a:schemeClr val="dk2"/>
                </a:solidFill>
              </a:defRPr>
            </a:lvl2pPr>
            <a:lvl3pPr lvl="2" algn="ctr">
              <a:spcBef>
                <a:spcPts val="0"/>
              </a:spcBef>
              <a:spcAft>
                <a:spcPts val="0"/>
              </a:spcAft>
              <a:buClr>
                <a:schemeClr val="dk2"/>
              </a:buClr>
              <a:buSzPts val="3200"/>
              <a:buNone/>
              <a:defRPr sz="3200">
                <a:solidFill>
                  <a:schemeClr val="dk2"/>
                </a:solidFill>
              </a:defRPr>
            </a:lvl3pPr>
            <a:lvl4pPr lvl="3" algn="ctr">
              <a:spcBef>
                <a:spcPts val="0"/>
              </a:spcBef>
              <a:spcAft>
                <a:spcPts val="0"/>
              </a:spcAft>
              <a:buClr>
                <a:schemeClr val="dk2"/>
              </a:buClr>
              <a:buSzPts val="3200"/>
              <a:buNone/>
              <a:defRPr sz="3200">
                <a:solidFill>
                  <a:schemeClr val="dk2"/>
                </a:solidFill>
              </a:defRPr>
            </a:lvl4pPr>
            <a:lvl5pPr lvl="4" algn="ctr">
              <a:spcBef>
                <a:spcPts val="0"/>
              </a:spcBef>
              <a:spcAft>
                <a:spcPts val="0"/>
              </a:spcAft>
              <a:buClr>
                <a:schemeClr val="dk2"/>
              </a:buClr>
              <a:buSzPts val="3200"/>
              <a:buNone/>
              <a:defRPr sz="3200">
                <a:solidFill>
                  <a:schemeClr val="dk2"/>
                </a:solidFill>
              </a:defRPr>
            </a:lvl5pPr>
            <a:lvl6pPr lvl="5" algn="ctr">
              <a:spcBef>
                <a:spcPts val="0"/>
              </a:spcBef>
              <a:spcAft>
                <a:spcPts val="0"/>
              </a:spcAft>
              <a:buClr>
                <a:schemeClr val="dk2"/>
              </a:buClr>
              <a:buSzPts val="3200"/>
              <a:buNone/>
              <a:defRPr sz="3200">
                <a:solidFill>
                  <a:schemeClr val="dk2"/>
                </a:solidFill>
              </a:defRPr>
            </a:lvl6pPr>
            <a:lvl7pPr lvl="6" algn="ctr">
              <a:spcBef>
                <a:spcPts val="0"/>
              </a:spcBef>
              <a:spcAft>
                <a:spcPts val="0"/>
              </a:spcAft>
              <a:buClr>
                <a:schemeClr val="dk2"/>
              </a:buClr>
              <a:buSzPts val="3200"/>
              <a:buNone/>
              <a:defRPr sz="3200">
                <a:solidFill>
                  <a:schemeClr val="dk2"/>
                </a:solidFill>
              </a:defRPr>
            </a:lvl7pPr>
            <a:lvl8pPr lvl="7" algn="ctr">
              <a:spcBef>
                <a:spcPts val="0"/>
              </a:spcBef>
              <a:spcAft>
                <a:spcPts val="0"/>
              </a:spcAft>
              <a:buClr>
                <a:schemeClr val="dk2"/>
              </a:buClr>
              <a:buSzPts val="3200"/>
              <a:buNone/>
              <a:defRPr sz="3200">
                <a:solidFill>
                  <a:schemeClr val="dk2"/>
                </a:solidFill>
              </a:defRPr>
            </a:lvl8pPr>
            <a:lvl9pPr lvl="8" algn="ctr">
              <a:spcBef>
                <a:spcPts val="0"/>
              </a:spcBef>
              <a:spcAft>
                <a:spcPts val="0"/>
              </a:spcAft>
              <a:buClr>
                <a:schemeClr val="dk2"/>
              </a:buClr>
              <a:buSzPts val="3200"/>
              <a:buNone/>
              <a:defRPr sz="3200">
                <a:solidFill>
                  <a:schemeClr val="dk2"/>
                </a:solidFill>
              </a:defRPr>
            </a:lvl9pPr>
          </a:lstStyle>
          <a:p/>
        </p:txBody>
      </p:sp>
      <p:sp>
        <p:nvSpPr>
          <p:cNvPr id="48" name="Google Shape;48;p3"/>
          <p:cNvSpPr txBox="1"/>
          <p:nvPr>
            <p:ph idx="12" type="sldNum"/>
          </p:nvPr>
        </p:nvSpPr>
        <p:spPr>
          <a:xfrm>
            <a:off x="8390734" y="4543668"/>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2"/>
        </a:solidFill>
      </p:bgPr>
    </p:bg>
    <p:spTree>
      <p:nvGrpSpPr>
        <p:cNvPr id="49" name="Shape 49"/>
        <p:cNvGrpSpPr/>
        <p:nvPr/>
      </p:nvGrpSpPr>
      <p:grpSpPr>
        <a:xfrm>
          <a:off x="0" y="0"/>
          <a:ext cx="0" cy="0"/>
          <a:chOff x="0" y="0"/>
          <a:chExt cx="0" cy="0"/>
        </a:xfrm>
      </p:grpSpPr>
      <p:sp>
        <p:nvSpPr>
          <p:cNvPr id="50" name="Google Shape;50;p4"/>
          <p:cNvSpPr/>
          <p:nvPr/>
        </p:nvSpPr>
        <p:spPr>
          <a:xfrm flipH="1">
            <a:off x="3582600" y="1550700"/>
            <a:ext cx="5561400" cy="35928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4"/>
          <p:cNvSpPr/>
          <p:nvPr/>
        </p:nvSpPr>
        <p:spPr>
          <a:xfrm>
            <a:off x="31" y="2824500"/>
            <a:ext cx="7370400" cy="2319000"/>
          </a:xfrm>
          <a:prstGeom prst="rtTriangl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4"/>
          <p:cNvSpPr/>
          <p:nvPr/>
        </p:nvSpPr>
        <p:spPr>
          <a:xfrm>
            <a:off x="203225" y="206250"/>
            <a:ext cx="8737500" cy="4731000"/>
          </a:xfrm>
          <a:prstGeom prst="rect">
            <a:avLst/>
          </a:prstGeom>
          <a:solidFill>
            <a:schemeClr val="dk1"/>
          </a:solidFill>
          <a:ln>
            <a:noFill/>
          </a:ln>
          <a:effectLst>
            <a:outerShdw blurRad="228600" sx="101000" rotWithShape="0" algn="ctr" sy="101000">
              <a:srgbClr val="000000">
                <a:alpha val="4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4"/>
          <p:cNvSpPr txBox="1"/>
          <p:nvPr>
            <p:ph type="title"/>
          </p:nvPr>
        </p:nvSpPr>
        <p:spPr>
          <a:xfrm>
            <a:off x="819150" y="845600"/>
            <a:ext cx="7505700" cy="954600"/>
          </a:xfrm>
          <a:prstGeom prst="rect">
            <a:avLst/>
          </a:prstGeom>
        </p:spPr>
        <p:txBody>
          <a:bodyPr anchorCtr="0" anchor="t" bIns="91425" lIns="91425" spcFirstLastPara="1" rIns="91425" wrap="square" tIns="91425">
            <a:norm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p:txBody>
      </p:sp>
      <p:sp>
        <p:nvSpPr>
          <p:cNvPr id="54" name="Google Shape;54;p4"/>
          <p:cNvSpPr txBox="1"/>
          <p:nvPr>
            <p:ph idx="1" type="body"/>
          </p:nvPr>
        </p:nvSpPr>
        <p:spPr>
          <a:xfrm>
            <a:off x="819150" y="1990725"/>
            <a:ext cx="7505700" cy="2448000"/>
          </a:xfrm>
          <a:prstGeom prst="rect">
            <a:avLst/>
          </a:prstGeom>
        </p:spPr>
        <p:txBody>
          <a:bodyPr anchorCtr="0" anchor="t" bIns="91425" lIns="91425" spcFirstLastPara="1" rIns="91425" wrap="square" tIns="91425">
            <a:normAutofit/>
          </a:bodyPr>
          <a:lstStyle>
            <a:lvl1pPr indent="-311150" lvl="0" marL="457200">
              <a:spcBef>
                <a:spcPts val="0"/>
              </a:spcBef>
              <a:spcAft>
                <a:spcPts val="0"/>
              </a:spcAft>
              <a:buSzPts val="1300"/>
              <a:buChar char="●"/>
              <a:defRPr/>
            </a:lvl1pPr>
            <a:lvl2pPr indent="-298450" lvl="1" marL="914400">
              <a:spcBef>
                <a:spcPts val="0"/>
              </a:spcBef>
              <a:spcAft>
                <a:spcPts val="0"/>
              </a:spcAft>
              <a:buSzPts val="1100"/>
              <a:buChar char="○"/>
              <a:defRPr/>
            </a:lvl2pPr>
            <a:lvl3pPr indent="-298450" lvl="2" marL="1371600">
              <a:spcBef>
                <a:spcPts val="0"/>
              </a:spcBef>
              <a:spcAft>
                <a:spcPts val="0"/>
              </a:spcAft>
              <a:buSzPts val="1100"/>
              <a:buChar char="■"/>
              <a:defRPr/>
            </a:lvl3pPr>
            <a:lvl4pPr indent="-298450" lvl="3" marL="1828800">
              <a:spcBef>
                <a:spcPts val="0"/>
              </a:spcBef>
              <a:spcAft>
                <a:spcPts val="0"/>
              </a:spcAft>
              <a:buSzPts val="1100"/>
              <a:buChar char="●"/>
              <a:defRPr/>
            </a:lvl4pPr>
            <a:lvl5pPr indent="-298450" lvl="4" marL="2286000">
              <a:spcBef>
                <a:spcPts val="0"/>
              </a:spcBef>
              <a:spcAft>
                <a:spcPts val="0"/>
              </a:spcAft>
              <a:buSzPts val="1100"/>
              <a:buChar char="○"/>
              <a:defRPr/>
            </a:lvl5pPr>
            <a:lvl6pPr indent="-298450" lvl="5" marL="2743200">
              <a:spcBef>
                <a:spcPts val="0"/>
              </a:spcBef>
              <a:spcAft>
                <a:spcPts val="0"/>
              </a:spcAft>
              <a:buSzPts val="1100"/>
              <a:buChar char="■"/>
              <a:defRPr/>
            </a:lvl6pPr>
            <a:lvl7pPr indent="-298450" lvl="6" marL="3200400">
              <a:spcBef>
                <a:spcPts val="0"/>
              </a:spcBef>
              <a:spcAft>
                <a:spcPts val="0"/>
              </a:spcAft>
              <a:buSzPts val="1100"/>
              <a:buChar char="●"/>
              <a:defRPr/>
            </a:lvl7pPr>
            <a:lvl8pPr indent="-298450" lvl="7" marL="3657600">
              <a:spcBef>
                <a:spcPts val="0"/>
              </a:spcBef>
              <a:spcAft>
                <a:spcPts val="0"/>
              </a:spcAft>
              <a:buSzPts val="1100"/>
              <a:buChar char="○"/>
              <a:defRPr/>
            </a:lvl8pPr>
            <a:lvl9pPr indent="-298450" lvl="8" marL="4114800">
              <a:spcBef>
                <a:spcPts val="0"/>
              </a:spcBef>
              <a:spcAft>
                <a:spcPts val="0"/>
              </a:spcAft>
              <a:buSzPts val="1100"/>
              <a:buChar char="■"/>
              <a:defRPr/>
            </a:lvl9pPr>
          </a:lstStyle>
          <a:p/>
        </p:txBody>
      </p:sp>
      <p:sp>
        <p:nvSpPr>
          <p:cNvPr id="55" name="Google Shape;55;p4"/>
          <p:cNvSpPr txBox="1"/>
          <p:nvPr>
            <p:ph idx="12" type="sldNum"/>
          </p:nvPr>
        </p:nvSpPr>
        <p:spPr>
          <a:xfrm>
            <a:off x="8390734" y="4543668"/>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2"/>
        </a:solidFill>
      </p:bgPr>
    </p:bg>
    <p:spTree>
      <p:nvGrpSpPr>
        <p:cNvPr id="56" name="Shape 56"/>
        <p:cNvGrpSpPr/>
        <p:nvPr/>
      </p:nvGrpSpPr>
      <p:grpSpPr>
        <a:xfrm>
          <a:off x="0" y="0"/>
          <a:ext cx="0" cy="0"/>
          <a:chOff x="0" y="0"/>
          <a:chExt cx="0" cy="0"/>
        </a:xfrm>
      </p:grpSpPr>
      <p:sp>
        <p:nvSpPr>
          <p:cNvPr id="57" name="Google Shape;57;p5"/>
          <p:cNvSpPr/>
          <p:nvPr/>
        </p:nvSpPr>
        <p:spPr>
          <a:xfrm flipH="1">
            <a:off x="3582600" y="1550700"/>
            <a:ext cx="5561400" cy="35928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5"/>
          <p:cNvSpPr/>
          <p:nvPr/>
        </p:nvSpPr>
        <p:spPr>
          <a:xfrm>
            <a:off x="31" y="2824500"/>
            <a:ext cx="7370400" cy="2319000"/>
          </a:xfrm>
          <a:prstGeom prst="rtTriangl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5"/>
          <p:cNvSpPr/>
          <p:nvPr/>
        </p:nvSpPr>
        <p:spPr>
          <a:xfrm>
            <a:off x="203225" y="206250"/>
            <a:ext cx="8737500" cy="4731000"/>
          </a:xfrm>
          <a:prstGeom prst="rect">
            <a:avLst/>
          </a:prstGeom>
          <a:solidFill>
            <a:schemeClr val="dk1"/>
          </a:solidFill>
          <a:ln>
            <a:noFill/>
          </a:ln>
          <a:effectLst>
            <a:outerShdw blurRad="228600" sx="101000" rotWithShape="0" algn="ctr" sy="101000">
              <a:srgbClr val="000000">
                <a:alpha val="4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5"/>
          <p:cNvSpPr txBox="1"/>
          <p:nvPr>
            <p:ph type="title"/>
          </p:nvPr>
        </p:nvSpPr>
        <p:spPr>
          <a:xfrm>
            <a:off x="819150" y="845600"/>
            <a:ext cx="7505700" cy="954600"/>
          </a:xfrm>
          <a:prstGeom prst="rect">
            <a:avLst/>
          </a:prstGeom>
        </p:spPr>
        <p:txBody>
          <a:bodyPr anchorCtr="0" anchor="t" bIns="91425" lIns="91425" spcFirstLastPara="1" rIns="91425" wrap="square" tIns="91425">
            <a:norm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p:txBody>
      </p:sp>
      <p:sp>
        <p:nvSpPr>
          <p:cNvPr id="61" name="Google Shape;61;p5"/>
          <p:cNvSpPr txBox="1"/>
          <p:nvPr>
            <p:ph idx="1" type="body"/>
          </p:nvPr>
        </p:nvSpPr>
        <p:spPr>
          <a:xfrm>
            <a:off x="819150" y="1990725"/>
            <a:ext cx="3686100" cy="2448000"/>
          </a:xfrm>
          <a:prstGeom prst="rect">
            <a:avLst/>
          </a:prstGeom>
        </p:spPr>
        <p:txBody>
          <a:bodyPr anchorCtr="0" anchor="t" bIns="91425" lIns="91425" spcFirstLastPara="1" rIns="91425" wrap="square" tIns="91425">
            <a:normAutofit/>
          </a:bodyPr>
          <a:lstStyle>
            <a:lvl1pPr indent="-311150" lvl="0" marL="457200">
              <a:spcBef>
                <a:spcPts val="0"/>
              </a:spcBef>
              <a:spcAft>
                <a:spcPts val="0"/>
              </a:spcAft>
              <a:buSzPts val="1300"/>
              <a:buChar char="●"/>
              <a:defRPr/>
            </a:lvl1pPr>
            <a:lvl2pPr indent="-298450" lvl="1" marL="914400">
              <a:spcBef>
                <a:spcPts val="0"/>
              </a:spcBef>
              <a:spcAft>
                <a:spcPts val="0"/>
              </a:spcAft>
              <a:buSzPts val="1100"/>
              <a:buChar char="○"/>
              <a:defRPr/>
            </a:lvl2pPr>
            <a:lvl3pPr indent="-298450" lvl="2" marL="1371600">
              <a:spcBef>
                <a:spcPts val="0"/>
              </a:spcBef>
              <a:spcAft>
                <a:spcPts val="0"/>
              </a:spcAft>
              <a:buSzPts val="1100"/>
              <a:buChar char="■"/>
              <a:defRPr/>
            </a:lvl3pPr>
            <a:lvl4pPr indent="-298450" lvl="3" marL="1828800">
              <a:spcBef>
                <a:spcPts val="0"/>
              </a:spcBef>
              <a:spcAft>
                <a:spcPts val="0"/>
              </a:spcAft>
              <a:buSzPts val="1100"/>
              <a:buChar char="●"/>
              <a:defRPr/>
            </a:lvl4pPr>
            <a:lvl5pPr indent="-298450" lvl="4" marL="2286000">
              <a:spcBef>
                <a:spcPts val="0"/>
              </a:spcBef>
              <a:spcAft>
                <a:spcPts val="0"/>
              </a:spcAft>
              <a:buSzPts val="1100"/>
              <a:buChar char="○"/>
              <a:defRPr/>
            </a:lvl5pPr>
            <a:lvl6pPr indent="-298450" lvl="5" marL="2743200">
              <a:spcBef>
                <a:spcPts val="0"/>
              </a:spcBef>
              <a:spcAft>
                <a:spcPts val="0"/>
              </a:spcAft>
              <a:buSzPts val="1100"/>
              <a:buChar char="■"/>
              <a:defRPr/>
            </a:lvl6pPr>
            <a:lvl7pPr indent="-298450" lvl="6" marL="3200400">
              <a:spcBef>
                <a:spcPts val="0"/>
              </a:spcBef>
              <a:spcAft>
                <a:spcPts val="0"/>
              </a:spcAft>
              <a:buSzPts val="1100"/>
              <a:buChar char="●"/>
              <a:defRPr/>
            </a:lvl7pPr>
            <a:lvl8pPr indent="-298450" lvl="7" marL="3657600">
              <a:spcBef>
                <a:spcPts val="0"/>
              </a:spcBef>
              <a:spcAft>
                <a:spcPts val="0"/>
              </a:spcAft>
              <a:buSzPts val="1100"/>
              <a:buChar char="○"/>
              <a:defRPr/>
            </a:lvl8pPr>
            <a:lvl9pPr indent="-298450" lvl="8" marL="4114800">
              <a:spcBef>
                <a:spcPts val="0"/>
              </a:spcBef>
              <a:spcAft>
                <a:spcPts val="0"/>
              </a:spcAft>
              <a:buSzPts val="1100"/>
              <a:buChar char="■"/>
              <a:defRPr/>
            </a:lvl9pPr>
          </a:lstStyle>
          <a:p/>
        </p:txBody>
      </p:sp>
      <p:sp>
        <p:nvSpPr>
          <p:cNvPr id="62" name="Google Shape;62;p5"/>
          <p:cNvSpPr txBox="1"/>
          <p:nvPr>
            <p:ph idx="2" type="body"/>
          </p:nvPr>
        </p:nvSpPr>
        <p:spPr>
          <a:xfrm>
            <a:off x="4638675" y="1990725"/>
            <a:ext cx="3686100" cy="2448000"/>
          </a:xfrm>
          <a:prstGeom prst="rect">
            <a:avLst/>
          </a:prstGeom>
        </p:spPr>
        <p:txBody>
          <a:bodyPr anchorCtr="0" anchor="t" bIns="91425" lIns="91425" spcFirstLastPara="1" rIns="91425" wrap="square" tIns="91425">
            <a:normAutofit/>
          </a:bodyPr>
          <a:lstStyle>
            <a:lvl1pPr indent="-311150" lvl="0" marL="457200">
              <a:spcBef>
                <a:spcPts val="0"/>
              </a:spcBef>
              <a:spcAft>
                <a:spcPts val="0"/>
              </a:spcAft>
              <a:buSzPts val="1300"/>
              <a:buChar char="●"/>
              <a:defRPr/>
            </a:lvl1pPr>
            <a:lvl2pPr indent="-298450" lvl="1" marL="914400">
              <a:spcBef>
                <a:spcPts val="0"/>
              </a:spcBef>
              <a:spcAft>
                <a:spcPts val="0"/>
              </a:spcAft>
              <a:buSzPts val="1100"/>
              <a:buChar char="○"/>
              <a:defRPr/>
            </a:lvl2pPr>
            <a:lvl3pPr indent="-298450" lvl="2" marL="1371600">
              <a:spcBef>
                <a:spcPts val="0"/>
              </a:spcBef>
              <a:spcAft>
                <a:spcPts val="0"/>
              </a:spcAft>
              <a:buSzPts val="1100"/>
              <a:buChar char="■"/>
              <a:defRPr/>
            </a:lvl3pPr>
            <a:lvl4pPr indent="-298450" lvl="3" marL="1828800">
              <a:spcBef>
                <a:spcPts val="0"/>
              </a:spcBef>
              <a:spcAft>
                <a:spcPts val="0"/>
              </a:spcAft>
              <a:buSzPts val="1100"/>
              <a:buChar char="●"/>
              <a:defRPr/>
            </a:lvl4pPr>
            <a:lvl5pPr indent="-298450" lvl="4" marL="2286000">
              <a:spcBef>
                <a:spcPts val="0"/>
              </a:spcBef>
              <a:spcAft>
                <a:spcPts val="0"/>
              </a:spcAft>
              <a:buSzPts val="1100"/>
              <a:buChar char="○"/>
              <a:defRPr/>
            </a:lvl5pPr>
            <a:lvl6pPr indent="-298450" lvl="5" marL="2743200">
              <a:spcBef>
                <a:spcPts val="0"/>
              </a:spcBef>
              <a:spcAft>
                <a:spcPts val="0"/>
              </a:spcAft>
              <a:buSzPts val="1100"/>
              <a:buChar char="■"/>
              <a:defRPr/>
            </a:lvl6pPr>
            <a:lvl7pPr indent="-298450" lvl="6" marL="3200400">
              <a:spcBef>
                <a:spcPts val="0"/>
              </a:spcBef>
              <a:spcAft>
                <a:spcPts val="0"/>
              </a:spcAft>
              <a:buSzPts val="1100"/>
              <a:buChar char="●"/>
              <a:defRPr/>
            </a:lvl7pPr>
            <a:lvl8pPr indent="-298450" lvl="7" marL="3657600">
              <a:spcBef>
                <a:spcPts val="0"/>
              </a:spcBef>
              <a:spcAft>
                <a:spcPts val="0"/>
              </a:spcAft>
              <a:buSzPts val="1100"/>
              <a:buChar char="○"/>
              <a:defRPr/>
            </a:lvl8pPr>
            <a:lvl9pPr indent="-298450" lvl="8" marL="4114800">
              <a:spcBef>
                <a:spcPts val="0"/>
              </a:spcBef>
              <a:spcAft>
                <a:spcPts val="0"/>
              </a:spcAft>
              <a:buSzPts val="1100"/>
              <a:buChar char="■"/>
              <a:defRPr/>
            </a:lvl9pPr>
          </a:lstStyle>
          <a:p/>
        </p:txBody>
      </p:sp>
      <p:sp>
        <p:nvSpPr>
          <p:cNvPr id="63" name="Google Shape;63;p5"/>
          <p:cNvSpPr txBox="1"/>
          <p:nvPr>
            <p:ph idx="12" type="sldNum"/>
          </p:nvPr>
        </p:nvSpPr>
        <p:spPr>
          <a:xfrm>
            <a:off x="8390734" y="4543668"/>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2"/>
        </a:solidFill>
      </p:bgPr>
    </p:bg>
    <p:spTree>
      <p:nvGrpSpPr>
        <p:cNvPr id="64" name="Shape 64"/>
        <p:cNvGrpSpPr/>
        <p:nvPr/>
      </p:nvGrpSpPr>
      <p:grpSpPr>
        <a:xfrm>
          <a:off x="0" y="0"/>
          <a:ext cx="0" cy="0"/>
          <a:chOff x="0" y="0"/>
          <a:chExt cx="0" cy="0"/>
        </a:xfrm>
      </p:grpSpPr>
      <p:sp>
        <p:nvSpPr>
          <p:cNvPr id="65" name="Google Shape;65;p6"/>
          <p:cNvSpPr/>
          <p:nvPr/>
        </p:nvSpPr>
        <p:spPr>
          <a:xfrm flipH="1">
            <a:off x="3582600" y="1550700"/>
            <a:ext cx="5561400" cy="35928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6"/>
          <p:cNvSpPr/>
          <p:nvPr/>
        </p:nvSpPr>
        <p:spPr>
          <a:xfrm>
            <a:off x="31" y="2824500"/>
            <a:ext cx="7370400" cy="2319000"/>
          </a:xfrm>
          <a:prstGeom prst="rtTriangl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6"/>
          <p:cNvSpPr/>
          <p:nvPr/>
        </p:nvSpPr>
        <p:spPr>
          <a:xfrm>
            <a:off x="203225" y="206250"/>
            <a:ext cx="8737500" cy="4731000"/>
          </a:xfrm>
          <a:prstGeom prst="rect">
            <a:avLst/>
          </a:prstGeom>
          <a:solidFill>
            <a:schemeClr val="dk1"/>
          </a:solidFill>
          <a:ln>
            <a:noFill/>
          </a:ln>
          <a:effectLst>
            <a:outerShdw blurRad="228600" sx="101000" rotWithShape="0" algn="ctr" sy="101000">
              <a:srgbClr val="000000">
                <a:alpha val="4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6"/>
          <p:cNvSpPr txBox="1"/>
          <p:nvPr>
            <p:ph type="title"/>
          </p:nvPr>
        </p:nvSpPr>
        <p:spPr>
          <a:xfrm>
            <a:off x="819150" y="845600"/>
            <a:ext cx="7505700" cy="954600"/>
          </a:xfrm>
          <a:prstGeom prst="rect">
            <a:avLst/>
          </a:prstGeom>
        </p:spPr>
        <p:txBody>
          <a:bodyPr anchorCtr="0" anchor="t" bIns="91425" lIns="91425" spcFirstLastPara="1" rIns="91425" wrap="square" tIns="91425">
            <a:norm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p:txBody>
      </p:sp>
      <p:sp>
        <p:nvSpPr>
          <p:cNvPr id="69" name="Google Shape;69;p6"/>
          <p:cNvSpPr txBox="1"/>
          <p:nvPr>
            <p:ph idx="12" type="sldNum"/>
          </p:nvPr>
        </p:nvSpPr>
        <p:spPr>
          <a:xfrm>
            <a:off x="8390734" y="4543668"/>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accent3"/>
        </a:solidFill>
      </p:bgPr>
    </p:bg>
    <p:spTree>
      <p:nvGrpSpPr>
        <p:cNvPr id="70" name="Shape 70"/>
        <p:cNvGrpSpPr/>
        <p:nvPr/>
      </p:nvGrpSpPr>
      <p:grpSpPr>
        <a:xfrm>
          <a:off x="0" y="0"/>
          <a:ext cx="0" cy="0"/>
          <a:chOff x="0" y="0"/>
          <a:chExt cx="0" cy="0"/>
        </a:xfrm>
      </p:grpSpPr>
      <p:sp>
        <p:nvSpPr>
          <p:cNvPr id="71" name="Google Shape;71;p7"/>
          <p:cNvSpPr/>
          <p:nvPr/>
        </p:nvSpPr>
        <p:spPr>
          <a:xfrm flipH="1">
            <a:off x="3582600" y="1550700"/>
            <a:ext cx="5561400" cy="35928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7"/>
          <p:cNvSpPr/>
          <p:nvPr/>
        </p:nvSpPr>
        <p:spPr>
          <a:xfrm>
            <a:off x="31" y="2824500"/>
            <a:ext cx="7370400" cy="2319000"/>
          </a:xfrm>
          <a:prstGeom prst="rtTriangl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7"/>
          <p:cNvSpPr/>
          <p:nvPr/>
        </p:nvSpPr>
        <p:spPr>
          <a:xfrm>
            <a:off x="203225" y="206250"/>
            <a:ext cx="8737500" cy="4731000"/>
          </a:xfrm>
          <a:prstGeom prst="rect">
            <a:avLst/>
          </a:prstGeom>
          <a:solidFill>
            <a:schemeClr val="dk1"/>
          </a:solidFill>
          <a:ln>
            <a:noFill/>
          </a:ln>
          <a:effectLst>
            <a:outerShdw blurRad="228600" sx="101000" rotWithShape="0" algn="ctr" sy="101000">
              <a:srgbClr val="000000">
                <a:alpha val="4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7"/>
          <p:cNvSpPr txBox="1"/>
          <p:nvPr>
            <p:ph type="title"/>
          </p:nvPr>
        </p:nvSpPr>
        <p:spPr>
          <a:xfrm>
            <a:off x="819150" y="845600"/>
            <a:ext cx="3709200" cy="1383000"/>
          </a:xfrm>
          <a:prstGeom prst="rect">
            <a:avLst/>
          </a:prstGeom>
        </p:spPr>
        <p:txBody>
          <a:bodyPr anchorCtr="0" anchor="t" bIns="91425" lIns="91425" spcFirstLastPara="1" rIns="91425" wrap="square" tIns="91425">
            <a:norm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p:txBody>
      </p:sp>
      <p:sp>
        <p:nvSpPr>
          <p:cNvPr id="75" name="Google Shape;75;p7"/>
          <p:cNvSpPr txBox="1"/>
          <p:nvPr>
            <p:ph idx="1" type="body"/>
          </p:nvPr>
        </p:nvSpPr>
        <p:spPr>
          <a:xfrm>
            <a:off x="830700" y="2319050"/>
            <a:ext cx="3709200" cy="2119800"/>
          </a:xfrm>
          <a:prstGeom prst="rect">
            <a:avLst/>
          </a:prstGeom>
        </p:spPr>
        <p:txBody>
          <a:bodyPr anchorCtr="0" anchor="t" bIns="91425" lIns="91425" spcFirstLastPara="1" rIns="91425" wrap="square" tIns="91425">
            <a:normAutofit/>
          </a:bodyPr>
          <a:lstStyle>
            <a:lvl1pPr indent="-311150" lvl="0" marL="457200">
              <a:spcBef>
                <a:spcPts val="0"/>
              </a:spcBef>
              <a:spcAft>
                <a:spcPts val="0"/>
              </a:spcAft>
              <a:buSzPts val="1300"/>
              <a:buChar char="●"/>
              <a:defRPr/>
            </a:lvl1pPr>
            <a:lvl2pPr indent="-298450" lvl="1" marL="914400">
              <a:spcBef>
                <a:spcPts val="0"/>
              </a:spcBef>
              <a:spcAft>
                <a:spcPts val="0"/>
              </a:spcAft>
              <a:buSzPts val="1100"/>
              <a:buChar char="○"/>
              <a:defRPr/>
            </a:lvl2pPr>
            <a:lvl3pPr indent="-298450" lvl="2" marL="1371600">
              <a:spcBef>
                <a:spcPts val="0"/>
              </a:spcBef>
              <a:spcAft>
                <a:spcPts val="0"/>
              </a:spcAft>
              <a:buSzPts val="1100"/>
              <a:buChar char="■"/>
              <a:defRPr/>
            </a:lvl3pPr>
            <a:lvl4pPr indent="-298450" lvl="3" marL="1828800">
              <a:spcBef>
                <a:spcPts val="0"/>
              </a:spcBef>
              <a:spcAft>
                <a:spcPts val="0"/>
              </a:spcAft>
              <a:buSzPts val="1100"/>
              <a:buChar char="●"/>
              <a:defRPr/>
            </a:lvl4pPr>
            <a:lvl5pPr indent="-298450" lvl="4" marL="2286000">
              <a:spcBef>
                <a:spcPts val="0"/>
              </a:spcBef>
              <a:spcAft>
                <a:spcPts val="0"/>
              </a:spcAft>
              <a:buSzPts val="1100"/>
              <a:buChar char="○"/>
              <a:defRPr/>
            </a:lvl5pPr>
            <a:lvl6pPr indent="-298450" lvl="5" marL="2743200">
              <a:spcBef>
                <a:spcPts val="0"/>
              </a:spcBef>
              <a:spcAft>
                <a:spcPts val="0"/>
              </a:spcAft>
              <a:buSzPts val="1100"/>
              <a:buChar char="■"/>
              <a:defRPr/>
            </a:lvl6pPr>
            <a:lvl7pPr indent="-298450" lvl="6" marL="3200400">
              <a:spcBef>
                <a:spcPts val="0"/>
              </a:spcBef>
              <a:spcAft>
                <a:spcPts val="0"/>
              </a:spcAft>
              <a:buSzPts val="1100"/>
              <a:buChar char="●"/>
              <a:defRPr/>
            </a:lvl7pPr>
            <a:lvl8pPr indent="-298450" lvl="7" marL="3657600">
              <a:spcBef>
                <a:spcPts val="0"/>
              </a:spcBef>
              <a:spcAft>
                <a:spcPts val="0"/>
              </a:spcAft>
              <a:buSzPts val="1100"/>
              <a:buChar char="○"/>
              <a:defRPr/>
            </a:lvl8pPr>
            <a:lvl9pPr indent="-298450" lvl="8" marL="4114800">
              <a:spcBef>
                <a:spcPts val="0"/>
              </a:spcBef>
              <a:spcAft>
                <a:spcPts val="0"/>
              </a:spcAft>
              <a:buSzPts val="1100"/>
              <a:buChar char="■"/>
              <a:defRPr/>
            </a:lvl9pPr>
          </a:lstStyle>
          <a:p/>
        </p:txBody>
      </p:sp>
      <p:sp>
        <p:nvSpPr>
          <p:cNvPr id="76" name="Google Shape;76;p7"/>
          <p:cNvSpPr txBox="1"/>
          <p:nvPr>
            <p:ph idx="12" type="sldNum"/>
          </p:nvPr>
        </p:nvSpPr>
        <p:spPr>
          <a:xfrm>
            <a:off x="8390734" y="4543668"/>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accent1"/>
        </a:solidFill>
      </p:bgPr>
    </p:bg>
    <p:spTree>
      <p:nvGrpSpPr>
        <p:cNvPr id="77" name="Shape 77"/>
        <p:cNvGrpSpPr/>
        <p:nvPr/>
      </p:nvGrpSpPr>
      <p:grpSpPr>
        <a:xfrm>
          <a:off x="0" y="0"/>
          <a:ext cx="0" cy="0"/>
          <a:chOff x="0" y="0"/>
          <a:chExt cx="0" cy="0"/>
        </a:xfrm>
      </p:grpSpPr>
      <p:sp>
        <p:nvSpPr>
          <p:cNvPr id="78" name="Google Shape;78;p8"/>
          <p:cNvSpPr/>
          <p:nvPr/>
        </p:nvSpPr>
        <p:spPr>
          <a:xfrm>
            <a:off x="0" y="2823144"/>
            <a:ext cx="7369200" cy="2316900"/>
          </a:xfrm>
          <a:prstGeom prst="rtTriangl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8"/>
          <p:cNvSpPr/>
          <p:nvPr/>
        </p:nvSpPr>
        <p:spPr>
          <a:xfrm flipH="1">
            <a:off x="3583210" y="1554113"/>
            <a:ext cx="5560500" cy="35895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 name="Google Shape;80;p8"/>
          <p:cNvGrpSpPr/>
          <p:nvPr/>
        </p:nvGrpSpPr>
        <p:grpSpPr>
          <a:xfrm>
            <a:off x="255991" y="-118"/>
            <a:ext cx="2251347" cy="1043408"/>
            <a:chOff x="3961956" y="4383950"/>
            <a:chExt cx="1160548" cy="548700"/>
          </a:xfrm>
        </p:grpSpPr>
        <p:sp>
          <p:nvSpPr>
            <p:cNvPr id="81" name="Google Shape;81;p8"/>
            <p:cNvSpPr/>
            <p:nvPr/>
          </p:nvSpPr>
          <p:spPr>
            <a:xfrm>
              <a:off x="4224904" y="4383950"/>
              <a:ext cx="897600" cy="548700"/>
            </a:xfrm>
            <a:prstGeom prst="parallelogram">
              <a:avLst>
                <a:gd fmla="val 153193"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8"/>
            <p:cNvSpPr/>
            <p:nvPr/>
          </p:nvSpPr>
          <p:spPr>
            <a:xfrm>
              <a:off x="4093430" y="4383950"/>
              <a:ext cx="897600" cy="548700"/>
            </a:xfrm>
            <a:prstGeom prst="parallelogram">
              <a:avLst>
                <a:gd fmla="val 153193"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8"/>
            <p:cNvSpPr/>
            <p:nvPr/>
          </p:nvSpPr>
          <p:spPr>
            <a:xfrm>
              <a:off x="3961956" y="4383950"/>
              <a:ext cx="897600" cy="548700"/>
            </a:xfrm>
            <a:prstGeom prst="parallelogram">
              <a:avLst>
                <a:gd fmla="val 153193"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 name="Google Shape;84;p8"/>
          <p:cNvSpPr/>
          <p:nvPr/>
        </p:nvSpPr>
        <p:spPr>
          <a:xfrm>
            <a:off x="203225" y="206250"/>
            <a:ext cx="8737500" cy="4731000"/>
          </a:xfrm>
          <a:prstGeom prst="rect">
            <a:avLst/>
          </a:prstGeom>
          <a:solidFill>
            <a:schemeClr val="dk1"/>
          </a:solidFill>
          <a:ln>
            <a:noFill/>
          </a:ln>
          <a:effectLst>
            <a:outerShdw blurRad="228600" sx="101000" rotWithShape="0" algn="ctr" sy="101000">
              <a:srgbClr val="000000">
                <a:alpha val="4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 name="Google Shape;85;p8"/>
          <p:cNvGrpSpPr/>
          <p:nvPr/>
        </p:nvGrpSpPr>
        <p:grpSpPr>
          <a:xfrm>
            <a:off x="34934" y="4522125"/>
            <a:ext cx="1593306" cy="617072"/>
            <a:chOff x="6917201" y="0"/>
            <a:chExt cx="2227777" cy="863400"/>
          </a:xfrm>
        </p:grpSpPr>
        <p:sp>
          <p:nvSpPr>
            <p:cNvPr id="86" name="Google Shape;86;p8"/>
            <p:cNvSpPr/>
            <p:nvPr/>
          </p:nvSpPr>
          <p:spPr>
            <a:xfrm>
              <a:off x="7641677" y="0"/>
              <a:ext cx="1503300" cy="863400"/>
            </a:xfrm>
            <a:prstGeom prst="parallelogram">
              <a:avLst>
                <a:gd fmla="val 158024"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8"/>
            <p:cNvSpPr/>
            <p:nvPr/>
          </p:nvSpPr>
          <p:spPr>
            <a:xfrm>
              <a:off x="7279439" y="0"/>
              <a:ext cx="1503300" cy="863400"/>
            </a:xfrm>
            <a:prstGeom prst="parallelogram">
              <a:avLst>
                <a:gd fmla="val 158024"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8"/>
            <p:cNvSpPr/>
            <p:nvPr/>
          </p:nvSpPr>
          <p:spPr>
            <a:xfrm>
              <a:off x="6917201" y="0"/>
              <a:ext cx="1503300" cy="863400"/>
            </a:xfrm>
            <a:prstGeom prst="parallelogram">
              <a:avLst>
                <a:gd fmla="val 158024"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 name="Google Shape;89;p8"/>
          <p:cNvGrpSpPr/>
          <p:nvPr/>
        </p:nvGrpSpPr>
        <p:grpSpPr>
          <a:xfrm>
            <a:off x="5886353" y="1243"/>
            <a:ext cx="3257455" cy="1261514"/>
            <a:chOff x="6917201" y="0"/>
            <a:chExt cx="2227777" cy="863400"/>
          </a:xfrm>
        </p:grpSpPr>
        <p:sp>
          <p:nvSpPr>
            <p:cNvPr id="90" name="Google Shape;90;p8"/>
            <p:cNvSpPr/>
            <p:nvPr/>
          </p:nvSpPr>
          <p:spPr>
            <a:xfrm>
              <a:off x="7641677" y="0"/>
              <a:ext cx="1503300" cy="863400"/>
            </a:xfrm>
            <a:prstGeom prst="parallelogram">
              <a:avLst>
                <a:gd fmla="val 158024"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8"/>
            <p:cNvSpPr/>
            <p:nvPr/>
          </p:nvSpPr>
          <p:spPr>
            <a:xfrm>
              <a:off x="7279439" y="0"/>
              <a:ext cx="1503300" cy="863400"/>
            </a:xfrm>
            <a:prstGeom prst="parallelogram">
              <a:avLst>
                <a:gd fmla="val 158024"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8"/>
            <p:cNvSpPr/>
            <p:nvPr/>
          </p:nvSpPr>
          <p:spPr>
            <a:xfrm>
              <a:off x="6917201" y="0"/>
              <a:ext cx="1503300" cy="863400"/>
            </a:xfrm>
            <a:prstGeom prst="parallelogram">
              <a:avLst>
                <a:gd fmla="val 158024"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 name="Google Shape;93;p8"/>
          <p:cNvSpPr txBox="1"/>
          <p:nvPr>
            <p:ph type="title"/>
          </p:nvPr>
        </p:nvSpPr>
        <p:spPr>
          <a:xfrm>
            <a:off x="1393929" y="1301146"/>
            <a:ext cx="6366900" cy="2539200"/>
          </a:xfrm>
          <a:prstGeom prst="rect">
            <a:avLst/>
          </a:prstGeom>
        </p:spPr>
        <p:txBody>
          <a:bodyPr anchorCtr="0" anchor="ctr" bIns="91425" lIns="91425" spcFirstLastPara="1" rIns="91425" wrap="square" tIns="91425">
            <a:normAutofit/>
          </a:bodyPr>
          <a:lstStyle>
            <a:lvl1pPr lvl="0" algn="ctr">
              <a:spcBef>
                <a:spcPts val="0"/>
              </a:spcBef>
              <a:spcAft>
                <a:spcPts val="0"/>
              </a:spcAft>
              <a:buSzPts val="3200"/>
              <a:buNone/>
              <a:defRPr sz="3200"/>
            </a:lvl1pPr>
            <a:lvl2pPr lvl="1" algn="ctr">
              <a:spcBef>
                <a:spcPts val="0"/>
              </a:spcBef>
              <a:spcAft>
                <a:spcPts val="0"/>
              </a:spcAft>
              <a:buSzPts val="3200"/>
              <a:buNone/>
              <a:defRPr sz="3200"/>
            </a:lvl2pPr>
            <a:lvl3pPr lvl="2" algn="ctr">
              <a:spcBef>
                <a:spcPts val="0"/>
              </a:spcBef>
              <a:spcAft>
                <a:spcPts val="0"/>
              </a:spcAft>
              <a:buSzPts val="3200"/>
              <a:buNone/>
              <a:defRPr sz="3200"/>
            </a:lvl3pPr>
            <a:lvl4pPr lvl="3" algn="ctr">
              <a:spcBef>
                <a:spcPts val="0"/>
              </a:spcBef>
              <a:spcAft>
                <a:spcPts val="0"/>
              </a:spcAft>
              <a:buSzPts val="3200"/>
              <a:buNone/>
              <a:defRPr sz="3200"/>
            </a:lvl4pPr>
            <a:lvl5pPr lvl="4" algn="ctr">
              <a:spcBef>
                <a:spcPts val="0"/>
              </a:spcBef>
              <a:spcAft>
                <a:spcPts val="0"/>
              </a:spcAft>
              <a:buSzPts val="3200"/>
              <a:buNone/>
              <a:defRPr sz="3200"/>
            </a:lvl5pPr>
            <a:lvl6pPr lvl="5" algn="ctr">
              <a:spcBef>
                <a:spcPts val="0"/>
              </a:spcBef>
              <a:spcAft>
                <a:spcPts val="0"/>
              </a:spcAft>
              <a:buSzPts val="3200"/>
              <a:buNone/>
              <a:defRPr sz="3200"/>
            </a:lvl6pPr>
            <a:lvl7pPr lvl="6" algn="ctr">
              <a:spcBef>
                <a:spcPts val="0"/>
              </a:spcBef>
              <a:spcAft>
                <a:spcPts val="0"/>
              </a:spcAft>
              <a:buSzPts val="3200"/>
              <a:buNone/>
              <a:defRPr sz="3200"/>
            </a:lvl7pPr>
            <a:lvl8pPr lvl="7" algn="ctr">
              <a:spcBef>
                <a:spcPts val="0"/>
              </a:spcBef>
              <a:spcAft>
                <a:spcPts val="0"/>
              </a:spcAft>
              <a:buSzPts val="3200"/>
              <a:buNone/>
              <a:defRPr sz="3200"/>
            </a:lvl8pPr>
            <a:lvl9pPr lvl="8" algn="ctr">
              <a:spcBef>
                <a:spcPts val="0"/>
              </a:spcBef>
              <a:spcAft>
                <a:spcPts val="0"/>
              </a:spcAft>
              <a:buSzPts val="3200"/>
              <a:buNone/>
              <a:defRPr sz="3200"/>
            </a:lvl9pPr>
          </a:lstStyle>
          <a:p/>
        </p:txBody>
      </p:sp>
      <p:sp>
        <p:nvSpPr>
          <p:cNvPr id="94" name="Google Shape;94;p8"/>
          <p:cNvSpPr txBox="1"/>
          <p:nvPr>
            <p:ph idx="12" type="sldNum"/>
          </p:nvPr>
        </p:nvSpPr>
        <p:spPr>
          <a:xfrm>
            <a:off x="8390734" y="4543668"/>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2"/>
        </a:solidFill>
      </p:bgPr>
    </p:bg>
    <p:spTree>
      <p:nvGrpSpPr>
        <p:cNvPr id="95" name="Shape 95"/>
        <p:cNvGrpSpPr/>
        <p:nvPr/>
      </p:nvGrpSpPr>
      <p:grpSpPr>
        <a:xfrm>
          <a:off x="0" y="0"/>
          <a:ext cx="0" cy="0"/>
          <a:chOff x="0" y="0"/>
          <a:chExt cx="0" cy="0"/>
        </a:xfrm>
      </p:grpSpPr>
      <p:sp>
        <p:nvSpPr>
          <p:cNvPr id="96" name="Google Shape;96;p9"/>
          <p:cNvSpPr/>
          <p:nvPr/>
        </p:nvSpPr>
        <p:spPr>
          <a:xfrm flipH="1">
            <a:off x="3582600" y="1550700"/>
            <a:ext cx="5561400" cy="35928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9"/>
          <p:cNvSpPr/>
          <p:nvPr/>
        </p:nvSpPr>
        <p:spPr>
          <a:xfrm>
            <a:off x="31" y="2824500"/>
            <a:ext cx="7370400" cy="2319000"/>
          </a:xfrm>
          <a:prstGeom prst="rtTriangl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9"/>
          <p:cNvSpPr/>
          <p:nvPr/>
        </p:nvSpPr>
        <p:spPr>
          <a:xfrm>
            <a:off x="203225" y="206250"/>
            <a:ext cx="8737500" cy="4731000"/>
          </a:xfrm>
          <a:prstGeom prst="rect">
            <a:avLst/>
          </a:prstGeom>
          <a:solidFill>
            <a:schemeClr val="dk1"/>
          </a:solidFill>
          <a:ln>
            <a:noFill/>
          </a:ln>
          <a:effectLst>
            <a:outerShdw blurRad="228600" sx="101000" rotWithShape="0" algn="ctr" sy="101000">
              <a:srgbClr val="000000">
                <a:alpha val="4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9"/>
          <p:cNvSpPr txBox="1"/>
          <p:nvPr>
            <p:ph type="title"/>
          </p:nvPr>
        </p:nvSpPr>
        <p:spPr>
          <a:xfrm>
            <a:off x="819150" y="845600"/>
            <a:ext cx="6424200" cy="705000"/>
          </a:xfrm>
          <a:prstGeom prst="rect">
            <a:avLst/>
          </a:prstGeom>
        </p:spPr>
        <p:txBody>
          <a:bodyPr anchorCtr="0" anchor="t" bIns="91425" lIns="91425" spcFirstLastPara="1" rIns="91425" wrap="square" tIns="91425">
            <a:norm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p:txBody>
      </p:sp>
      <p:sp>
        <p:nvSpPr>
          <p:cNvPr id="100" name="Google Shape;100;p9"/>
          <p:cNvSpPr txBox="1"/>
          <p:nvPr>
            <p:ph idx="1" type="subTitle"/>
          </p:nvPr>
        </p:nvSpPr>
        <p:spPr>
          <a:xfrm>
            <a:off x="819150" y="1550700"/>
            <a:ext cx="5859900" cy="393600"/>
          </a:xfrm>
          <a:prstGeom prst="rect">
            <a:avLst/>
          </a:prstGeom>
        </p:spPr>
        <p:txBody>
          <a:bodyPr anchorCtr="0" anchor="t" bIns="91425" lIns="91425" spcFirstLastPara="1" rIns="91425" wrap="square" tIns="91425">
            <a:normAutofit/>
          </a:bodyPr>
          <a:lstStyle>
            <a:lvl1pPr lvl="0">
              <a:lnSpc>
                <a:spcPct val="100000"/>
              </a:lnSpc>
              <a:spcBef>
                <a:spcPts val="0"/>
              </a:spcBef>
              <a:spcAft>
                <a:spcPts val="0"/>
              </a:spcAft>
              <a:buClr>
                <a:schemeClr val="lt1"/>
              </a:buClr>
              <a:buSzPts val="1600"/>
              <a:buNone/>
              <a:defRPr sz="1600">
                <a:solidFill>
                  <a:schemeClr val="lt1"/>
                </a:solidFill>
              </a:defRPr>
            </a:lvl1pPr>
            <a:lvl2pPr lvl="1">
              <a:lnSpc>
                <a:spcPct val="100000"/>
              </a:lnSpc>
              <a:spcBef>
                <a:spcPts val="0"/>
              </a:spcBef>
              <a:spcAft>
                <a:spcPts val="0"/>
              </a:spcAft>
              <a:buClr>
                <a:schemeClr val="lt1"/>
              </a:buClr>
              <a:buSzPts val="1600"/>
              <a:buNone/>
              <a:defRPr sz="1600">
                <a:solidFill>
                  <a:schemeClr val="lt1"/>
                </a:solidFill>
              </a:defRPr>
            </a:lvl2pPr>
            <a:lvl3pPr lvl="2">
              <a:lnSpc>
                <a:spcPct val="100000"/>
              </a:lnSpc>
              <a:spcBef>
                <a:spcPts val="0"/>
              </a:spcBef>
              <a:spcAft>
                <a:spcPts val="0"/>
              </a:spcAft>
              <a:buClr>
                <a:schemeClr val="lt1"/>
              </a:buClr>
              <a:buSzPts val="1600"/>
              <a:buNone/>
              <a:defRPr sz="1600">
                <a:solidFill>
                  <a:schemeClr val="lt1"/>
                </a:solidFill>
              </a:defRPr>
            </a:lvl3pPr>
            <a:lvl4pPr lvl="3">
              <a:lnSpc>
                <a:spcPct val="100000"/>
              </a:lnSpc>
              <a:spcBef>
                <a:spcPts val="0"/>
              </a:spcBef>
              <a:spcAft>
                <a:spcPts val="0"/>
              </a:spcAft>
              <a:buClr>
                <a:schemeClr val="lt1"/>
              </a:buClr>
              <a:buSzPts val="1600"/>
              <a:buNone/>
              <a:defRPr sz="1600">
                <a:solidFill>
                  <a:schemeClr val="lt1"/>
                </a:solidFill>
              </a:defRPr>
            </a:lvl4pPr>
            <a:lvl5pPr lvl="4">
              <a:lnSpc>
                <a:spcPct val="100000"/>
              </a:lnSpc>
              <a:spcBef>
                <a:spcPts val="0"/>
              </a:spcBef>
              <a:spcAft>
                <a:spcPts val="0"/>
              </a:spcAft>
              <a:buClr>
                <a:schemeClr val="lt1"/>
              </a:buClr>
              <a:buSzPts val="1600"/>
              <a:buNone/>
              <a:defRPr sz="1600">
                <a:solidFill>
                  <a:schemeClr val="lt1"/>
                </a:solidFill>
              </a:defRPr>
            </a:lvl5pPr>
            <a:lvl6pPr lvl="5">
              <a:lnSpc>
                <a:spcPct val="100000"/>
              </a:lnSpc>
              <a:spcBef>
                <a:spcPts val="0"/>
              </a:spcBef>
              <a:spcAft>
                <a:spcPts val="0"/>
              </a:spcAft>
              <a:buClr>
                <a:schemeClr val="lt1"/>
              </a:buClr>
              <a:buSzPts val="1600"/>
              <a:buNone/>
              <a:defRPr sz="1600">
                <a:solidFill>
                  <a:schemeClr val="lt1"/>
                </a:solidFill>
              </a:defRPr>
            </a:lvl6pPr>
            <a:lvl7pPr lvl="6">
              <a:lnSpc>
                <a:spcPct val="100000"/>
              </a:lnSpc>
              <a:spcBef>
                <a:spcPts val="0"/>
              </a:spcBef>
              <a:spcAft>
                <a:spcPts val="0"/>
              </a:spcAft>
              <a:buClr>
                <a:schemeClr val="lt1"/>
              </a:buClr>
              <a:buSzPts val="1600"/>
              <a:buNone/>
              <a:defRPr sz="1600">
                <a:solidFill>
                  <a:schemeClr val="lt1"/>
                </a:solidFill>
              </a:defRPr>
            </a:lvl7pPr>
            <a:lvl8pPr lvl="7">
              <a:lnSpc>
                <a:spcPct val="100000"/>
              </a:lnSpc>
              <a:spcBef>
                <a:spcPts val="0"/>
              </a:spcBef>
              <a:spcAft>
                <a:spcPts val="0"/>
              </a:spcAft>
              <a:buClr>
                <a:schemeClr val="lt1"/>
              </a:buClr>
              <a:buSzPts val="1600"/>
              <a:buNone/>
              <a:defRPr sz="1600">
                <a:solidFill>
                  <a:schemeClr val="lt1"/>
                </a:solidFill>
              </a:defRPr>
            </a:lvl8pPr>
            <a:lvl9pPr lvl="8">
              <a:lnSpc>
                <a:spcPct val="100000"/>
              </a:lnSpc>
              <a:spcBef>
                <a:spcPts val="0"/>
              </a:spcBef>
              <a:spcAft>
                <a:spcPts val="0"/>
              </a:spcAft>
              <a:buClr>
                <a:schemeClr val="lt1"/>
              </a:buClr>
              <a:buSzPts val="1600"/>
              <a:buNone/>
              <a:defRPr sz="1600">
                <a:solidFill>
                  <a:schemeClr val="lt1"/>
                </a:solidFill>
              </a:defRPr>
            </a:lvl9pPr>
          </a:lstStyle>
          <a:p/>
        </p:txBody>
      </p:sp>
      <p:sp>
        <p:nvSpPr>
          <p:cNvPr id="101" name="Google Shape;101;p9"/>
          <p:cNvSpPr txBox="1"/>
          <p:nvPr>
            <p:ph idx="2" type="body"/>
          </p:nvPr>
        </p:nvSpPr>
        <p:spPr>
          <a:xfrm>
            <a:off x="819150" y="2467050"/>
            <a:ext cx="5859900" cy="2095500"/>
          </a:xfrm>
          <a:prstGeom prst="rect">
            <a:avLst/>
          </a:prstGeom>
        </p:spPr>
        <p:txBody>
          <a:bodyPr anchorCtr="0" anchor="t" bIns="91425" lIns="91425" spcFirstLastPara="1" rIns="91425" wrap="square" tIns="91425">
            <a:normAutofit/>
          </a:bodyPr>
          <a:lstStyle>
            <a:lvl1pPr indent="-311150" lvl="0" marL="457200">
              <a:spcBef>
                <a:spcPts val="0"/>
              </a:spcBef>
              <a:spcAft>
                <a:spcPts val="0"/>
              </a:spcAft>
              <a:buSzPts val="1300"/>
              <a:buChar char="●"/>
              <a:defRPr/>
            </a:lvl1pPr>
            <a:lvl2pPr indent="-298450" lvl="1" marL="914400">
              <a:spcBef>
                <a:spcPts val="0"/>
              </a:spcBef>
              <a:spcAft>
                <a:spcPts val="0"/>
              </a:spcAft>
              <a:buSzPts val="1100"/>
              <a:buChar char="○"/>
              <a:defRPr/>
            </a:lvl2pPr>
            <a:lvl3pPr indent="-298450" lvl="2" marL="1371600">
              <a:spcBef>
                <a:spcPts val="0"/>
              </a:spcBef>
              <a:spcAft>
                <a:spcPts val="0"/>
              </a:spcAft>
              <a:buSzPts val="1100"/>
              <a:buChar char="■"/>
              <a:defRPr/>
            </a:lvl3pPr>
            <a:lvl4pPr indent="-298450" lvl="3" marL="1828800">
              <a:spcBef>
                <a:spcPts val="0"/>
              </a:spcBef>
              <a:spcAft>
                <a:spcPts val="0"/>
              </a:spcAft>
              <a:buSzPts val="1100"/>
              <a:buChar char="●"/>
              <a:defRPr/>
            </a:lvl4pPr>
            <a:lvl5pPr indent="-298450" lvl="4" marL="2286000">
              <a:spcBef>
                <a:spcPts val="0"/>
              </a:spcBef>
              <a:spcAft>
                <a:spcPts val="0"/>
              </a:spcAft>
              <a:buSzPts val="1100"/>
              <a:buChar char="○"/>
              <a:defRPr/>
            </a:lvl5pPr>
            <a:lvl6pPr indent="-298450" lvl="5" marL="2743200">
              <a:spcBef>
                <a:spcPts val="0"/>
              </a:spcBef>
              <a:spcAft>
                <a:spcPts val="0"/>
              </a:spcAft>
              <a:buSzPts val="1100"/>
              <a:buChar char="■"/>
              <a:defRPr/>
            </a:lvl6pPr>
            <a:lvl7pPr indent="-298450" lvl="6" marL="3200400">
              <a:spcBef>
                <a:spcPts val="0"/>
              </a:spcBef>
              <a:spcAft>
                <a:spcPts val="0"/>
              </a:spcAft>
              <a:buSzPts val="1100"/>
              <a:buChar char="●"/>
              <a:defRPr/>
            </a:lvl7pPr>
            <a:lvl8pPr indent="-298450" lvl="7" marL="3657600">
              <a:spcBef>
                <a:spcPts val="0"/>
              </a:spcBef>
              <a:spcAft>
                <a:spcPts val="0"/>
              </a:spcAft>
              <a:buSzPts val="1100"/>
              <a:buChar char="○"/>
              <a:defRPr/>
            </a:lvl8pPr>
            <a:lvl9pPr indent="-298450" lvl="8" marL="4114800">
              <a:spcBef>
                <a:spcPts val="0"/>
              </a:spcBef>
              <a:spcAft>
                <a:spcPts val="0"/>
              </a:spcAft>
              <a:buSzPts val="1100"/>
              <a:buChar char="■"/>
              <a:defRPr/>
            </a:lvl9pPr>
          </a:lstStyle>
          <a:p/>
        </p:txBody>
      </p:sp>
      <p:sp>
        <p:nvSpPr>
          <p:cNvPr id="102" name="Google Shape;102;p9"/>
          <p:cNvSpPr txBox="1"/>
          <p:nvPr>
            <p:ph idx="12" type="sldNum"/>
          </p:nvPr>
        </p:nvSpPr>
        <p:spPr>
          <a:xfrm>
            <a:off x="8390734" y="4543668"/>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accent1"/>
        </a:solidFill>
      </p:bgPr>
    </p:bg>
    <p:spTree>
      <p:nvGrpSpPr>
        <p:cNvPr id="103" name="Shape 103"/>
        <p:cNvGrpSpPr/>
        <p:nvPr/>
      </p:nvGrpSpPr>
      <p:grpSpPr>
        <a:xfrm>
          <a:off x="0" y="0"/>
          <a:ext cx="0" cy="0"/>
          <a:chOff x="0" y="0"/>
          <a:chExt cx="0" cy="0"/>
        </a:xfrm>
      </p:grpSpPr>
      <p:sp>
        <p:nvSpPr>
          <p:cNvPr id="104" name="Google Shape;104;p10"/>
          <p:cNvSpPr/>
          <p:nvPr/>
        </p:nvSpPr>
        <p:spPr>
          <a:xfrm>
            <a:off x="31" y="2824500"/>
            <a:ext cx="7370400" cy="23190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0"/>
          <p:cNvSpPr/>
          <p:nvPr/>
        </p:nvSpPr>
        <p:spPr>
          <a:xfrm flipH="1">
            <a:off x="3582600" y="1550700"/>
            <a:ext cx="5561400" cy="3592800"/>
          </a:xfrm>
          <a:prstGeom prst="rtTriangl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0"/>
          <p:cNvSpPr/>
          <p:nvPr/>
        </p:nvSpPr>
        <p:spPr>
          <a:xfrm>
            <a:off x="203225" y="206250"/>
            <a:ext cx="8737500" cy="4731000"/>
          </a:xfrm>
          <a:prstGeom prst="rect">
            <a:avLst/>
          </a:prstGeom>
          <a:solidFill>
            <a:schemeClr val="dk1"/>
          </a:solidFill>
          <a:ln>
            <a:noFill/>
          </a:ln>
          <a:effectLst>
            <a:outerShdw blurRad="228600" sx="101000" rotWithShape="0" algn="ctr" sy="101000">
              <a:srgbClr val="000000">
                <a:alpha val="4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0"/>
          <p:cNvSpPr txBox="1"/>
          <p:nvPr>
            <p:ph idx="1" type="body"/>
          </p:nvPr>
        </p:nvSpPr>
        <p:spPr>
          <a:xfrm>
            <a:off x="328025" y="4163500"/>
            <a:ext cx="7415100" cy="605100"/>
          </a:xfrm>
          <a:prstGeom prst="rect">
            <a:avLst/>
          </a:prstGeom>
        </p:spPr>
        <p:txBody>
          <a:bodyPr anchorCtr="0" anchor="b" bIns="91425" lIns="91425" spcFirstLastPara="1" rIns="91425" wrap="square" tIns="91425">
            <a:normAutofit/>
          </a:bodyPr>
          <a:lstStyle>
            <a:lvl1pPr indent="-228600" lvl="0" marL="457200">
              <a:lnSpc>
                <a:spcPct val="100000"/>
              </a:lnSpc>
              <a:spcBef>
                <a:spcPts val="0"/>
              </a:spcBef>
              <a:spcAft>
                <a:spcPts val="0"/>
              </a:spcAft>
              <a:buSzPts val="1300"/>
              <a:buNone/>
              <a:defRPr/>
            </a:lvl1pPr>
          </a:lstStyle>
          <a:p/>
        </p:txBody>
      </p:sp>
      <p:sp>
        <p:nvSpPr>
          <p:cNvPr id="108" name="Google Shape;108;p10"/>
          <p:cNvSpPr txBox="1"/>
          <p:nvPr>
            <p:ph idx="12" type="sldNum"/>
          </p:nvPr>
        </p:nvSpPr>
        <p:spPr>
          <a:xfrm>
            <a:off x="8390734" y="4543668"/>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accent3"/>
        </a:solidFill>
      </p:bgPr>
    </p:bg>
    <p:spTree>
      <p:nvGrpSpPr>
        <p:cNvPr id="109" name="Shape 109"/>
        <p:cNvGrpSpPr/>
        <p:nvPr/>
      </p:nvGrpSpPr>
      <p:grpSpPr>
        <a:xfrm>
          <a:off x="0" y="0"/>
          <a:ext cx="0" cy="0"/>
          <a:chOff x="0" y="0"/>
          <a:chExt cx="0" cy="0"/>
        </a:xfrm>
      </p:grpSpPr>
      <p:sp>
        <p:nvSpPr>
          <p:cNvPr id="110" name="Google Shape;110;p11"/>
          <p:cNvSpPr/>
          <p:nvPr/>
        </p:nvSpPr>
        <p:spPr>
          <a:xfrm flipH="1">
            <a:off x="5569200" y="2834075"/>
            <a:ext cx="3574800" cy="23094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 name="Google Shape;111;p11"/>
          <p:cNvGrpSpPr/>
          <p:nvPr/>
        </p:nvGrpSpPr>
        <p:grpSpPr>
          <a:xfrm>
            <a:off x="5959222" y="4119576"/>
            <a:ext cx="2520952" cy="1024165"/>
            <a:chOff x="6917201" y="0"/>
            <a:chExt cx="2227777" cy="863400"/>
          </a:xfrm>
        </p:grpSpPr>
        <p:sp>
          <p:nvSpPr>
            <p:cNvPr id="112" name="Google Shape;112;p11"/>
            <p:cNvSpPr/>
            <p:nvPr/>
          </p:nvSpPr>
          <p:spPr>
            <a:xfrm>
              <a:off x="7641677" y="0"/>
              <a:ext cx="1503300" cy="863400"/>
            </a:xfrm>
            <a:prstGeom prst="parallelogram">
              <a:avLst>
                <a:gd fmla="val 158024"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1"/>
            <p:cNvSpPr/>
            <p:nvPr/>
          </p:nvSpPr>
          <p:spPr>
            <a:xfrm>
              <a:off x="7279439" y="0"/>
              <a:ext cx="1503300" cy="863400"/>
            </a:xfrm>
            <a:prstGeom prst="parallelogram">
              <a:avLst>
                <a:gd fmla="val 158024"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11"/>
            <p:cNvSpPr/>
            <p:nvPr/>
          </p:nvSpPr>
          <p:spPr>
            <a:xfrm>
              <a:off x="6917201" y="0"/>
              <a:ext cx="1503300" cy="863400"/>
            </a:xfrm>
            <a:prstGeom prst="parallelogram">
              <a:avLst>
                <a:gd fmla="val 158024"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 name="Google Shape;115;p11"/>
          <p:cNvGrpSpPr/>
          <p:nvPr/>
        </p:nvGrpSpPr>
        <p:grpSpPr>
          <a:xfrm>
            <a:off x="199149" y="2"/>
            <a:ext cx="2795414" cy="1083308"/>
            <a:chOff x="6917201" y="0"/>
            <a:chExt cx="2227777" cy="863400"/>
          </a:xfrm>
        </p:grpSpPr>
        <p:sp>
          <p:nvSpPr>
            <p:cNvPr id="116" name="Google Shape;116;p11"/>
            <p:cNvSpPr/>
            <p:nvPr/>
          </p:nvSpPr>
          <p:spPr>
            <a:xfrm>
              <a:off x="7641677" y="0"/>
              <a:ext cx="1503300" cy="863400"/>
            </a:xfrm>
            <a:prstGeom prst="parallelogram">
              <a:avLst>
                <a:gd fmla="val 158024"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1"/>
            <p:cNvSpPr/>
            <p:nvPr/>
          </p:nvSpPr>
          <p:spPr>
            <a:xfrm>
              <a:off x="7279439" y="0"/>
              <a:ext cx="1503300" cy="863400"/>
            </a:xfrm>
            <a:prstGeom prst="parallelogram">
              <a:avLst>
                <a:gd fmla="val 158024"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1"/>
            <p:cNvSpPr/>
            <p:nvPr/>
          </p:nvSpPr>
          <p:spPr>
            <a:xfrm>
              <a:off x="6917201" y="0"/>
              <a:ext cx="1503300" cy="863400"/>
            </a:xfrm>
            <a:prstGeom prst="parallelogram">
              <a:avLst>
                <a:gd fmla="val 158024"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 name="Google Shape;119;p11"/>
          <p:cNvSpPr txBox="1"/>
          <p:nvPr>
            <p:ph hasCustomPrompt="1" type="title"/>
          </p:nvPr>
        </p:nvSpPr>
        <p:spPr>
          <a:xfrm>
            <a:off x="1385850" y="1383850"/>
            <a:ext cx="6372300" cy="1379700"/>
          </a:xfrm>
          <a:prstGeom prst="rect">
            <a:avLst/>
          </a:prstGeom>
        </p:spPr>
        <p:txBody>
          <a:bodyPr anchorCtr="0" anchor="ctr" bIns="91425" lIns="91425" spcFirstLastPara="1" rIns="91425" wrap="square" tIns="91425">
            <a:normAutofit/>
          </a:bodyPr>
          <a:lstStyle>
            <a:lvl1pPr lvl="0" algn="ctr">
              <a:spcBef>
                <a:spcPts val="0"/>
              </a:spcBef>
              <a:spcAft>
                <a:spcPts val="0"/>
              </a:spcAft>
              <a:buClr>
                <a:schemeClr val="dk2"/>
              </a:buClr>
              <a:buSzPts val="8600"/>
              <a:buNone/>
              <a:defRPr sz="8600">
                <a:solidFill>
                  <a:schemeClr val="dk2"/>
                </a:solidFill>
              </a:defRPr>
            </a:lvl1pPr>
            <a:lvl2pPr lvl="1" algn="ctr">
              <a:spcBef>
                <a:spcPts val="0"/>
              </a:spcBef>
              <a:spcAft>
                <a:spcPts val="0"/>
              </a:spcAft>
              <a:buClr>
                <a:schemeClr val="dk2"/>
              </a:buClr>
              <a:buSzPts val="8600"/>
              <a:buNone/>
              <a:defRPr sz="8600">
                <a:solidFill>
                  <a:schemeClr val="dk2"/>
                </a:solidFill>
              </a:defRPr>
            </a:lvl2pPr>
            <a:lvl3pPr lvl="2" algn="ctr">
              <a:spcBef>
                <a:spcPts val="0"/>
              </a:spcBef>
              <a:spcAft>
                <a:spcPts val="0"/>
              </a:spcAft>
              <a:buClr>
                <a:schemeClr val="dk2"/>
              </a:buClr>
              <a:buSzPts val="8600"/>
              <a:buNone/>
              <a:defRPr sz="8600">
                <a:solidFill>
                  <a:schemeClr val="dk2"/>
                </a:solidFill>
              </a:defRPr>
            </a:lvl3pPr>
            <a:lvl4pPr lvl="3" algn="ctr">
              <a:spcBef>
                <a:spcPts val="0"/>
              </a:spcBef>
              <a:spcAft>
                <a:spcPts val="0"/>
              </a:spcAft>
              <a:buClr>
                <a:schemeClr val="dk2"/>
              </a:buClr>
              <a:buSzPts val="8600"/>
              <a:buNone/>
              <a:defRPr sz="8600">
                <a:solidFill>
                  <a:schemeClr val="dk2"/>
                </a:solidFill>
              </a:defRPr>
            </a:lvl4pPr>
            <a:lvl5pPr lvl="4" algn="ctr">
              <a:spcBef>
                <a:spcPts val="0"/>
              </a:spcBef>
              <a:spcAft>
                <a:spcPts val="0"/>
              </a:spcAft>
              <a:buClr>
                <a:schemeClr val="dk2"/>
              </a:buClr>
              <a:buSzPts val="8600"/>
              <a:buNone/>
              <a:defRPr sz="8600">
                <a:solidFill>
                  <a:schemeClr val="dk2"/>
                </a:solidFill>
              </a:defRPr>
            </a:lvl5pPr>
            <a:lvl6pPr lvl="5" algn="ctr">
              <a:spcBef>
                <a:spcPts val="0"/>
              </a:spcBef>
              <a:spcAft>
                <a:spcPts val="0"/>
              </a:spcAft>
              <a:buClr>
                <a:schemeClr val="dk2"/>
              </a:buClr>
              <a:buSzPts val="8600"/>
              <a:buNone/>
              <a:defRPr sz="8600">
                <a:solidFill>
                  <a:schemeClr val="dk2"/>
                </a:solidFill>
              </a:defRPr>
            </a:lvl6pPr>
            <a:lvl7pPr lvl="6" algn="ctr">
              <a:spcBef>
                <a:spcPts val="0"/>
              </a:spcBef>
              <a:spcAft>
                <a:spcPts val="0"/>
              </a:spcAft>
              <a:buClr>
                <a:schemeClr val="dk2"/>
              </a:buClr>
              <a:buSzPts val="8600"/>
              <a:buNone/>
              <a:defRPr sz="8600">
                <a:solidFill>
                  <a:schemeClr val="dk2"/>
                </a:solidFill>
              </a:defRPr>
            </a:lvl7pPr>
            <a:lvl8pPr lvl="7" algn="ctr">
              <a:spcBef>
                <a:spcPts val="0"/>
              </a:spcBef>
              <a:spcAft>
                <a:spcPts val="0"/>
              </a:spcAft>
              <a:buClr>
                <a:schemeClr val="dk2"/>
              </a:buClr>
              <a:buSzPts val="8600"/>
              <a:buNone/>
              <a:defRPr sz="8600">
                <a:solidFill>
                  <a:schemeClr val="dk2"/>
                </a:solidFill>
              </a:defRPr>
            </a:lvl8pPr>
            <a:lvl9pPr lvl="8" algn="ctr">
              <a:spcBef>
                <a:spcPts val="0"/>
              </a:spcBef>
              <a:spcAft>
                <a:spcPts val="0"/>
              </a:spcAft>
              <a:buClr>
                <a:schemeClr val="dk2"/>
              </a:buClr>
              <a:buSzPts val="8600"/>
              <a:buNone/>
              <a:defRPr sz="8600">
                <a:solidFill>
                  <a:schemeClr val="dk2"/>
                </a:solidFill>
              </a:defRPr>
            </a:lvl9pPr>
          </a:lstStyle>
          <a:p>
            <a:r>
              <a:t>xx%</a:t>
            </a:r>
          </a:p>
        </p:txBody>
      </p:sp>
      <p:sp>
        <p:nvSpPr>
          <p:cNvPr id="120" name="Google Shape;120;p11"/>
          <p:cNvSpPr txBox="1"/>
          <p:nvPr>
            <p:ph idx="1" type="body"/>
          </p:nvPr>
        </p:nvSpPr>
        <p:spPr>
          <a:xfrm>
            <a:off x="1385850" y="2863850"/>
            <a:ext cx="6372300" cy="641100"/>
          </a:xfrm>
          <a:prstGeom prst="rect">
            <a:avLst/>
          </a:prstGeom>
        </p:spPr>
        <p:txBody>
          <a:bodyPr anchorCtr="0" anchor="t" bIns="91425" lIns="91425" spcFirstLastPara="1" rIns="91425" wrap="square" tIns="91425">
            <a:normAutofit/>
          </a:bodyPr>
          <a:lstStyle>
            <a:lvl1pPr indent="-311150" lvl="0" marL="457200" algn="ctr">
              <a:spcBef>
                <a:spcPts val="0"/>
              </a:spcBef>
              <a:spcAft>
                <a:spcPts val="0"/>
              </a:spcAft>
              <a:buSzPts val="1300"/>
              <a:buChar char="●"/>
              <a:defRPr/>
            </a:lvl1pPr>
            <a:lvl2pPr indent="-298450" lvl="1" marL="914400" algn="ctr">
              <a:spcBef>
                <a:spcPts val="0"/>
              </a:spcBef>
              <a:spcAft>
                <a:spcPts val="0"/>
              </a:spcAft>
              <a:buSzPts val="1100"/>
              <a:buChar char="○"/>
              <a:defRPr/>
            </a:lvl2pPr>
            <a:lvl3pPr indent="-298450" lvl="2" marL="1371600" algn="ctr">
              <a:spcBef>
                <a:spcPts val="0"/>
              </a:spcBef>
              <a:spcAft>
                <a:spcPts val="0"/>
              </a:spcAft>
              <a:buSzPts val="1100"/>
              <a:buChar char="■"/>
              <a:defRPr/>
            </a:lvl3pPr>
            <a:lvl4pPr indent="-298450" lvl="3" marL="1828800" algn="ctr">
              <a:spcBef>
                <a:spcPts val="0"/>
              </a:spcBef>
              <a:spcAft>
                <a:spcPts val="0"/>
              </a:spcAft>
              <a:buSzPts val="1100"/>
              <a:buChar char="●"/>
              <a:defRPr/>
            </a:lvl4pPr>
            <a:lvl5pPr indent="-298450" lvl="4" marL="2286000" algn="ctr">
              <a:spcBef>
                <a:spcPts val="0"/>
              </a:spcBef>
              <a:spcAft>
                <a:spcPts val="0"/>
              </a:spcAft>
              <a:buSzPts val="1100"/>
              <a:buChar char="○"/>
              <a:defRPr/>
            </a:lvl5pPr>
            <a:lvl6pPr indent="-298450" lvl="5" marL="2743200" algn="ctr">
              <a:spcBef>
                <a:spcPts val="0"/>
              </a:spcBef>
              <a:spcAft>
                <a:spcPts val="0"/>
              </a:spcAft>
              <a:buSzPts val="1100"/>
              <a:buChar char="■"/>
              <a:defRPr/>
            </a:lvl6pPr>
            <a:lvl7pPr indent="-298450" lvl="6" marL="3200400" algn="ctr">
              <a:spcBef>
                <a:spcPts val="0"/>
              </a:spcBef>
              <a:spcAft>
                <a:spcPts val="0"/>
              </a:spcAft>
              <a:buSzPts val="1100"/>
              <a:buChar char="●"/>
              <a:defRPr/>
            </a:lvl7pPr>
            <a:lvl8pPr indent="-298450" lvl="7" marL="3657600" algn="ctr">
              <a:spcBef>
                <a:spcPts val="0"/>
              </a:spcBef>
              <a:spcAft>
                <a:spcPts val="0"/>
              </a:spcAft>
              <a:buSzPts val="1100"/>
              <a:buChar char="○"/>
              <a:defRPr/>
            </a:lvl8pPr>
            <a:lvl9pPr indent="-298450" lvl="8" marL="4114800" algn="ctr">
              <a:spcBef>
                <a:spcPts val="0"/>
              </a:spcBef>
              <a:spcAft>
                <a:spcPts val="0"/>
              </a:spcAft>
              <a:buSzPts val="1100"/>
              <a:buChar char="■"/>
              <a:defRPr/>
            </a:lvl9pPr>
          </a:lstStyle>
          <a:p/>
        </p:txBody>
      </p:sp>
      <p:sp>
        <p:nvSpPr>
          <p:cNvPr id="121" name="Google Shape;121;p11"/>
          <p:cNvSpPr txBox="1"/>
          <p:nvPr>
            <p:ph idx="12" type="sldNum"/>
          </p:nvPr>
        </p:nvSpPr>
        <p:spPr>
          <a:xfrm>
            <a:off x="8390734" y="4543668"/>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22" name="Shape 122"/>
        <p:cNvGrpSpPr/>
        <p:nvPr/>
      </p:nvGrpSpPr>
      <p:grpSpPr>
        <a:xfrm>
          <a:off x="0" y="0"/>
          <a:ext cx="0" cy="0"/>
          <a:chOff x="0" y="0"/>
          <a:chExt cx="0" cy="0"/>
        </a:xfrm>
      </p:grpSpPr>
      <p:sp>
        <p:nvSpPr>
          <p:cNvPr id="123" name="Google Shape;123;p12"/>
          <p:cNvSpPr txBox="1"/>
          <p:nvPr>
            <p:ph idx="12" type="sldNum"/>
          </p:nvPr>
        </p:nvSpPr>
        <p:spPr>
          <a:xfrm>
            <a:off x="8390734" y="4543668"/>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124" name="Shape 124"/>
        <p:cNvGrpSpPr/>
        <p:nvPr/>
      </p:nvGrpSpPr>
      <p:grpSpPr>
        <a:xfrm>
          <a:off x="0" y="0"/>
          <a:ext cx="0" cy="0"/>
          <a:chOff x="0" y="0"/>
          <a:chExt cx="0" cy="0"/>
        </a:xfrm>
      </p:grpSpPr>
      <p:sp>
        <p:nvSpPr>
          <p:cNvPr id="125" name="Google Shape;125;p13"/>
          <p:cNvSpPr txBox="1"/>
          <p:nvPr>
            <p:ph type="title"/>
          </p:nvPr>
        </p:nvSpPr>
        <p:spPr>
          <a:xfrm>
            <a:off x="4047175" y="2571975"/>
            <a:ext cx="4383600" cy="841800"/>
          </a:xfrm>
          <a:prstGeom prst="rect">
            <a:avLst/>
          </a:prstGeom>
        </p:spPr>
        <p:txBody>
          <a:bodyPr anchorCtr="0" anchor="t" bIns="91425" lIns="91425" spcFirstLastPara="1" rIns="91425" wrap="square" tIns="91425">
            <a:norm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26" name="Google Shape;126;p13"/>
          <p:cNvSpPr txBox="1"/>
          <p:nvPr>
            <p:ph hasCustomPrompt="1" idx="2" type="title"/>
          </p:nvPr>
        </p:nvSpPr>
        <p:spPr>
          <a:xfrm>
            <a:off x="4047175" y="1321975"/>
            <a:ext cx="1235700" cy="841800"/>
          </a:xfrm>
          <a:prstGeom prst="rect">
            <a:avLst/>
          </a:prstGeom>
          <a:noFill/>
        </p:spPr>
        <p:txBody>
          <a:bodyPr anchorCtr="0" anchor="b" bIns="91425" lIns="91425" spcFirstLastPara="1" rIns="91425" wrap="square" tIns="91425">
            <a:norm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27" name="Google Shape;127;p13"/>
          <p:cNvSpPr/>
          <p:nvPr>
            <p:ph idx="3" type="pic"/>
          </p:nvPr>
        </p:nvSpPr>
        <p:spPr>
          <a:xfrm>
            <a:off x="484625" y="1076550"/>
            <a:ext cx="2990400" cy="2990400"/>
          </a:xfrm>
          <a:prstGeom prst="roundRect">
            <a:avLst>
              <a:gd fmla="val 16667" name="adj"/>
            </a:avLst>
          </a:prstGeom>
          <a:noFill/>
          <a:ln>
            <a:noFill/>
          </a:ln>
        </p:spPr>
      </p:sp>
      <p:sp>
        <p:nvSpPr>
          <p:cNvPr id="128" name="Google Shape;128;p13"/>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3"/>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13"/>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134" name="Shape 134"/>
        <p:cNvGrpSpPr/>
        <p:nvPr/>
      </p:nvGrpSpPr>
      <p:grpSpPr>
        <a:xfrm>
          <a:off x="0" y="0"/>
          <a:ext cx="0" cy="0"/>
          <a:chOff x="0" y="0"/>
          <a:chExt cx="0" cy="0"/>
        </a:xfrm>
      </p:grpSpPr>
      <p:sp>
        <p:nvSpPr>
          <p:cNvPr id="135" name="Google Shape;135;p15"/>
          <p:cNvSpPr txBox="1"/>
          <p:nvPr>
            <p:ph type="ctrTitle"/>
          </p:nvPr>
        </p:nvSpPr>
        <p:spPr>
          <a:xfrm>
            <a:off x="713225" y="1144500"/>
            <a:ext cx="4112100" cy="23787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5000">
                <a:latin typeface="Epilogue"/>
                <a:ea typeface="Epilogue"/>
                <a:cs typeface="Epilogue"/>
                <a:sym typeface="Epilogu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36" name="Google Shape;136;p15"/>
          <p:cNvSpPr txBox="1"/>
          <p:nvPr>
            <p:ph idx="1" type="subTitle"/>
          </p:nvPr>
        </p:nvSpPr>
        <p:spPr>
          <a:xfrm>
            <a:off x="713225" y="3523200"/>
            <a:ext cx="41121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latin typeface="Lato"/>
                <a:ea typeface="Lato"/>
                <a:cs typeface="Lato"/>
                <a:sym typeface="La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37" name="Google Shape;137;p15"/>
          <p:cNvSpPr/>
          <p:nvPr/>
        </p:nvSpPr>
        <p:spPr>
          <a:xfrm rot="10800000">
            <a:off x="-1604593" y="-845132"/>
            <a:ext cx="3281418" cy="21328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5"/>
          <p:cNvSpPr/>
          <p:nvPr/>
        </p:nvSpPr>
        <p:spPr>
          <a:xfrm flipH="1" rot="-9899992">
            <a:off x="-1515196" y="4121356"/>
            <a:ext cx="3953580" cy="192177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9" name="Shape 139"/>
        <p:cNvGrpSpPr/>
        <p:nvPr/>
      </p:nvGrpSpPr>
      <p:grpSpPr>
        <a:xfrm>
          <a:off x="0" y="0"/>
          <a:ext cx="0" cy="0"/>
          <a:chOff x="0" y="0"/>
          <a:chExt cx="0" cy="0"/>
        </a:xfrm>
      </p:grpSpPr>
      <p:sp>
        <p:nvSpPr>
          <p:cNvPr id="140" name="Google Shape;140;p16"/>
          <p:cNvSpPr txBox="1"/>
          <p:nvPr>
            <p:ph type="title"/>
          </p:nvPr>
        </p:nvSpPr>
        <p:spPr>
          <a:xfrm>
            <a:off x="4047175" y="2571975"/>
            <a:ext cx="43836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41" name="Google Shape;141;p16"/>
          <p:cNvSpPr txBox="1"/>
          <p:nvPr>
            <p:ph hasCustomPrompt="1" idx="2" type="title"/>
          </p:nvPr>
        </p:nvSpPr>
        <p:spPr>
          <a:xfrm>
            <a:off x="4047175" y="1321975"/>
            <a:ext cx="1235700" cy="841800"/>
          </a:xfrm>
          <a:prstGeom prst="rect">
            <a:avLst/>
          </a:prstGeom>
          <a:noFill/>
        </p:spPr>
        <p:txBody>
          <a:bodyPr anchorCtr="0" anchor="b"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42" name="Google Shape;142;p16"/>
          <p:cNvSpPr/>
          <p:nvPr>
            <p:ph idx="3" type="pic"/>
          </p:nvPr>
        </p:nvSpPr>
        <p:spPr>
          <a:xfrm>
            <a:off x="484625" y="1076550"/>
            <a:ext cx="2990400" cy="2990400"/>
          </a:xfrm>
          <a:prstGeom prst="roundRect">
            <a:avLst>
              <a:gd fmla="val 16667" name="adj"/>
            </a:avLst>
          </a:prstGeom>
          <a:noFill/>
          <a:ln>
            <a:noFill/>
          </a:ln>
        </p:spPr>
      </p:sp>
      <p:sp>
        <p:nvSpPr>
          <p:cNvPr id="143" name="Google Shape;143;p16"/>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6"/>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6"/>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46" name="Shape 146"/>
        <p:cNvGrpSpPr/>
        <p:nvPr/>
      </p:nvGrpSpPr>
      <p:grpSpPr>
        <a:xfrm>
          <a:off x="0" y="0"/>
          <a:ext cx="0" cy="0"/>
          <a:chOff x="0" y="0"/>
          <a:chExt cx="0" cy="0"/>
        </a:xfrm>
      </p:grpSpPr>
      <p:sp>
        <p:nvSpPr>
          <p:cNvPr id="147" name="Google Shape;147;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48" name="Google Shape;148;p17"/>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149" name="Google Shape;149;p17"/>
          <p:cNvSpPr/>
          <p:nvPr/>
        </p:nvSpPr>
        <p:spPr>
          <a:xfrm flipH="1" rot="-4014673">
            <a:off x="-1798429" y="-1029372"/>
            <a:ext cx="3158476" cy="250963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7"/>
          <p:cNvSpPr/>
          <p:nvPr/>
        </p:nvSpPr>
        <p:spPr>
          <a:xfrm flipH="1">
            <a:off x="8355841" y="2667287"/>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1" name="Google Shape;151;p17"/>
          <p:cNvGrpSpPr/>
          <p:nvPr/>
        </p:nvGrpSpPr>
        <p:grpSpPr>
          <a:xfrm flipH="1">
            <a:off x="8380540" y="1729933"/>
            <a:ext cx="668783" cy="959747"/>
            <a:chOff x="10519314" y="4728596"/>
            <a:chExt cx="751780" cy="1078731"/>
          </a:xfrm>
        </p:grpSpPr>
        <p:grpSp>
          <p:nvGrpSpPr>
            <p:cNvPr id="152" name="Google Shape;152;p17"/>
            <p:cNvGrpSpPr/>
            <p:nvPr/>
          </p:nvGrpSpPr>
          <p:grpSpPr>
            <a:xfrm>
              <a:off x="10519314" y="4728596"/>
              <a:ext cx="626662" cy="1078731"/>
              <a:chOff x="10519314" y="4728596"/>
              <a:chExt cx="626662" cy="1078731"/>
            </a:xfrm>
          </p:grpSpPr>
          <p:grpSp>
            <p:nvGrpSpPr>
              <p:cNvPr id="153" name="Google Shape;153;p17"/>
              <p:cNvGrpSpPr/>
              <p:nvPr/>
            </p:nvGrpSpPr>
            <p:grpSpPr>
              <a:xfrm>
                <a:off x="10903220" y="4888205"/>
                <a:ext cx="242756" cy="919122"/>
                <a:chOff x="10903220" y="4888205"/>
                <a:chExt cx="242756" cy="919122"/>
              </a:xfrm>
            </p:grpSpPr>
            <p:sp>
              <p:nvSpPr>
                <p:cNvPr id="154" name="Google Shape;154;p17"/>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 name="Google Shape;155;p17"/>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 name="Google Shape;156;p17"/>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7" name="Google Shape;157;p17"/>
                <p:cNvGrpSpPr/>
                <p:nvPr/>
              </p:nvGrpSpPr>
              <p:grpSpPr>
                <a:xfrm>
                  <a:off x="11014221" y="5588618"/>
                  <a:ext cx="100021" cy="114784"/>
                  <a:chOff x="11014221" y="5588618"/>
                  <a:chExt cx="100021" cy="114784"/>
                </a:xfrm>
              </p:grpSpPr>
              <p:sp>
                <p:nvSpPr>
                  <p:cNvPr id="158" name="Google Shape;158;p17"/>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 name="Google Shape;159;p17"/>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 name="Google Shape;160;p17"/>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 name="Google Shape;161;p17"/>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62" name="Google Shape;162;p17"/>
              <p:cNvGrpSpPr/>
              <p:nvPr/>
            </p:nvGrpSpPr>
            <p:grpSpPr>
              <a:xfrm>
                <a:off x="10718623" y="4728596"/>
                <a:ext cx="229169" cy="1075979"/>
                <a:chOff x="10718623" y="4728596"/>
                <a:chExt cx="229169" cy="1075979"/>
              </a:xfrm>
            </p:grpSpPr>
            <p:sp>
              <p:nvSpPr>
                <p:cNvPr id="163" name="Google Shape;163;p17"/>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 name="Google Shape;164;p17"/>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5" name="Google Shape;165;p17"/>
                <p:cNvGrpSpPr/>
                <p:nvPr/>
              </p:nvGrpSpPr>
              <p:grpSpPr>
                <a:xfrm>
                  <a:off x="10765015" y="5040134"/>
                  <a:ext cx="116314" cy="49775"/>
                  <a:chOff x="10765015" y="5040134"/>
                  <a:chExt cx="116314" cy="49775"/>
                </a:xfrm>
              </p:grpSpPr>
              <p:sp>
                <p:nvSpPr>
                  <p:cNvPr id="166" name="Google Shape;166;p17"/>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 name="Google Shape;167;p17"/>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8" name="Google Shape;168;p17"/>
                <p:cNvGrpSpPr/>
                <p:nvPr/>
              </p:nvGrpSpPr>
              <p:grpSpPr>
                <a:xfrm>
                  <a:off x="10784825" y="5436314"/>
                  <a:ext cx="116414" cy="49961"/>
                  <a:chOff x="10784825" y="5436314"/>
                  <a:chExt cx="116414" cy="49961"/>
                </a:xfrm>
              </p:grpSpPr>
              <p:sp>
                <p:nvSpPr>
                  <p:cNvPr id="169" name="Google Shape;169;p17"/>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 name="Google Shape;170;p17"/>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71" name="Google Shape;171;p17"/>
              <p:cNvGrpSpPr/>
              <p:nvPr/>
            </p:nvGrpSpPr>
            <p:grpSpPr>
              <a:xfrm>
                <a:off x="10519314" y="4813458"/>
                <a:ext cx="202120" cy="992123"/>
                <a:chOff x="10519314" y="4813458"/>
                <a:chExt cx="202120" cy="992123"/>
              </a:xfrm>
            </p:grpSpPr>
            <p:sp>
              <p:nvSpPr>
                <p:cNvPr id="172" name="Google Shape;172;p17"/>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 name="Google Shape;173;p17"/>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4" name="Google Shape;174;p17"/>
                <p:cNvGrpSpPr/>
                <p:nvPr/>
              </p:nvGrpSpPr>
              <p:grpSpPr>
                <a:xfrm>
                  <a:off x="10556176" y="5465730"/>
                  <a:ext cx="128397" cy="44196"/>
                  <a:chOff x="10556176" y="5465730"/>
                  <a:chExt cx="128397" cy="44196"/>
                </a:xfrm>
              </p:grpSpPr>
              <p:sp>
                <p:nvSpPr>
                  <p:cNvPr id="175" name="Google Shape;175;p17"/>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 name="Google Shape;176;p17"/>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7" name="Google Shape;177;p17"/>
                <p:cNvGrpSpPr/>
                <p:nvPr/>
              </p:nvGrpSpPr>
              <p:grpSpPr>
                <a:xfrm>
                  <a:off x="10556176" y="5689187"/>
                  <a:ext cx="128397" cy="44196"/>
                  <a:chOff x="10556176" y="5689187"/>
                  <a:chExt cx="128397" cy="44196"/>
                </a:xfrm>
              </p:grpSpPr>
              <p:sp>
                <p:nvSpPr>
                  <p:cNvPr id="178" name="Google Shape;178;p17"/>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 name="Google Shape;179;p17"/>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80" name="Google Shape;180;p17"/>
            <p:cNvGrpSpPr/>
            <p:nvPr/>
          </p:nvGrpSpPr>
          <p:grpSpPr>
            <a:xfrm>
              <a:off x="11058042" y="5088325"/>
              <a:ext cx="213052" cy="717953"/>
              <a:chOff x="11058042" y="5088325"/>
              <a:chExt cx="213052" cy="717953"/>
            </a:xfrm>
          </p:grpSpPr>
          <p:sp>
            <p:nvSpPr>
              <p:cNvPr id="181" name="Google Shape;181;p17"/>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 name="Google Shape;182;p17"/>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83" name="Google Shape;183;p17"/>
          <p:cNvGrpSpPr/>
          <p:nvPr/>
        </p:nvGrpSpPr>
        <p:grpSpPr>
          <a:xfrm flipH="1">
            <a:off x="8485925" y="662239"/>
            <a:ext cx="516117" cy="779220"/>
            <a:chOff x="10572463" y="3528536"/>
            <a:chExt cx="580168" cy="875823"/>
          </a:xfrm>
        </p:grpSpPr>
        <p:grpSp>
          <p:nvGrpSpPr>
            <p:cNvPr id="184" name="Google Shape;184;p17"/>
            <p:cNvGrpSpPr/>
            <p:nvPr/>
          </p:nvGrpSpPr>
          <p:grpSpPr>
            <a:xfrm>
              <a:off x="10713815" y="3528536"/>
              <a:ext cx="438816" cy="746664"/>
              <a:chOff x="10713815" y="3528536"/>
              <a:chExt cx="438816" cy="746664"/>
            </a:xfrm>
          </p:grpSpPr>
          <p:sp>
            <p:nvSpPr>
              <p:cNvPr id="185" name="Google Shape;185;p17"/>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6" name="Google Shape;186;p17"/>
              <p:cNvGrpSpPr/>
              <p:nvPr/>
            </p:nvGrpSpPr>
            <p:grpSpPr>
              <a:xfrm>
                <a:off x="10776489" y="3625310"/>
                <a:ext cx="313848" cy="288226"/>
                <a:chOff x="10776489" y="3625310"/>
                <a:chExt cx="313848" cy="288226"/>
              </a:xfrm>
            </p:grpSpPr>
            <p:sp>
              <p:nvSpPr>
                <p:cNvPr id="187" name="Google Shape;187;p17"/>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 name="Google Shape;188;p17"/>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 name="Google Shape;189;p17"/>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 name="Google Shape;190;p17"/>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 name="Google Shape;191;p17"/>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 name="Google Shape;192;p17"/>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3" name="Google Shape;193;p17"/>
              <p:cNvGrpSpPr/>
              <p:nvPr/>
            </p:nvGrpSpPr>
            <p:grpSpPr>
              <a:xfrm>
                <a:off x="10776489" y="3999547"/>
                <a:ext cx="313848" cy="181546"/>
                <a:chOff x="10776489" y="3999547"/>
                <a:chExt cx="313848" cy="181546"/>
              </a:xfrm>
            </p:grpSpPr>
            <p:sp>
              <p:nvSpPr>
                <p:cNvPr id="194" name="Google Shape;194;p17"/>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 name="Google Shape;195;p17"/>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 name="Google Shape;196;p17"/>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 name="Google Shape;197;p17"/>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98" name="Google Shape;198;p17"/>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9" name="Google Shape;199;p17"/>
            <p:cNvGrpSpPr/>
            <p:nvPr/>
          </p:nvGrpSpPr>
          <p:grpSpPr>
            <a:xfrm>
              <a:off x="10572463" y="3657790"/>
              <a:ext cx="438817" cy="746569"/>
              <a:chOff x="10572463" y="3657790"/>
              <a:chExt cx="438817" cy="746569"/>
            </a:xfrm>
          </p:grpSpPr>
          <p:sp>
            <p:nvSpPr>
              <p:cNvPr id="200" name="Google Shape;200;p17"/>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1" name="Google Shape;201;p17"/>
              <p:cNvGrpSpPr/>
              <p:nvPr/>
            </p:nvGrpSpPr>
            <p:grpSpPr>
              <a:xfrm>
                <a:off x="10635138" y="3754469"/>
                <a:ext cx="313848" cy="288321"/>
                <a:chOff x="10635138" y="3754469"/>
                <a:chExt cx="313848" cy="288321"/>
              </a:xfrm>
            </p:grpSpPr>
            <p:sp>
              <p:nvSpPr>
                <p:cNvPr id="202" name="Google Shape;202;p17"/>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 name="Google Shape;203;p17"/>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 name="Google Shape;204;p17"/>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 name="Google Shape;205;p17"/>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 name="Google Shape;206;p17"/>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 name="Google Shape;207;p17"/>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8" name="Google Shape;208;p17"/>
              <p:cNvGrpSpPr/>
              <p:nvPr/>
            </p:nvGrpSpPr>
            <p:grpSpPr>
              <a:xfrm>
                <a:off x="10635138" y="4128801"/>
                <a:ext cx="313848" cy="181547"/>
                <a:chOff x="10635138" y="4128801"/>
                <a:chExt cx="313848" cy="181547"/>
              </a:xfrm>
            </p:grpSpPr>
            <p:sp>
              <p:nvSpPr>
                <p:cNvPr id="209" name="Google Shape;209;p17"/>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 name="Google Shape;210;p17"/>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 name="Google Shape;211;p17"/>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 name="Google Shape;212;p17"/>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3" name="Google Shape;213;p17"/>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14" name="Google Shape;214;p17"/>
          <p:cNvGrpSpPr/>
          <p:nvPr/>
        </p:nvGrpSpPr>
        <p:grpSpPr>
          <a:xfrm flipH="1">
            <a:off x="8768853" y="1439765"/>
            <a:ext cx="22030" cy="294484"/>
            <a:chOff x="10809827" y="4402455"/>
            <a:chExt cx="24764" cy="330993"/>
          </a:xfrm>
        </p:grpSpPr>
        <p:sp>
          <p:nvSpPr>
            <p:cNvPr id="215" name="Google Shape;215;p17"/>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 name="Google Shape;216;p17"/>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 name="Google Shape;217;p17"/>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8" name="Google Shape;218;p17"/>
          <p:cNvSpPr/>
          <p:nvPr/>
        </p:nvSpPr>
        <p:spPr>
          <a:xfrm flipH="1" rot="8662747">
            <a:off x="7370974" y="4168319"/>
            <a:ext cx="2746019" cy="19216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 name="Google Shape;219;p17"/>
          <p:cNvGrpSpPr/>
          <p:nvPr/>
        </p:nvGrpSpPr>
        <p:grpSpPr>
          <a:xfrm flipH="1">
            <a:off x="122956" y="4228558"/>
            <a:ext cx="829992" cy="750888"/>
            <a:chOff x="8114596" y="445039"/>
            <a:chExt cx="633002" cy="572716"/>
          </a:xfrm>
        </p:grpSpPr>
        <p:grpSp>
          <p:nvGrpSpPr>
            <p:cNvPr id="220" name="Google Shape;220;p17"/>
            <p:cNvGrpSpPr/>
            <p:nvPr/>
          </p:nvGrpSpPr>
          <p:grpSpPr>
            <a:xfrm>
              <a:off x="8114596" y="445039"/>
              <a:ext cx="633002" cy="572716"/>
              <a:chOff x="7189660" y="520827"/>
              <a:chExt cx="598074" cy="541115"/>
            </a:xfrm>
          </p:grpSpPr>
          <p:sp>
            <p:nvSpPr>
              <p:cNvPr id="221" name="Google Shape;221;p17"/>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2" name="Google Shape;222;p17"/>
              <p:cNvGrpSpPr/>
              <p:nvPr/>
            </p:nvGrpSpPr>
            <p:grpSpPr>
              <a:xfrm>
                <a:off x="7579137" y="551973"/>
                <a:ext cx="164782" cy="41529"/>
                <a:chOff x="7579137" y="551973"/>
                <a:chExt cx="164782" cy="41529"/>
              </a:xfrm>
            </p:grpSpPr>
            <p:sp>
              <p:nvSpPr>
                <p:cNvPr id="223" name="Google Shape;223;p17"/>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 name="Google Shape;224;p17"/>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 name="Google Shape;225;p17"/>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26" name="Google Shape;226;p17"/>
            <p:cNvGrpSpPr/>
            <p:nvPr/>
          </p:nvGrpSpPr>
          <p:grpSpPr>
            <a:xfrm>
              <a:off x="8184962" y="619646"/>
              <a:ext cx="498115" cy="257273"/>
              <a:chOff x="7256144" y="685800"/>
              <a:chExt cx="470630" cy="243077"/>
            </a:xfrm>
          </p:grpSpPr>
          <p:sp>
            <p:nvSpPr>
              <p:cNvPr id="227" name="Google Shape;227;p17"/>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8" name="Google Shape;228;p17"/>
              <p:cNvGrpSpPr/>
              <p:nvPr/>
            </p:nvGrpSpPr>
            <p:grpSpPr>
              <a:xfrm>
                <a:off x="7512843" y="685800"/>
                <a:ext cx="213931" cy="243077"/>
                <a:chOff x="7512843" y="685800"/>
                <a:chExt cx="213931" cy="243077"/>
              </a:xfrm>
            </p:grpSpPr>
            <p:grpSp>
              <p:nvGrpSpPr>
                <p:cNvPr id="229" name="Google Shape;229;p17"/>
                <p:cNvGrpSpPr/>
                <p:nvPr/>
              </p:nvGrpSpPr>
              <p:grpSpPr>
                <a:xfrm>
                  <a:off x="7512843" y="836580"/>
                  <a:ext cx="213931" cy="92297"/>
                  <a:chOff x="7512843" y="836580"/>
                  <a:chExt cx="213931" cy="92297"/>
                </a:xfrm>
              </p:grpSpPr>
              <p:sp>
                <p:nvSpPr>
                  <p:cNvPr id="230" name="Google Shape;230;p17"/>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 name="Google Shape;231;p17"/>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2" name="Google Shape;232;p17"/>
                <p:cNvGrpSpPr/>
                <p:nvPr/>
              </p:nvGrpSpPr>
              <p:grpSpPr>
                <a:xfrm>
                  <a:off x="7512843" y="761238"/>
                  <a:ext cx="213931" cy="92296"/>
                  <a:chOff x="7512843" y="761238"/>
                  <a:chExt cx="213931" cy="92296"/>
                </a:xfrm>
              </p:grpSpPr>
              <p:sp>
                <p:nvSpPr>
                  <p:cNvPr id="233" name="Google Shape;233;p17"/>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 name="Google Shape;234;p17"/>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5" name="Google Shape;235;p17"/>
                <p:cNvGrpSpPr/>
                <p:nvPr/>
              </p:nvGrpSpPr>
              <p:grpSpPr>
                <a:xfrm>
                  <a:off x="7512843" y="685800"/>
                  <a:ext cx="213931" cy="92297"/>
                  <a:chOff x="7512843" y="685800"/>
                  <a:chExt cx="213931" cy="92297"/>
                </a:xfrm>
              </p:grpSpPr>
              <p:sp>
                <p:nvSpPr>
                  <p:cNvPr id="236" name="Google Shape;236;p17"/>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 name="Google Shape;237;p17"/>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38" name="Shape 238"/>
        <p:cNvGrpSpPr/>
        <p:nvPr/>
      </p:nvGrpSpPr>
      <p:grpSpPr>
        <a:xfrm>
          <a:off x="0" y="0"/>
          <a:ext cx="0" cy="0"/>
          <a:chOff x="0" y="0"/>
          <a:chExt cx="0" cy="0"/>
        </a:xfrm>
      </p:grpSpPr>
      <p:sp>
        <p:nvSpPr>
          <p:cNvPr id="239" name="Google Shape;239;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40" name="Google Shape;240;p18"/>
          <p:cNvSpPr txBox="1"/>
          <p:nvPr>
            <p:ph idx="1" type="subTitle"/>
          </p:nvPr>
        </p:nvSpPr>
        <p:spPr>
          <a:xfrm>
            <a:off x="4679150"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41" name="Google Shape;241;p18"/>
          <p:cNvSpPr txBox="1"/>
          <p:nvPr>
            <p:ph idx="2" type="subTitle"/>
          </p:nvPr>
        </p:nvSpPr>
        <p:spPr>
          <a:xfrm>
            <a:off x="1080525"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42" name="Google Shape;242;p18"/>
          <p:cNvSpPr txBox="1"/>
          <p:nvPr>
            <p:ph idx="3" type="subTitle"/>
          </p:nvPr>
        </p:nvSpPr>
        <p:spPr>
          <a:xfrm>
            <a:off x="1080536"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43" name="Google Shape;243;p18"/>
          <p:cNvSpPr txBox="1"/>
          <p:nvPr>
            <p:ph idx="4" type="subTitle"/>
          </p:nvPr>
        </p:nvSpPr>
        <p:spPr>
          <a:xfrm>
            <a:off x="4679164"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44" name="Google Shape;244;p18"/>
          <p:cNvSpPr/>
          <p:nvPr/>
        </p:nvSpPr>
        <p:spPr>
          <a:xfrm rot="5551952">
            <a:off x="-721531" y="4084618"/>
            <a:ext cx="2053998" cy="17652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8"/>
          <p:cNvSpPr/>
          <p:nvPr/>
        </p:nvSpPr>
        <p:spPr>
          <a:xfrm rot="-460685">
            <a:off x="-850641" y="-888875"/>
            <a:ext cx="2082611" cy="168399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8"/>
          <p:cNvSpPr/>
          <p:nvPr/>
        </p:nvSpPr>
        <p:spPr>
          <a:xfrm rot="3259731">
            <a:off x="7063135" y="-804478"/>
            <a:ext cx="3168421" cy="25619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47" name="Shape 247"/>
        <p:cNvGrpSpPr/>
        <p:nvPr/>
      </p:nvGrpSpPr>
      <p:grpSpPr>
        <a:xfrm>
          <a:off x="0" y="0"/>
          <a:ext cx="0" cy="0"/>
          <a:chOff x="0" y="0"/>
          <a:chExt cx="0" cy="0"/>
        </a:xfrm>
      </p:grpSpPr>
      <p:sp>
        <p:nvSpPr>
          <p:cNvPr id="248" name="Google Shape;248;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49" name="Google Shape;249;p19"/>
          <p:cNvSpPr/>
          <p:nvPr/>
        </p:nvSpPr>
        <p:spPr>
          <a:xfrm rot="-9076707">
            <a:off x="85462" y="-755109"/>
            <a:ext cx="1683799" cy="1313891"/>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 name="Google Shape;250;p19"/>
          <p:cNvGrpSpPr/>
          <p:nvPr/>
        </p:nvGrpSpPr>
        <p:grpSpPr>
          <a:xfrm>
            <a:off x="6779278" y="192982"/>
            <a:ext cx="2107998" cy="297419"/>
            <a:chOff x="6108096" y="3265836"/>
            <a:chExt cx="1633727" cy="230504"/>
          </a:xfrm>
        </p:grpSpPr>
        <p:sp>
          <p:nvSpPr>
            <p:cNvPr id="251" name="Google Shape;251;p19"/>
            <p:cNvSpPr/>
            <p:nvPr/>
          </p:nvSpPr>
          <p:spPr>
            <a:xfrm>
              <a:off x="6108096" y="3265836"/>
              <a:ext cx="1633727" cy="230504"/>
            </a:xfrm>
            <a:custGeom>
              <a:rect b="b" l="l" r="r" t="t"/>
              <a:pathLst>
                <a:path extrusionOk="0" h="230504" w="1633727">
                  <a:moveTo>
                    <a:pt x="1518476" y="0"/>
                  </a:moveTo>
                  <a:cubicBezTo>
                    <a:pt x="1582128" y="0"/>
                    <a:pt x="1633728" y="51600"/>
                    <a:pt x="1633728" y="115253"/>
                  </a:cubicBezTo>
                  <a:lnTo>
                    <a:pt x="1633728" y="115253"/>
                  </a:lnTo>
                  <a:cubicBezTo>
                    <a:pt x="1633728" y="178905"/>
                    <a:pt x="1582128" y="230505"/>
                    <a:pt x="1518476" y="230505"/>
                  </a:cubicBezTo>
                  <a:lnTo>
                    <a:pt x="115252" y="230505"/>
                  </a:lnTo>
                  <a:cubicBezTo>
                    <a:pt x="51601" y="230505"/>
                    <a:pt x="0" y="178905"/>
                    <a:pt x="0" y="115253"/>
                  </a:cubicBezTo>
                  <a:lnTo>
                    <a:pt x="0" y="115253"/>
                  </a:lnTo>
                  <a:cubicBezTo>
                    <a:pt x="0" y="51600"/>
                    <a:pt x="51601" y="0"/>
                    <a:pt x="115252"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 name="Google Shape;252;p19"/>
            <p:cNvSpPr/>
            <p:nvPr/>
          </p:nvSpPr>
          <p:spPr>
            <a:xfrm>
              <a:off x="7528381" y="3292292"/>
              <a:ext cx="166485" cy="165854"/>
            </a:xfrm>
            <a:custGeom>
              <a:rect b="b" l="l" r="r" t="t"/>
              <a:pathLst>
                <a:path extrusionOk="0" h="165854" w="166485">
                  <a:moveTo>
                    <a:pt x="161532" y="137469"/>
                  </a:moveTo>
                  <a:lnTo>
                    <a:pt x="120003" y="95941"/>
                  </a:lnTo>
                  <a:lnTo>
                    <a:pt x="113336" y="102608"/>
                  </a:lnTo>
                  <a:lnTo>
                    <a:pt x="105811" y="95083"/>
                  </a:lnTo>
                  <a:cubicBezTo>
                    <a:pt x="123622" y="71842"/>
                    <a:pt x="122194" y="38600"/>
                    <a:pt x="100953" y="17359"/>
                  </a:cubicBezTo>
                  <a:cubicBezTo>
                    <a:pt x="77807" y="-5786"/>
                    <a:pt x="40374" y="-5786"/>
                    <a:pt x="17324" y="17359"/>
                  </a:cubicBezTo>
                  <a:cubicBezTo>
                    <a:pt x="-5727" y="40505"/>
                    <a:pt x="-5822" y="77938"/>
                    <a:pt x="17324" y="100989"/>
                  </a:cubicBezTo>
                  <a:cubicBezTo>
                    <a:pt x="38850" y="122515"/>
                    <a:pt x="72568" y="123754"/>
                    <a:pt x="95809" y="105275"/>
                  </a:cubicBezTo>
                  <a:lnTo>
                    <a:pt x="103334" y="112800"/>
                  </a:lnTo>
                  <a:lnTo>
                    <a:pt x="96667" y="119467"/>
                  </a:lnTo>
                  <a:lnTo>
                    <a:pt x="138196" y="160996"/>
                  </a:lnTo>
                  <a:cubicBezTo>
                    <a:pt x="144673" y="167473"/>
                    <a:pt x="155150" y="167473"/>
                    <a:pt x="161627" y="160996"/>
                  </a:cubicBezTo>
                  <a:lnTo>
                    <a:pt x="161627" y="160996"/>
                  </a:lnTo>
                  <a:cubicBezTo>
                    <a:pt x="168104" y="154519"/>
                    <a:pt x="168104" y="144042"/>
                    <a:pt x="161627" y="137565"/>
                  </a:cubicBezTo>
                  <a:close/>
                  <a:moveTo>
                    <a:pt x="59138" y="102513"/>
                  </a:moveTo>
                  <a:cubicBezTo>
                    <a:pt x="54471" y="102513"/>
                    <a:pt x="49899" y="101751"/>
                    <a:pt x="45612" y="100417"/>
                  </a:cubicBezTo>
                  <a:cubicBezTo>
                    <a:pt x="33611" y="96512"/>
                    <a:pt x="23896" y="87463"/>
                    <a:pt x="19133" y="75938"/>
                  </a:cubicBezTo>
                  <a:cubicBezTo>
                    <a:pt x="16942" y="70794"/>
                    <a:pt x="15799" y="65175"/>
                    <a:pt x="15799" y="59269"/>
                  </a:cubicBezTo>
                  <a:cubicBezTo>
                    <a:pt x="15799" y="35361"/>
                    <a:pt x="35231" y="15931"/>
                    <a:pt x="59138" y="15931"/>
                  </a:cubicBezTo>
                  <a:cubicBezTo>
                    <a:pt x="65044" y="15931"/>
                    <a:pt x="70663" y="17074"/>
                    <a:pt x="75807" y="19264"/>
                  </a:cubicBezTo>
                  <a:cubicBezTo>
                    <a:pt x="87332" y="24122"/>
                    <a:pt x="96381" y="33742"/>
                    <a:pt x="100286" y="45744"/>
                  </a:cubicBezTo>
                  <a:cubicBezTo>
                    <a:pt x="101715" y="50030"/>
                    <a:pt x="102382" y="54507"/>
                    <a:pt x="102382" y="59269"/>
                  </a:cubicBezTo>
                  <a:cubicBezTo>
                    <a:pt x="102382" y="83177"/>
                    <a:pt x="83046" y="102513"/>
                    <a:pt x="59138" y="1025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 name="Google Shape;253;p19"/>
            <p:cNvSpPr/>
            <p:nvPr/>
          </p:nvSpPr>
          <p:spPr>
            <a:xfrm>
              <a:off x="7475124" y="3290220"/>
              <a:ext cx="7620" cy="174307"/>
            </a:xfrm>
            <a:custGeom>
              <a:rect b="b" l="l" r="r" t="t"/>
              <a:pathLst>
                <a:path extrusionOk="0" h="174307" w="7620">
                  <a:moveTo>
                    <a:pt x="3810" y="174308"/>
                  </a:moveTo>
                  <a:lnTo>
                    <a:pt x="3810" y="174308"/>
                  </a:lnTo>
                  <a:cubicBezTo>
                    <a:pt x="1714" y="174308"/>
                    <a:pt x="0" y="172593"/>
                    <a:pt x="0" y="170497"/>
                  </a:cubicBezTo>
                  <a:lnTo>
                    <a:pt x="0" y="3810"/>
                  </a:lnTo>
                  <a:cubicBezTo>
                    <a:pt x="0" y="1714"/>
                    <a:pt x="1714" y="0"/>
                    <a:pt x="3810" y="0"/>
                  </a:cubicBezTo>
                  <a:lnTo>
                    <a:pt x="3810" y="0"/>
                  </a:lnTo>
                  <a:cubicBezTo>
                    <a:pt x="5905" y="0"/>
                    <a:pt x="7620" y="1714"/>
                    <a:pt x="7620" y="3810"/>
                  </a:cubicBezTo>
                  <a:lnTo>
                    <a:pt x="7620" y="170497"/>
                  </a:lnTo>
                  <a:cubicBezTo>
                    <a:pt x="7620" y="172593"/>
                    <a:pt x="5905" y="174308"/>
                    <a:pt x="3810" y="17430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54" name="Google Shape;254;p19"/>
          <p:cNvSpPr/>
          <p:nvPr/>
        </p:nvSpPr>
        <p:spPr>
          <a:xfrm flipH="1" rot="532502">
            <a:off x="-514115" y="4385276"/>
            <a:ext cx="1514959" cy="122499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 name="Google Shape;255;p19"/>
          <p:cNvGrpSpPr/>
          <p:nvPr/>
        </p:nvGrpSpPr>
        <p:grpSpPr>
          <a:xfrm>
            <a:off x="-148774" y="4544215"/>
            <a:ext cx="784225" cy="584398"/>
            <a:chOff x="1914620" y="1930431"/>
            <a:chExt cx="572929" cy="426911"/>
          </a:xfrm>
        </p:grpSpPr>
        <p:grpSp>
          <p:nvGrpSpPr>
            <p:cNvPr id="256" name="Google Shape;256;p19"/>
            <p:cNvGrpSpPr/>
            <p:nvPr/>
          </p:nvGrpSpPr>
          <p:grpSpPr>
            <a:xfrm>
              <a:off x="1914620" y="1930431"/>
              <a:ext cx="572929" cy="426911"/>
              <a:chOff x="1914620" y="1930431"/>
              <a:chExt cx="572929" cy="426911"/>
            </a:xfrm>
          </p:grpSpPr>
          <p:sp>
            <p:nvSpPr>
              <p:cNvPr id="257" name="Google Shape;257;p19"/>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 name="Google Shape;258;p19"/>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 name="Google Shape;259;p19"/>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60" name="Google Shape;260;p19"/>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61" name="Google Shape;261;p19"/>
          <p:cNvSpPr/>
          <p:nvPr/>
        </p:nvSpPr>
        <p:spPr>
          <a:xfrm rot="5844200">
            <a:off x="8030548" y="2339312"/>
            <a:ext cx="2404301" cy="131859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62" name="Shape 262"/>
        <p:cNvGrpSpPr/>
        <p:nvPr/>
      </p:nvGrpSpPr>
      <p:grpSpPr>
        <a:xfrm>
          <a:off x="0" y="0"/>
          <a:ext cx="0" cy="0"/>
          <a:chOff x="0" y="0"/>
          <a:chExt cx="0" cy="0"/>
        </a:xfrm>
      </p:grpSpPr>
      <p:sp>
        <p:nvSpPr>
          <p:cNvPr id="263" name="Google Shape;263;p20"/>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64" name="Google Shape;264;p20"/>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265" name="Google Shape;265;p20"/>
          <p:cNvSpPr/>
          <p:nvPr>
            <p:ph idx="2" type="pic"/>
          </p:nvPr>
        </p:nvSpPr>
        <p:spPr>
          <a:xfrm>
            <a:off x="5668975" y="1076550"/>
            <a:ext cx="2990400" cy="2990400"/>
          </a:xfrm>
          <a:prstGeom prst="roundRect">
            <a:avLst>
              <a:gd fmla="val 16667" name="adj"/>
            </a:avLst>
          </a:prstGeom>
          <a:noFill/>
          <a:ln>
            <a:noFill/>
          </a:ln>
        </p:spPr>
      </p:sp>
      <p:sp>
        <p:nvSpPr>
          <p:cNvPr id="266" name="Google Shape;266;p20"/>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0"/>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 name="Google Shape;268;p20"/>
          <p:cNvGrpSpPr/>
          <p:nvPr/>
        </p:nvGrpSpPr>
        <p:grpSpPr>
          <a:xfrm>
            <a:off x="65066" y="4373044"/>
            <a:ext cx="878158" cy="654532"/>
            <a:chOff x="1114425" y="4361211"/>
            <a:chExt cx="573023" cy="427101"/>
          </a:xfrm>
        </p:grpSpPr>
        <p:grpSp>
          <p:nvGrpSpPr>
            <p:cNvPr id="269" name="Google Shape;269;p20"/>
            <p:cNvGrpSpPr/>
            <p:nvPr/>
          </p:nvGrpSpPr>
          <p:grpSpPr>
            <a:xfrm>
              <a:off x="1114425" y="4361211"/>
              <a:ext cx="573023" cy="427101"/>
              <a:chOff x="1114425" y="4361211"/>
              <a:chExt cx="573023" cy="427101"/>
            </a:xfrm>
          </p:grpSpPr>
          <p:sp>
            <p:nvSpPr>
              <p:cNvPr id="270" name="Google Shape;270;p20"/>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 name="Google Shape;271;p20"/>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 name="Google Shape;272;p20"/>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3" name="Google Shape;273;p20"/>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74" name="Shape 274"/>
        <p:cNvGrpSpPr/>
        <p:nvPr/>
      </p:nvGrpSpPr>
      <p:grpSpPr>
        <a:xfrm>
          <a:off x="0" y="0"/>
          <a:ext cx="0" cy="0"/>
          <a:chOff x="0" y="0"/>
          <a:chExt cx="0" cy="0"/>
        </a:xfrm>
      </p:grpSpPr>
      <p:sp>
        <p:nvSpPr>
          <p:cNvPr id="275" name="Google Shape;275;p21"/>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276" name="Google Shape;276;p21"/>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1"/>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1"/>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79" name="Shape 279"/>
        <p:cNvGrpSpPr/>
        <p:nvPr/>
      </p:nvGrpSpPr>
      <p:grpSpPr>
        <a:xfrm>
          <a:off x="0" y="0"/>
          <a:ext cx="0" cy="0"/>
          <a:chOff x="0" y="0"/>
          <a:chExt cx="0" cy="0"/>
        </a:xfrm>
      </p:grpSpPr>
      <p:sp>
        <p:nvSpPr>
          <p:cNvPr id="280" name="Google Shape;280;p22"/>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15000"/>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281" name="Google Shape;281;p22"/>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82" name="Google Shape;282;p22"/>
          <p:cNvSpPr/>
          <p:nvPr/>
        </p:nvSpPr>
        <p:spPr>
          <a:xfrm rot="3263452">
            <a:off x="-163955"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2"/>
          <p:cNvSpPr/>
          <p:nvPr/>
        </p:nvSpPr>
        <p:spPr>
          <a:xfrm rot="-460623">
            <a:off x="-1793263"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2"/>
          <p:cNvSpPr/>
          <p:nvPr/>
        </p:nvSpPr>
        <p:spPr>
          <a:xfrm rot="4592047">
            <a:off x="7797256" y="593203"/>
            <a:ext cx="1475158" cy="11928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85" name="Shape 285"/>
        <p:cNvGrpSpPr/>
        <p:nvPr/>
      </p:nvGrpSpPr>
      <p:grpSpPr>
        <a:xfrm>
          <a:off x="0" y="0"/>
          <a:ext cx="0" cy="0"/>
          <a:chOff x="0" y="0"/>
          <a:chExt cx="0" cy="0"/>
        </a:xfrm>
      </p:grpSpPr>
      <p:sp>
        <p:nvSpPr>
          <p:cNvPr id="286" name="Google Shape;286;p23"/>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algn="ctr">
              <a:spcBef>
                <a:spcPts val="0"/>
              </a:spcBef>
              <a:spcAft>
                <a:spcPts val="0"/>
              </a:spcAft>
              <a:buSzPts val="3000"/>
              <a:buNone/>
              <a:defRPr>
                <a:solidFill>
                  <a:schemeClr val="lt1"/>
                </a:solidFill>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87" name="Shape 287"/>
        <p:cNvGrpSpPr/>
        <p:nvPr/>
      </p:nvGrpSpPr>
      <p:grpSpPr>
        <a:xfrm>
          <a:off x="0" y="0"/>
          <a:ext cx="0" cy="0"/>
          <a:chOff x="0" y="0"/>
          <a:chExt cx="0" cy="0"/>
        </a:xfrm>
      </p:grpSpPr>
      <p:sp>
        <p:nvSpPr>
          <p:cNvPr id="288" name="Google Shape;288;p24"/>
          <p:cNvSpPr txBox="1"/>
          <p:nvPr>
            <p:ph hasCustomPrompt="1" type="title"/>
          </p:nvPr>
        </p:nvSpPr>
        <p:spPr>
          <a:xfrm>
            <a:off x="713225" y="1477363"/>
            <a:ext cx="6576000" cy="15267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89" name="Google Shape;289;p24"/>
          <p:cNvSpPr txBox="1"/>
          <p:nvPr>
            <p:ph idx="1" type="subTitle"/>
          </p:nvPr>
        </p:nvSpPr>
        <p:spPr>
          <a:xfrm>
            <a:off x="713225" y="3169038"/>
            <a:ext cx="6576000" cy="497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290" name="Google Shape;290;p24"/>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4"/>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4"/>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4"/>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4" name="Google Shape;294;p24"/>
          <p:cNvGrpSpPr/>
          <p:nvPr/>
        </p:nvGrpSpPr>
        <p:grpSpPr>
          <a:xfrm>
            <a:off x="7441503" y="289852"/>
            <a:ext cx="1366913" cy="1382099"/>
            <a:chOff x="6568493" y="8"/>
            <a:chExt cx="1820608" cy="1840590"/>
          </a:xfrm>
        </p:grpSpPr>
        <p:sp>
          <p:nvSpPr>
            <p:cNvPr id="295" name="Google Shape;295;p24"/>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 name="Google Shape;296;p24"/>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97" name="Google Shape;297;p24"/>
            <p:cNvGrpSpPr/>
            <p:nvPr/>
          </p:nvGrpSpPr>
          <p:grpSpPr>
            <a:xfrm>
              <a:off x="6568493" y="84720"/>
              <a:ext cx="1649109" cy="1669065"/>
              <a:chOff x="8921020" y="472154"/>
              <a:chExt cx="1959958" cy="1983676"/>
            </a:xfrm>
          </p:grpSpPr>
          <p:sp>
            <p:nvSpPr>
              <p:cNvPr id="298" name="Google Shape;298;p24"/>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 name="Google Shape;299;p24"/>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00" name="Google Shape;300;p24"/>
              <p:cNvGrpSpPr/>
              <p:nvPr/>
            </p:nvGrpSpPr>
            <p:grpSpPr>
              <a:xfrm>
                <a:off x="9011888" y="537781"/>
                <a:ext cx="255174" cy="64389"/>
                <a:chOff x="9011888" y="537781"/>
                <a:chExt cx="255174" cy="64389"/>
              </a:xfrm>
            </p:grpSpPr>
            <p:sp>
              <p:nvSpPr>
                <p:cNvPr id="301" name="Google Shape;301;p24"/>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 name="Google Shape;302;p24"/>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 name="Google Shape;303;p24"/>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04" name="Google Shape;304;p24"/>
            <p:cNvGrpSpPr/>
            <p:nvPr/>
          </p:nvGrpSpPr>
          <p:grpSpPr>
            <a:xfrm>
              <a:off x="6795939" y="406335"/>
              <a:ext cx="1194216" cy="1228757"/>
              <a:chOff x="9191339" y="854392"/>
              <a:chExt cx="1419320" cy="1460372"/>
            </a:xfrm>
          </p:grpSpPr>
          <p:grpSp>
            <p:nvGrpSpPr>
              <p:cNvPr id="305" name="Google Shape;305;p24"/>
              <p:cNvGrpSpPr/>
              <p:nvPr/>
            </p:nvGrpSpPr>
            <p:grpSpPr>
              <a:xfrm>
                <a:off x="9191339" y="1884045"/>
                <a:ext cx="604932" cy="420243"/>
                <a:chOff x="9191339" y="1884045"/>
                <a:chExt cx="604932" cy="420243"/>
              </a:xfrm>
            </p:grpSpPr>
            <p:sp>
              <p:nvSpPr>
                <p:cNvPr id="306" name="Google Shape;306;p24"/>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 name="Google Shape;307;p24"/>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 name="Google Shape;308;p24"/>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 name="Google Shape;309;p24"/>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 name="Google Shape;310;p24"/>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 name="Google Shape;311;p24"/>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 name="Google Shape;312;p24"/>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 name="Google Shape;313;p24"/>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 name="Google Shape;314;p24"/>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 name="Google Shape;315;p24"/>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6" name="Google Shape;316;p24"/>
              <p:cNvGrpSpPr/>
              <p:nvPr/>
            </p:nvGrpSpPr>
            <p:grpSpPr>
              <a:xfrm>
                <a:off x="10004774" y="854392"/>
                <a:ext cx="604932" cy="420243"/>
                <a:chOff x="10004774" y="854392"/>
                <a:chExt cx="604932" cy="420243"/>
              </a:xfrm>
            </p:grpSpPr>
            <p:sp>
              <p:nvSpPr>
                <p:cNvPr id="317" name="Google Shape;317;p24"/>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 name="Google Shape;318;p24"/>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 name="Google Shape;319;p24"/>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 name="Google Shape;320;p24"/>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 name="Google Shape;321;p24"/>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 name="Google Shape;322;p24"/>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 name="Google Shape;323;p24"/>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 name="Google Shape;324;p24"/>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 name="Google Shape;325;p24"/>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 name="Google Shape;326;p24"/>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7" name="Google Shape;327;p24"/>
              <p:cNvGrpSpPr/>
              <p:nvPr/>
            </p:nvGrpSpPr>
            <p:grpSpPr>
              <a:xfrm>
                <a:off x="10004774" y="1374362"/>
                <a:ext cx="604932" cy="303466"/>
                <a:chOff x="10004774" y="1374362"/>
                <a:chExt cx="604932" cy="303466"/>
              </a:xfrm>
            </p:grpSpPr>
            <p:sp>
              <p:nvSpPr>
                <p:cNvPr id="328" name="Google Shape;328;p24"/>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 name="Google Shape;329;p24"/>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 name="Google Shape;330;p24"/>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 name="Google Shape;331;p24"/>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 name="Google Shape;332;p24"/>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 name="Google Shape;333;p24"/>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 name="Google Shape;334;p24"/>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 name="Google Shape;335;p24"/>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6" name="Google Shape;336;p24"/>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 name="Google Shape;337;p24"/>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8" name="Google Shape;338;p24"/>
            <p:cNvGrpSpPr/>
            <p:nvPr/>
          </p:nvGrpSpPr>
          <p:grpSpPr>
            <a:xfrm>
              <a:off x="6717319" y="354723"/>
              <a:ext cx="656533" cy="799751"/>
              <a:chOff x="9097899" y="793051"/>
              <a:chExt cx="780287" cy="950500"/>
            </a:xfrm>
          </p:grpSpPr>
          <p:grpSp>
            <p:nvGrpSpPr>
              <p:cNvPr id="339" name="Google Shape;339;p24"/>
              <p:cNvGrpSpPr/>
              <p:nvPr/>
            </p:nvGrpSpPr>
            <p:grpSpPr>
              <a:xfrm>
                <a:off x="9118758" y="814006"/>
                <a:ext cx="747999" cy="918020"/>
                <a:chOff x="9118758" y="814006"/>
                <a:chExt cx="747999" cy="918020"/>
              </a:xfrm>
            </p:grpSpPr>
            <p:sp>
              <p:nvSpPr>
                <p:cNvPr id="340" name="Google Shape;340;p24"/>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 name="Google Shape;341;p24"/>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 name="Google Shape;342;p24"/>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 name="Google Shape;343;p24"/>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4" name="Google Shape;344;p24"/>
              <p:cNvGrpSpPr/>
              <p:nvPr/>
            </p:nvGrpSpPr>
            <p:grpSpPr>
              <a:xfrm>
                <a:off x="9097899" y="793051"/>
                <a:ext cx="780287" cy="950500"/>
                <a:chOff x="9097899" y="793051"/>
                <a:chExt cx="780287" cy="950500"/>
              </a:xfrm>
            </p:grpSpPr>
            <p:grpSp>
              <p:nvGrpSpPr>
                <p:cNvPr id="345" name="Google Shape;345;p24"/>
                <p:cNvGrpSpPr/>
                <p:nvPr/>
              </p:nvGrpSpPr>
              <p:grpSpPr>
                <a:xfrm>
                  <a:off x="9097899" y="793051"/>
                  <a:ext cx="780287" cy="41909"/>
                  <a:chOff x="9097899" y="793051"/>
                  <a:chExt cx="780287" cy="41909"/>
                </a:xfrm>
              </p:grpSpPr>
              <p:sp>
                <p:nvSpPr>
                  <p:cNvPr id="346" name="Google Shape;346;p24"/>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 name="Google Shape;347;p24"/>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8" name="Google Shape;348;p24"/>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9" name="Google Shape;349;p24"/>
                <p:cNvGrpSpPr/>
                <p:nvPr/>
              </p:nvGrpSpPr>
              <p:grpSpPr>
                <a:xfrm>
                  <a:off x="9097899" y="1247298"/>
                  <a:ext cx="780287" cy="41910"/>
                  <a:chOff x="9097899" y="1247298"/>
                  <a:chExt cx="780287" cy="41910"/>
                </a:xfrm>
              </p:grpSpPr>
              <p:sp>
                <p:nvSpPr>
                  <p:cNvPr id="350" name="Google Shape;350;p24"/>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1" name="Google Shape;351;p24"/>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52" name="Google Shape;352;p24"/>
                <p:cNvGrpSpPr/>
                <p:nvPr/>
              </p:nvGrpSpPr>
              <p:grpSpPr>
                <a:xfrm>
                  <a:off x="9097899" y="1701641"/>
                  <a:ext cx="780287" cy="41910"/>
                  <a:chOff x="9097899" y="1701641"/>
                  <a:chExt cx="780287" cy="41910"/>
                </a:xfrm>
              </p:grpSpPr>
              <p:sp>
                <p:nvSpPr>
                  <p:cNvPr id="353" name="Google Shape;353;p24"/>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 name="Google Shape;354;p24"/>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 name="Google Shape;355;p24"/>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356" name="Google Shape;356;p24"/>
            <p:cNvGrpSpPr/>
            <p:nvPr/>
          </p:nvGrpSpPr>
          <p:grpSpPr>
            <a:xfrm>
              <a:off x="7074117" y="956519"/>
              <a:ext cx="215826" cy="125825"/>
              <a:chOff x="9521952" y="1508283"/>
              <a:chExt cx="256508" cy="149542"/>
            </a:xfrm>
          </p:grpSpPr>
          <p:sp>
            <p:nvSpPr>
              <p:cNvPr id="357" name="Google Shape;357;p24"/>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58" name="Google Shape;358;p24"/>
              <p:cNvGrpSpPr/>
              <p:nvPr/>
            </p:nvGrpSpPr>
            <p:grpSpPr>
              <a:xfrm>
                <a:off x="9556578" y="1534618"/>
                <a:ext cx="183763" cy="98921"/>
                <a:chOff x="9556578" y="1534618"/>
                <a:chExt cx="183763" cy="98921"/>
              </a:xfrm>
            </p:grpSpPr>
            <p:grpSp>
              <p:nvGrpSpPr>
                <p:cNvPr id="359" name="Google Shape;359;p24"/>
                <p:cNvGrpSpPr/>
                <p:nvPr/>
              </p:nvGrpSpPr>
              <p:grpSpPr>
                <a:xfrm>
                  <a:off x="9645396" y="1536115"/>
                  <a:ext cx="94945" cy="94946"/>
                  <a:chOff x="9645396" y="1536115"/>
                  <a:chExt cx="94945" cy="94946"/>
                </a:xfrm>
              </p:grpSpPr>
              <p:sp>
                <p:nvSpPr>
                  <p:cNvPr id="360" name="Google Shape;360;p24"/>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 name="Google Shape;361;p24"/>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62" name="Google Shape;362;p24"/>
                <p:cNvGrpSpPr/>
                <p:nvPr/>
              </p:nvGrpSpPr>
              <p:grpSpPr>
                <a:xfrm>
                  <a:off x="9556578" y="1534618"/>
                  <a:ext cx="98773" cy="98921"/>
                  <a:chOff x="9556578" y="1534618"/>
                  <a:chExt cx="98773" cy="98921"/>
                </a:xfrm>
              </p:grpSpPr>
              <p:sp>
                <p:nvSpPr>
                  <p:cNvPr id="363" name="Google Shape;363;p24"/>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 name="Google Shape;364;p24"/>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365" name="Shape 365"/>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366" name="Shape 366"/>
        <p:cNvGrpSpPr/>
        <p:nvPr/>
      </p:nvGrpSpPr>
      <p:grpSpPr>
        <a:xfrm>
          <a:off x="0" y="0"/>
          <a:ext cx="0" cy="0"/>
          <a:chOff x="0" y="0"/>
          <a:chExt cx="0" cy="0"/>
        </a:xfrm>
      </p:grpSpPr>
      <p:sp>
        <p:nvSpPr>
          <p:cNvPr id="367" name="Google Shape;367;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68" name="Google Shape;368;p26"/>
          <p:cNvSpPr txBox="1"/>
          <p:nvPr>
            <p:ph hasCustomPrompt="1" idx="2" type="title"/>
          </p:nvPr>
        </p:nvSpPr>
        <p:spPr>
          <a:xfrm>
            <a:off x="110097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369" name="Google Shape;369;p26"/>
          <p:cNvSpPr txBox="1"/>
          <p:nvPr>
            <p:ph hasCustomPrompt="1" idx="3" type="title"/>
          </p:nvPr>
        </p:nvSpPr>
        <p:spPr>
          <a:xfrm>
            <a:off x="110097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370" name="Google Shape;370;p26"/>
          <p:cNvSpPr txBox="1"/>
          <p:nvPr>
            <p:ph hasCustomPrompt="1" idx="4" type="title"/>
          </p:nvPr>
        </p:nvSpPr>
        <p:spPr>
          <a:xfrm>
            <a:off x="3419250"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371" name="Google Shape;371;p26"/>
          <p:cNvSpPr txBox="1"/>
          <p:nvPr>
            <p:ph hasCustomPrompt="1" idx="5" type="title"/>
          </p:nvPr>
        </p:nvSpPr>
        <p:spPr>
          <a:xfrm>
            <a:off x="3419250"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372" name="Google Shape;372;p26"/>
          <p:cNvSpPr txBox="1"/>
          <p:nvPr>
            <p:ph hasCustomPrompt="1" idx="6" type="title"/>
          </p:nvPr>
        </p:nvSpPr>
        <p:spPr>
          <a:xfrm>
            <a:off x="573752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373" name="Google Shape;373;p26"/>
          <p:cNvSpPr txBox="1"/>
          <p:nvPr>
            <p:ph hasCustomPrompt="1" idx="7" type="title"/>
          </p:nvPr>
        </p:nvSpPr>
        <p:spPr>
          <a:xfrm>
            <a:off x="573752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374" name="Google Shape;374;p26"/>
          <p:cNvSpPr txBox="1"/>
          <p:nvPr>
            <p:ph idx="1" type="subTitle"/>
          </p:nvPr>
        </p:nvSpPr>
        <p:spPr>
          <a:xfrm>
            <a:off x="110097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75" name="Google Shape;375;p26"/>
          <p:cNvSpPr txBox="1"/>
          <p:nvPr>
            <p:ph idx="8" type="subTitle"/>
          </p:nvPr>
        </p:nvSpPr>
        <p:spPr>
          <a:xfrm>
            <a:off x="3419250"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76" name="Google Shape;376;p26"/>
          <p:cNvSpPr txBox="1"/>
          <p:nvPr>
            <p:ph idx="9" type="subTitle"/>
          </p:nvPr>
        </p:nvSpPr>
        <p:spPr>
          <a:xfrm>
            <a:off x="573752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77" name="Google Shape;377;p26"/>
          <p:cNvSpPr txBox="1"/>
          <p:nvPr>
            <p:ph idx="13" type="subTitle"/>
          </p:nvPr>
        </p:nvSpPr>
        <p:spPr>
          <a:xfrm>
            <a:off x="110097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78" name="Google Shape;378;p26"/>
          <p:cNvSpPr txBox="1"/>
          <p:nvPr>
            <p:ph idx="14" type="subTitle"/>
          </p:nvPr>
        </p:nvSpPr>
        <p:spPr>
          <a:xfrm>
            <a:off x="3419250"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79" name="Google Shape;379;p26"/>
          <p:cNvSpPr txBox="1"/>
          <p:nvPr>
            <p:ph idx="15" type="subTitle"/>
          </p:nvPr>
        </p:nvSpPr>
        <p:spPr>
          <a:xfrm>
            <a:off x="573752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80" name="Google Shape;380;p26"/>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6"/>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 name="Google Shape;382;p26"/>
          <p:cNvGrpSpPr/>
          <p:nvPr/>
        </p:nvGrpSpPr>
        <p:grpSpPr>
          <a:xfrm>
            <a:off x="8114970" y="266839"/>
            <a:ext cx="829992" cy="750888"/>
            <a:chOff x="8114596" y="445039"/>
            <a:chExt cx="633002" cy="572716"/>
          </a:xfrm>
        </p:grpSpPr>
        <p:grpSp>
          <p:nvGrpSpPr>
            <p:cNvPr id="383" name="Google Shape;383;p26"/>
            <p:cNvGrpSpPr/>
            <p:nvPr/>
          </p:nvGrpSpPr>
          <p:grpSpPr>
            <a:xfrm>
              <a:off x="8114596" y="445039"/>
              <a:ext cx="633002" cy="572716"/>
              <a:chOff x="7189660" y="520827"/>
              <a:chExt cx="598074" cy="541115"/>
            </a:xfrm>
          </p:grpSpPr>
          <p:sp>
            <p:nvSpPr>
              <p:cNvPr id="384" name="Google Shape;384;p26"/>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85" name="Google Shape;385;p26"/>
              <p:cNvGrpSpPr/>
              <p:nvPr/>
            </p:nvGrpSpPr>
            <p:grpSpPr>
              <a:xfrm>
                <a:off x="7579137" y="551973"/>
                <a:ext cx="164782" cy="41529"/>
                <a:chOff x="7579137" y="551973"/>
                <a:chExt cx="164782" cy="41529"/>
              </a:xfrm>
            </p:grpSpPr>
            <p:sp>
              <p:nvSpPr>
                <p:cNvPr id="386" name="Google Shape;386;p26"/>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 name="Google Shape;387;p26"/>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 name="Google Shape;388;p26"/>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89" name="Google Shape;389;p26"/>
            <p:cNvGrpSpPr/>
            <p:nvPr/>
          </p:nvGrpSpPr>
          <p:grpSpPr>
            <a:xfrm>
              <a:off x="8184962" y="619646"/>
              <a:ext cx="498115" cy="257273"/>
              <a:chOff x="7256144" y="685800"/>
              <a:chExt cx="470630" cy="243077"/>
            </a:xfrm>
          </p:grpSpPr>
          <p:sp>
            <p:nvSpPr>
              <p:cNvPr id="390" name="Google Shape;390;p26"/>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91" name="Google Shape;391;p26"/>
              <p:cNvGrpSpPr/>
              <p:nvPr/>
            </p:nvGrpSpPr>
            <p:grpSpPr>
              <a:xfrm>
                <a:off x="7512843" y="685800"/>
                <a:ext cx="213931" cy="243077"/>
                <a:chOff x="7512843" y="685800"/>
                <a:chExt cx="213931" cy="243077"/>
              </a:xfrm>
            </p:grpSpPr>
            <p:grpSp>
              <p:nvGrpSpPr>
                <p:cNvPr id="392" name="Google Shape;392;p26"/>
                <p:cNvGrpSpPr/>
                <p:nvPr/>
              </p:nvGrpSpPr>
              <p:grpSpPr>
                <a:xfrm>
                  <a:off x="7512843" y="836580"/>
                  <a:ext cx="213931" cy="92297"/>
                  <a:chOff x="7512843" y="836580"/>
                  <a:chExt cx="213931" cy="92297"/>
                </a:xfrm>
              </p:grpSpPr>
              <p:sp>
                <p:nvSpPr>
                  <p:cNvPr id="393" name="Google Shape;393;p26"/>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 name="Google Shape;394;p26"/>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5" name="Google Shape;395;p26"/>
                <p:cNvGrpSpPr/>
                <p:nvPr/>
              </p:nvGrpSpPr>
              <p:grpSpPr>
                <a:xfrm>
                  <a:off x="7512843" y="761238"/>
                  <a:ext cx="213931" cy="92296"/>
                  <a:chOff x="7512843" y="761238"/>
                  <a:chExt cx="213931" cy="92296"/>
                </a:xfrm>
              </p:grpSpPr>
              <p:sp>
                <p:nvSpPr>
                  <p:cNvPr id="396" name="Google Shape;396;p26"/>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 name="Google Shape;397;p26"/>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8" name="Google Shape;398;p26"/>
                <p:cNvGrpSpPr/>
                <p:nvPr/>
              </p:nvGrpSpPr>
              <p:grpSpPr>
                <a:xfrm>
                  <a:off x="7512843" y="685800"/>
                  <a:ext cx="213931" cy="92297"/>
                  <a:chOff x="7512843" y="685800"/>
                  <a:chExt cx="213931" cy="92297"/>
                </a:xfrm>
              </p:grpSpPr>
              <p:sp>
                <p:nvSpPr>
                  <p:cNvPr id="399" name="Google Shape;399;p26"/>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 name="Google Shape;400;p26"/>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
        <p:nvSpPr>
          <p:cNvPr id="401" name="Google Shape;401;p26"/>
          <p:cNvSpPr/>
          <p:nvPr/>
        </p:nvSpPr>
        <p:spPr>
          <a:xfrm>
            <a:off x="62832" y="4828541"/>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02" name="Google Shape;402;p26"/>
          <p:cNvGrpSpPr/>
          <p:nvPr/>
        </p:nvGrpSpPr>
        <p:grpSpPr>
          <a:xfrm>
            <a:off x="103395" y="3891186"/>
            <a:ext cx="668783" cy="959747"/>
            <a:chOff x="10519314" y="4728596"/>
            <a:chExt cx="751780" cy="1078731"/>
          </a:xfrm>
        </p:grpSpPr>
        <p:grpSp>
          <p:nvGrpSpPr>
            <p:cNvPr id="403" name="Google Shape;403;p26"/>
            <p:cNvGrpSpPr/>
            <p:nvPr/>
          </p:nvGrpSpPr>
          <p:grpSpPr>
            <a:xfrm>
              <a:off x="10519314" y="4728596"/>
              <a:ext cx="626662" cy="1078731"/>
              <a:chOff x="10519314" y="4728596"/>
              <a:chExt cx="626662" cy="1078731"/>
            </a:xfrm>
          </p:grpSpPr>
          <p:grpSp>
            <p:nvGrpSpPr>
              <p:cNvPr id="404" name="Google Shape;404;p26"/>
              <p:cNvGrpSpPr/>
              <p:nvPr/>
            </p:nvGrpSpPr>
            <p:grpSpPr>
              <a:xfrm>
                <a:off x="10903220" y="4888205"/>
                <a:ext cx="242756" cy="919122"/>
                <a:chOff x="10903220" y="4888205"/>
                <a:chExt cx="242756" cy="919122"/>
              </a:xfrm>
            </p:grpSpPr>
            <p:sp>
              <p:nvSpPr>
                <p:cNvPr id="405" name="Google Shape;405;p26"/>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 name="Google Shape;406;p26"/>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 name="Google Shape;407;p26"/>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08" name="Google Shape;408;p26"/>
                <p:cNvGrpSpPr/>
                <p:nvPr/>
              </p:nvGrpSpPr>
              <p:grpSpPr>
                <a:xfrm>
                  <a:off x="11014221" y="5588618"/>
                  <a:ext cx="100021" cy="114784"/>
                  <a:chOff x="11014221" y="5588618"/>
                  <a:chExt cx="100021" cy="114784"/>
                </a:xfrm>
              </p:grpSpPr>
              <p:sp>
                <p:nvSpPr>
                  <p:cNvPr id="409" name="Google Shape;409;p26"/>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 name="Google Shape;410;p26"/>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 name="Google Shape;411;p26"/>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 name="Google Shape;412;p26"/>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13" name="Google Shape;413;p26"/>
              <p:cNvGrpSpPr/>
              <p:nvPr/>
            </p:nvGrpSpPr>
            <p:grpSpPr>
              <a:xfrm>
                <a:off x="10718623" y="4728596"/>
                <a:ext cx="229169" cy="1075979"/>
                <a:chOff x="10718623" y="4728596"/>
                <a:chExt cx="229169" cy="1075979"/>
              </a:xfrm>
            </p:grpSpPr>
            <p:sp>
              <p:nvSpPr>
                <p:cNvPr id="414" name="Google Shape;414;p26"/>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 name="Google Shape;415;p26"/>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16" name="Google Shape;416;p26"/>
                <p:cNvGrpSpPr/>
                <p:nvPr/>
              </p:nvGrpSpPr>
              <p:grpSpPr>
                <a:xfrm>
                  <a:off x="10765015" y="5040134"/>
                  <a:ext cx="116314" cy="49775"/>
                  <a:chOff x="10765015" y="5040134"/>
                  <a:chExt cx="116314" cy="49775"/>
                </a:xfrm>
              </p:grpSpPr>
              <p:sp>
                <p:nvSpPr>
                  <p:cNvPr id="417" name="Google Shape;417;p26"/>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 name="Google Shape;418;p26"/>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9" name="Google Shape;419;p26"/>
                <p:cNvGrpSpPr/>
                <p:nvPr/>
              </p:nvGrpSpPr>
              <p:grpSpPr>
                <a:xfrm>
                  <a:off x="10784825" y="5436314"/>
                  <a:ext cx="116414" cy="49961"/>
                  <a:chOff x="10784825" y="5436314"/>
                  <a:chExt cx="116414" cy="49961"/>
                </a:xfrm>
              </p:grpSpPr>
              <p:sp>
                <p:nvSpPr>
                  <p:cNvPr id="420" name="Google Shape;420;p26"/>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 name="Google Shape;421;p26"/>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22" name="Google Shape;422;p26"/>
              <p:cNvGrpSpPr/>
              <p:nvPr/>
            </p:nvGrpSpPr>
            <p:grpSpPr>
              <a:xfrm>
                <a:off x="10519314" y="4813458"/>
                <a:ext cx="202120" cy="992123"/>
                <a:chOff x="10519314" y="4813458"/>
                <a:chExt cx="202120" cy="992123"/>
              </a:xfrm>
            </p:grpSpPr>
            <p:sp>
              <p:nvSpPr>
                <p:cNvPr id="423" name="Google Shape;423;p26"/>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 name="Google Shape;424;p26"/>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25" name="Google Shape;425;p26"/>
                <p:cNvGrpSpPr/>
                <p:nvPr/>
              </p:nvGrpSpPr>
              <p:grpSpPr>
                <a:xfrm>
                  <a:off x="10556176" y="5465730"/>
                  <a:ext cx="128397" cy="44196"/>
                  <a:chOff x="10556176" y="5465730"/>
                  <a:chExt cx="128397" cy="44196"/>
                </a:xfrm>
              </p:grpSpPr>
              <p:sp>
                <p:nvSpPr>
                  <p:cNvPr id="426" name="Google Shape;426;p26"/>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 name="Google Shape;427;p26"/>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8" name="Google Shape;428;p26"/>
                <p:cNvGrpSpPr/>
                <p:nvPr/>
              </p:nvGrpSpPr>
              <p:grpSpPr>
                <a:xfrm>
                  <a:off x="10556176" y="5689187"/>
                  <a:ext cx="128397" cy="44196"/>
                  <a:chOff x="10556176" y="5689187"/>
                  <a:chExt cx="128397" cy="44196"/>
                </a:xfrm>
              </p:grpSpPr>
              <p:sp>
                <p:nvSpPr>
                  <p:cNvPr id="429" name="Google Shape;429;p26"/>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 name="Google Shape;430;p26"/>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431" name="Google Shape;431;p26"/>
            <p:cNvGrpSpPr/>
            <p:nvPr/>
          </p:nvGrpSpPr>
          <p:grpSpPr>
            <a:xfrm>
              <a:off x="11058042" y="5088325"/>
              <a:ext cx="213052" cy="717953"/>
              <a:chOff x="11058042" y="5088325"/>
              <a:chExt cx="213052" cy="717953"/>
            </a:xfrm>
          </p:grpSpPr>
          <p:sp>
            <p:nvSpPr>
              <p:cNvPr id="432" name="Google Shape;432;p26"/>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 name="Google Shape;433;p26"/>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34" name="Google Shape;434;p26"/>
          <p:cNvGrpSpPr/>
          <p:nvPr/>
        </p:nvGrpSpPr>
        <p:grpSpPr>
          <a:xfrm>
            <a:off x="150676" y="2823493"/>
            <a:ext cx="516117" cy="779220"/>
            <a:chOff x="10572463" y="3528536"/>
            <a:chExt cx="580168" cy="875823"/>
          </a:xfrm>
        </p:grpSpPr>
        <p:grpSp>
          <p:nvGrpSpPr>
            <p:cNvPr id="435" name="Google Shape;435;p26"/>
            <p:cNvGrpSpPr/>
            <p:nvPr/>
          </p:nvGrpSpPr>
          <p:grpSpPr>
            <a:xfrm>
              <a:off x="10713815" y="3528536"/>
              <a:ext cx="438816" cy="746664"/>
              <a:chOff x="10713815" y="3528536"/>
              <a:chExt cx="438816" cy="746664"/>
            </a:xfrm>
          </p:grpSpPr>
          <p:sp>
            <p:nvSpPr>
              <p:cNvPr id="436" name="Google Shape;436;p26"/>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37" name="Google Shape;437;p26"/>
              <p:cNvGrpSpPr/>
              <p:nvPr/>
            </p:nvGrpSpPr>
            <p:grpSpPr>
              <a:xfrm>
                <a:off x="10776489" y="3625310"/>
                <a:ext cx="313848" cy="288226"/>
                <a:chOff x="10776489" y="3625310"/>
                <a:chExt cx="313848" cy="288226"/>
              </a:xfrm>
            </p:grpSpPr>
            <p:sp>
              <p:nvSpPr>
                <p:cNvPr id="438" name="Google Shape;438;p26"/>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 name="Google Shape;439;p26"/>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 name="Google Shape;440;p26"/>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 name="Google Shape;441;p26"/>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 name="Google Shape;442;p26"/>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 name="Google Shape;443;p26"/>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4" name="Google Shape;444;p26"/>
              <p:cNvGrpSpPr/>
              <p:nvPr/>
            </p:nvGrpSpPr>
            <p:grpSpPr>
              <a:xfrm>
                <a:off x="10776489" y="3999547"/>
                <a:ext cx="313848" cy="181546"/>
                <a:chOff x="10776489" y="3999547"/>
                <a:chExt cx="313848" cy="181546"/>
              </a:xfrm>
            </p:grpSpPr>
            <p:sp>
              <p:nvSpPr>
                <p:cNvPr id="445" name="Google Shape;445;p26"/>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 name="Google Shape;446;p26"/>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 name="Google Shape;447;p26"/>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 name="Google Shape;448;p26"/>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49" name="Google Shape;449;p26"/>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0" name="Google Shape;450;p26"/>
            <p:cNvGrpSpPr/>
            <p:nvPr/>
          </p:nvGrpSpPr>
          <p:grpSpPr>
            <a:xfrm>
              <a:off x="10572463" y="3657790"/>
              <a:ext cx="438817" cy="746569"/>
              <a:chOff x="10572463" y="3657790"/>
              <a:chExt cx="438817" cy="746569"/>
            </a:xfrm>
          </p:grpSpPr>
          <p:sp>
            <p:nvSpPr>
              <p:cNvPr id="451" name="Google Shape;451;p26"/>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2" name="Google Shape;452;p26"/>
              <p:cNvGrpSpPr/>
              <p:nvPr/>
            </p:nvGrpSpPr>
            <p:grpSpPr>
              <a:xfrm>
                <a:off x="10635138" y="3754469"/>
                <a:ext cx="313848" cy="288321"/>
                <a:chOff x="10635138" y="3754469"/>
                <a:chExt cx="313848" cy="288321"/>
              </a:xfrm>
            </p:grpSpPr>
            <p:sp>
              <p:nvSpPr>
                <p:cNvPr id="453" name="Google Shape;453;p26"/>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 name="Google Shape;454;p26"/>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 name="Google Shape;455;p26"/>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 name="Google Shape;456;p26"/>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 name="Google Shape;457;p26"/>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 name="Google Shape;458;p26"/>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9" name="Google Shape;459;p26"/>
              <p:cNvGrpSpPr/>
              <p:nvPr/>
            </p:nvGrpSpPr>
            <p:grpSpPr>
              <a:xfrm>
                <a:off x="10635138" y="4128801"/>
                <a:ext cx="313848" cy="181547"/>
                <a:chOff x="10635138" y="4128801"/>
                <a:chExt cx="313848" cy="181547"/>
              </a:xfrm>
            </p:grpSpPr>
            <p:sp>
              <p:nvSpPr>
                <p:cNvPr id="460" name="Google Shape;460;p26"/>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 name="Google Shape;461;p26"/>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 name="Google Shape;462;p26"/>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 name="Google Shape;463;p26"/>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64" name="Google Shape;464;p26"/>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65" name="Google Shape;465;p26"/>
          <p:cNvGrpSpPr/>
          <p:nvPr/>
        </p:nvGrpSpPr>
        <p:grpSpPr>
          <a:xfrm>
            <a:off x="361835" y="3601018"/>
            <a:ext cx="22030" cy="294484"/>
            <a:chOff x="10809827" y="4402455"/>
            <a:chExt cx="24764" cy="330993"/>
          </a:xfrm>
        </p:grpSpPr>
        <p:sp>
          <p:nvSpPr>
            <p:cNvPr id="466" name="Google Shape;466;p26"/>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 name="Google Shape;467;p26"/>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 name="Google Shape;468;p26"/>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469" name="Shape 469"/>
        <p:cNvGrpSpPr/>
        <p:nvPr/>
      </p:nvGrpSpPr>
      <p:grpSpPr>
        <a:xfrm>
          <a:off x="0" y="0"/>
          <a:ext cx="0" cy="0"/>
          <a:chOff x="0" y="0"/>
          <a:chExt cx="0" cy="0"/>
        </a:xfrm>
      </p:grpSpPr>
      <p:sp>
        <p:nvSpPr>
          <p:cNvPr id="470" name="Google Shape;470;p27"/>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71" name="Google Shape;471;p27"/>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472" name="Google Shape;472;p27"/>
          <p:cNvSpPr/>
          <p:nvPr>
            <p:ph idx="2" type="pic"/>
          </p:nvPr>
        </p:nvSpPr>
        <p:spPr>
          <a:xfrm>
            <a:off x="5668975" y="1076550"/>
            <a:ext cx="2990400" cy="2990400"/>
          </a:xfrm>
          <a:prstGeom prst="roundRect">
            <a:avLst>
              <a:gd fmla="val 16667" name="adj"/>
            </a:avLst>
          </a:prstGeom>
          <a:noFill/>
          <a:ln>
            <a:noFill/>
          </a:ln>
        </p:spPr>
      </p:sp>
      <p:sp>
        <p:nvSpPr>
          <p:cNvPr id="473" name="Google Shape;473;p27"/>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7"/>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 name="Google Shape;475;p27"/>
          <p:cNvGrpSpPr/>
          <p:nvPr/>
        </p:nvGrpSpPr>
        <p:grpSpPr>
          <a:xfrm>
            <a:off x="65066" y="4373044"/>
            <a:ext cx="878158" cy="654532"/>
            <a:chOff x="1114425" y="4361211"/>
            <a:chExt cx="573023" cy="427101"/>
          </a:xfrm>
        </p:grpSpPr>
        <p:grpSp>
          <p:nvGrpSpPr>
            <p:cNvPr id="476" name="Google Shape;476;p27"/>
            <p:cNvGrpSpPr/>
            <p:nvPr/>
          </p:nvGrpSpPr>
          <p:grpSpPr>
            <a:xfrm>
              <a:off x="1114425" y="4361211"/>
              <a:ext cx="573023" cy="427101"/>
              <a:chOff x="1114425" y="4361211"/>
              <a:chExt cx="573023" cy="427101"/>
            </a:xfrm>
          </p:grpSpPr>
          <p:sp>
            <p:nvSpPr>
              <p:cNvPr id="477" name="Google Shape;477;p27"/>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 name="Google Shape;478;p27"/>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9" name="Google Shape;479;p27"/>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80" name="Google Shape;480;p27"/>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_1">
    <p:spTree>
      <p:nvGrpSpPr>
        <p:cNvPr id="481" name="Shape 481"/>
        <p:cNvGrpSpPr/>
        <p:nvPr/>
      </p:nvGrpSpPr>
      <p:grpSpPr>
        <a:xfrm>
          <a:off x="0" y="0"/>
          <a:ext cx="0" cy="0"/>
          <a:chOff x="0" y="0"/>
          <a:chExt cx="0" cy="0"/>
        </a:xfrm>
      </p:grpSpPr>
      <p:sp>
        <p:nvSpPr>
          <p:cNvPr id="482" name="Google Shape;482;p28"/>
          <p:cNvSpPr txBox="1"/>
          <p:nvPr>
            <p:ph type="title"/>
          </p:nvPr>
        </p:nvSpPr>
        <p:spPr>
          <a:xfrm>
            <a:off x="2013850" y="841075"/>
            <a:ext cx="5116200" cy="13905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sz="4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83" name="Google Shape;483;p28"/>
          <p:cNvSpPr txBox="1"/>
          <p:nvPr>
            <p:ph idx="1" type="subTitle"/>
          </p:nvPr>
        </p:nvSpPr>
        <p:spPr>
          <a:xfrm>
            <a:off x="2013850" y="2231525"/>
            <a:ext cx="51162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484" name="Google Shape;484;p28"/>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 name="Google Shape;485;p28"/>
          <p:cNvGrpSpPr/>
          <p:nvPr/>
        </p:nvGrpSpPr>
        <p:grpSpPr>
          <a:xfrm flipH="1">
            <a:off x="683048" y="4696520"/>
            <a:ext cx="325927" cy="404808"/>
            <a:chOff x="7385113" y="1535430"/>
            <a:chExt cx="435673" cy="541115"/>
          </a:xfrm>
        </p:grpSpPr>
        <p:sp>
          <p:nvSpPr>
            <p:cNvPr id="486" name="Google Shape;486;p28"/>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7" name="Google Shape;487;p28"/>
            <p:cNvGrpSpPr/>
            <p:nvPr/>
          </p:nvGrpSpPr>
          <p:grpSpPr>
            <a:xfrm>
              <a:off x="7612094" y="1566576"/>
              <a:ext cx="164781" cy="41529"/>
              <a:chOff x="7612094" y="1566576"/>
              <a:chExt cx="164781" cy="41529"/>
            </a:xfrm>
          </p:grpSpPr>
          <p:sp>
            <p:nvSpPr>
              <p:cNvPr id="488" name="Google Shape;488;p28"/>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 name="Google Shape;489;p28"/>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 name="Google Shape;490;p28"/>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91" name="Google Shape;491;p28"/>
          <p:cNvGrpSpPr/>
          <p:nvPr/>
        </p:nvGrpSpPr>
        <p:grpSpPr>
          <a:xfrm flipH="1">
            <a:off x="713902" y="4774546"/>
            <a:ext cx="268636" cy="280965"/>
            <a:chOff x="7420451" y="1639728"/>
            <a:chExt cx="359091" cy="375571"/>
          </a:xfrm>
        </p:grpSpPr>
        <p:sp>
          <p:nvSpPr>
            <p:cNvPr id="492" name="Google Shape;492;p28"/>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 name="Google Shape;493;p28"/>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4" name="Google Shape;494;p28"/>
          <p:cNvGrpSpPr/>
          <p:nvPr/>
        </p:nvGrpSpPr>
        <p:grpSpPr>
          <a:xfrm flipH="1">
            <a:off x="96200" y="4469347"/>
            <a:ext cx="355444" cy="644072"/>
            <a:chOff x="1945386" y="5582316"/>
            <a:chExt cx="470725" cy="852963"/>
          </a:xfrm>
        </p:grpSpPr>
        <p:grpSp>
          <p:nvGrpSpPr>
            <p:cNvPr id="495" name="Google Shape;495;p28"/>
            <p:cNvGrpSpPr/>
            <p:nvPr/>
          </p:nvGrpSpPr>
          <p:grpSpPr>
            <a:xfrm>
              <a:off x="1945386" y="5582316"/>
              <a:ext cx="470725" cy="852963"/>
              <a:chOff x="1945386" y="5582316"/>
              <a:chExt cx="470725" cy="852963"/>
            </a:xfrm>
          </p:grpSpPr>
          <p:sp>
            <p:nvSpPr>
              <p:cNvPr id="496" name="Google Shape;496;p28"/>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 name="Google Shape;497;p28"/>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98" name="Google Shape;498;p28"/>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9" name="Google Shape;499;p28"/>
          <p:cNvGrpSpPr/>
          <p:nvPr/>
        </p:nvGrpSpPr>
        <p:grpSpPr>
          <a:xfrm>
            <a:off x="7975988" y="116167"/>
            <a:ext cx="1061979" cy="558999"/>
            <a:chOff x="3859815" y="2867310"/>
            <a:chExt cx="1262157" cy="664368"/>
          </a:xfrm>
        </p:grpSpPr>
        <p:sp>
          <p:nvSpPr>
            <p:cNvPr id="500" name="Google Shape;500;p28"/>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01" name="Google Shape;501;p28"/>
            <p:cNvGrpSpPr/>
            <p:nvPr/>
          </p:nvGrpSpPr>
          <p:grpSpPr>
            <a:xfrm>
              <a:off x="4275677" y="3065525"/>
              <a:ext cx="334517" cy="380047"/>
              <a:chOff x="4275677" y="3065525"/>
              <a:chExt cx="334517" cy="380047"/>
            </a:xfrm>
          </p:grpSpPr>
          <p:grpSp>
            <p:nvGrpSpPr>
              <p:cNvPr id="502" name="Google Shape;502;p28"/>
              <p:cNvGrpSpPr/>
              <p:nvPr/>
            </p:nvGrpSpPr>
            <p:grpSpPr>
              <a:xfrm>
                <a:off x="4275677" y="3065525"/>
                <a:ext cx="334517" cy="380047"/>
                <a:chOff x="4275677" y="3065525"/>
                <a:chExt cx="334517" cy="380047"/>
              </a:xfrm>
            </p:grpSpPr>
            <p:grpSp>
              <p:nvGrpSpPr>
                <p:cNvPr id="503" name="Google Shape;503;p28"/>
                <p:cNvGrpSpPr/>
                <p:nvPr/>
              </p:nvGrpSpPr>
              <p:grpSpPr>
                <a:xfrm>
                  <a:off x="4275677" y="3301269"/>
                  <a:ext cx="334422" cy="144303"/>
                  <a:chOff x="4275677" y="3301269"/>
                  <a:chExt cx="334422" cy="144303"/>
                </a:xfrm>
              </p:grpSpPr>
              <p:sp>
                <p:nvSpPr>
                  <p:cNvPr id="504" name="Google Shape;504;p28"/>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 name="Google Shape;505;p28"/>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06" name="Google Shape;506;p28"/>
                <p:cNvGrpSpPr/>
                <p:nvPr/>
              </p:nvGrpSpPr>
              <p:grpSpPr>
                <a:xfrm>
                  <a:off x="4275677" y="3183350"/>
                  <a:ext cx="334422" cy="144302"/>
                  <a:chOff x="4275677" y="3183350"/>
                  <a:chExt cx="334422" cy="144302"/>
                </a:xfrm>
              </p:grpSpPr>
              <p:sp>
                <p:nvSpPr>
                  <p:cNvPr id="507" name="Google Shape;507;p28"/>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8" name="Google Shape;508;p28"/>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09" name="Google Shape;509;p28"/>
                <p:cNvGrpSpPr/>
                <p:nvPr/>
              </p:nvGrpSpPr>
              <p:grpSpPr>
                <a:xfrm>
                  <a:off x="4275677" y="3065525"/>
                  <a:ext cx="334517" cy="144303"/>
                  <a:chOff x="4275677" y="3065525"/>
                  <a:chExt cx="334517" cy="144303"/>
                </a:xfrm>
              </p:grpSpPr>
              <p:sp>
                <p:nvSpPr>
                  <p:cNvPr id="510" name="Google Shape;510;p28"/>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1" name="Google Shape;511;p28"/>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512" name="Google Shape;512;p28"/>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3" name="Google Shape;513;p28"/>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4" name="Google Shape;514;p28"/>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15" name="Google Shape;515;p28"/>
          <p:cNvGrpSpPr/>
          <p:nvPr/>
        </p:nvGrpSpPr>
        <p:grpSpPr>
          <a:xfrm flipH="1" rot="5400000">
            <a:off x="557972" y="4696603"/>
            <a:ext cx="16329" cy="218290"/>
            <a:chOff x="10809827" y="4402455"/>
            <a:chExt cx="24764" cy="330993"/>
          </a:xfrm>
        </p:grpSpPr>
        <p:sp>
          <p:nvSpPr>
            <p:cNvPr id="516" name="Google Shape;516;p28"/>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 name="Google Shape;517;p28"/>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8" name="Google Shape;518;p28"/>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19" name="Google Shape;519;p28"/>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8"/>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521" name="Shape 521"/>
        <p:cNvGrpSpPr/>
        <p:nvPr/>
      </p:nvGrpSpPr>
      <p:grpSpPr>
        <a:xfrm>
          <a:off x="0" y="0"/>
          <a:ext cx="0" cy="0"/>
          <a:chOff x="0" y="0"/>
          <a:chExt cx="0" cy="0"/>
        </a:xfrm>
      </p:grpSpPr>
      <p:sp>
        <p:nvSpPr>
          <p:cNvPr id="522" name="Google Shape;522;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23" name="Google Shape;523;p29"/>
          <p:cNvSpPr txBox="1"/>
          <p:nvPr>
            <p:ph idx="1" type="subTitle"/>
          </p:nvPr>
        </p:nvSpPr>
        <p:spPr>
          <a:xfrm>
            <a:off x="93762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24" name="Google Shape;524;p29"/>
          <p:cNvSpPr txBox="1"/>
          <p:nvPr>
            <p:ph idx="2" type="subTitle"/>
          </p:nvPr>
        </p:nvSpPr>
        <p:spPr>
          <a:xfrm>
            <a:off x="3484347"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25" name="Google Shape;525;p29"/>
          <p:cNvSpPr txBox="1"/>
          <p:nvPr>
            <p:ph idx="3" type="subTitle"/>
          </p:nvPr>
        </p:nvSpPr>
        <p:spPr>
          <a:xfrm>
            <a:off x="603107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26" name="Google Shape;526;p29"/>
          <p:cNvSpPr txBox="1"/>
          <p:nvPr>
            <p:ph idx="4" type="subTitle"/>
          </p:nvPr>
        </p:nvSpPr>
        <p:spPr>
          <a:xfrm>
            <a:off x="93762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27" name="Google Shape;527;p29"/>
          <p:cNvSpPr txBox="1"/>
          <p:nvPr>
            <p:ph idx="5" type="subTitle"/>
          </p:nvPr>
        </p:nvSpPr>
        <p:spPr>
          <a:xfrm>
            <a:off x="3484350"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28" name="Google Shape;528;p29"/>
          <p:cNvSpPr txBox="1"/>
          <p:nvPr>
            <p:ph idx="6" type="subTitle"/>
          </p:nvPr>
        </p:nvSpPr>
        <p:spPr>
          <a:xfrm>
            <a:off x="603107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29" name="Google Shape;529;p29"/>
          <p:cNvSpPr/>
          <p:nvPr/>
        </p:nvSpPr>
        <p:spPr>
          <a:xfrm flipH="1" rot="8800738">
            <a:off x="7902412" y="4181666"/>
            <a:ext cx="1680262" cy="1358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9"/>
          <p:cNvSpPr/>
          <p:nvPr/>
        </p:nvSpPr>
        <p:spPr>
          <a:xfrm flipH="1" rot="-8942362">
            <a:off x="-983149" y="4040244"/>
            <a:ext cx="2474148" cy="2000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9"/>
          <p:cNvSpPr/>
          <p:nvPr/>
        </p:nvSpPr>
        <p:spPr>
          <a:xfrm flipH="1" rot="1554271">
            <a:off x="7563507" y="-664049"/>
            <a:ext cx="2112334" cy="200257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9"/>
          <p:cNvSpPr/>
          <p:nvPr/>
        </p:nvSpPr>
        <p:spPr>
          <a:xfrm>
            <a:off x="62825" y="1725386"/>
            <a:ext cx="606206" cy="37384"/>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33" name="Google Shape;533;p29"/>
          <p:cNvGrpSpPr/>
          <p:nvPr/>
        </p:nvGrpSpPr>
        <p:grpSpPr>
          <a:xfrm>
            <a:off x="96399" y="951293"/>
            <a:ext cx="552408" cy="792759"/>
            <a:chOff x="10519314" y="4728596"/>
            <a:chExt cx="751780" cy="1078731"/>
          </a:xfrm>
        </p:grpSpPr>
        <p:grpSp>
          <p:nvGrpSpPr>
            <p:cNvPr id="534" name="Google Shape;534;p29"/>
            <p:cNvGrpSpPr/>
            <p:nvPr/>
          </p:nvGrpSpPr>
          <p:grpSpPr>
            <a:xfrm>
              <a:off x="10519314" y="4728596"/>
              <a:ext cx="626662" cy="1078731"/>
              <a:chOff x="10519314" y="4728596"/>
              <a:chExt cx="626662" cy="1078731"/>
            </a:xfrm>
          </p:grpSpPr>
          <p:grpSp>
            <p:nvGrpSpPr>
              <p:cNvPr id="535" name="Google Shape;535;p29"/>
              <p:cNvGrpSpPr/>
              <p:nvPr/>
            </p:nvGrpSpPr>
            <p:grpSpPr>
              <a:xfrm>
                <a:off x="10903220" y="4888205"/>
                <a:ext cx="242756" cy="919122"/>
                <a:chOff x="10903220" y="4888205"/>
                <a:chExt cx="242756" cy="919122"/>
              </a:xfrm>
            </p:grpSpPr>
            <p:sp>
              <p:nvSpPr>
                <p:cNvPr id="536" name="Google Shape;536;p29"/>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 name="Google Shape;537;p29"/>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 name="Google Shape;538;p29"/>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39" name="Google Shape;539;p29"/>
                <p:cNvGrpSpPr/>
                <p:nvPr/>
              </p:nvGrpSpPr>
              <p:grpSpPr>
                <a:xfrm>
                  <a:off x="11014221" y="5588618"/>
                  <a:ext cx="100021" cy="114784"/>
                  <a:chOff x="11014221" y="5588618"/>
                  <a:chExt cx="100021" cy="114784"/>
                </a:xfrm>
              </p:grpSpPr>
              <p:sp>
                <p:nvSpPr>
                  <p:cNvPr id="540" name="Google Shape;540;p29"/>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 name="Google Shape;541;p29"/>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 name="Google Shape;542;p29"/>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 name="Google Shape;543;p29"/>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44" name="Google Shape;544;p29"/>
              <p:cNvGrpSpPr/>
              <p:nvPr/>
            </p:nvGrpSpPr>
            <p:grpSpPr>
              <a:xfrm>
                <a:off x="10718623" y="4728596"/>
                <a:ext cx="229169" cy="1075979"/>
                <a:chOff x="10718623" y="4728596"/>
                <a:chExt cx="229169" cy="1075979"/>
              </a:xfrm>
            </p:grpSpPr>
            <p:sp>
              <p:nvSpPr>
                <p:cNvPr id="545" name="Google Shape;545;p29"/>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6" name="Google Shape;546;p29"/>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47" name="Google Shape;547;p29"/>
                <p:cNvGrpSpPr/>
                <p:nvPr/>
              </p:nvGrpSpPr>
              <p:grpSpPr>
                <a:xfrm>
                  <a:off x="10765015" y="5040134"/>
                  <a:ext cx="116314" cy="49775"/>
                  <a:chOff x="10765015" y="5040134"/>
                  <a:chExt cx="116314" cy="49775"/>
                </a:xfrm>
              </p:grpSpPr>
              <p:sp>
                <p:nvSpPr>
                  <p:cNvPr id="548" name="Google Shape;548;p29"/>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9" name="Google Shape;549;p29"/>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50" name="Google Shape;550;p29"/>
                <p:cNvGrpSpPr/>
                <p:nvPr/>
              </p:nvGrpSpPr>
              <p:grpSpPr>
                <a:xfrm>
                  <a:off x="10784825" y="5436314"/>
                  <a:ext cx="116414" cy="49961"/>
                  <a:chOff x="10784825" y="5436314"/>
                  <a:chExt cx="116414" cy="49961"/>
                </a:xfrm>
              </p:grpSpPr>
              <p:sp>
                <p:nvSpPr>
                  <p:cNvPr id="551" name="Google Shape;551;p29"/>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2" name="Google Shape;552;p29"/>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53" name="Google Shape;553;p29"/>
              <p:cNvGrpSpPr/>
              <p:nvPr/>
            </p:nvGrpSpPr>
            <p:grpSpPr>
              <a:xfrm>
                <a:off x="10519314" y="4813458"/>
                <a:ext cx="202120" cy="992123"/>
                <a:chOff x="10519314" y="4813458"/>
                <a:chExt cx="202120" cy="992123"/>
              </a:xfrm>
            </p:grpSpPr>
            <p:sp>
              <p:nvSpPr>
                <p:cNvPr id="554" name="Google Shape;554;p29"/>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5" name="Google Shape;555;p29"/>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56" name="Google Shape;556;p29"/>
                <p:cNvGrpSpPr/>
                <p:nvPr/>
              </p:nvGrpSpPr>
              <p:grpSpPr>
                <a:xfrm>
                  <a:off x="10556176" y="5465730"/>
                  <a:ext cx="128397" cy="44196"/>
                  <a:chOff x="10556176" y="5465730"/>
                  <a:chExt cx="128397" cy="44196"/>
                </a:xfrm>
              </p:grpSpPr>
              <p:sp>
                <p:nvSpPr>
                  <p:cNvPr id="557" name="Google Shape;557;p29"/>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 name="Google Shape;558;p29"/>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59" name="Google Shape;559;p29"/>
                <p:cNvGrpSpPr/>
                <p:nvPr/>
              </p:nvGrpSpPr>
              <p:grpSpPr>
                <a:xfrm>
                  <a:off x="10556176" y="5689187"/>
                  <a:ext cx="128397" cy="44196"/>
                  <a:chOff x="10556176" y="5689187"/>
                  <a:chExt cx="128397" cy="44196"/>
                </a:xfrm>
              </p:grpSpPr>
              <p:sp>
                <p:nvSpPr>
                  <p:cNvPr id="560" name="Google Shape;560;p29"/>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 name="Google Shape;561;p29"/>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562" name="Google Shape;562;p29"/>
            <p:cNvGrpSpPr/>
            <p:nvPr/>
          </p:nvGrpSpPr>
          <p:grpSpPr>
            <a:xfrm>
              <a:off x="11058042" y="5088325"/>
              <a:ext cx="213052" cy="717953"/>
              <a:chOff x="11058042" y="5088325"/>
              <a:chExt cx="213052" cy="717953"/>
            </a:xfrm>
          </p:grpSpPr>
          <p:sp>
            <p:nvSpPr>
              <p:cNvPr id="563" name="Google Shape;563;p29"/>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 name="Google Shape;564;p29"/>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65" name="Google Shape;565;p29"/>
          <p:cNvGrpSpPr/>
          <p:nvPr/>
        </p:nvGrpSpPr>
        <p:grpSpPr>
          <a:xfrm>
            <a:off x="135453" y="69369"/>
            <a:ext cx="426307" cy="643642"/>
            <a:chOff x="10572463" y="3528536"/>
            <a:chExt cx="580168" cy="875823"/>
          </a:xfrm>
        </p:grpSpPr>
        <p:grpSp>
          <p:nvGrpSpPr>
            <p:cNvPr id="566" name="Google Shape;566;p29"/>
            <p:cNvGrpSpPr/>
            <p:nvPr/>
          </p:nvGrpSpPr>
          <p:grpSpPr>
            <a:xfrm>
              <a:off x="10713815" y="3528536"/>
              <a:ext cx="438816" cy="746664"/>
              <a:chOff x="10713815" y="3528536"/>
              <a:chExt cx="438816" cy="746664"/>
            </a:xfrm>
          </p:grpSpPr>
          <p:sp>
            <p:nvSpPr>
              <p:cNvPr id="567" name="Google Shape;567;p29"/>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68" name="Google Shape;568;p29"/>
              <p:cNvGrpSpPr/>
              <p:nvPr/>
            </p:nvGrpSpPr>
            <p:grpSpPr>
              <a:xfrm>
                <a:off x="10776489" y="3625310"/>
                <a:ext cx="313848" cy="288226"/>
                <a:chOff x="10776489" y="3625310"/>
                <a:chExt cx="313848" cy="288226"/>
              </a:xfrm>
            </p:grpSpPr>
            <p:sp>
              <p:nvSpPr>
                <p:cNvPr id="569" name="Google Shape;569;p29"/>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0" name="Google Shape;570;p29"/>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 name="Google Shape;571;p29"/>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2" name="Google Shape;572;p29"/>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 name="Google Shape;573;p29"/>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 name="Google Shape;574;p29"/>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75" name="Google Shape;575;p29"/>
              <p:cNvGrpSpPr/>
              <p:nvPr/>
            </p:nvGrpSpPr>
            <p:grpSpPr>
              <a:xfrm>
                <a:off x="10776489" y="3999547"/>
                <a:ext cx="313848" cy="181546"/>
                <a:chOff x="10776489" y="3999547"/>
                <a:chExt cx="313848" cy="181546"/>
              </a:xfrm>
            </p:grpSpPr>
            <p:sp>
              <p:nvSpPr>
                <p:cNvPr id="576" name="Google Shape;576;p29"/>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 name="Google Shape;577;p29"/>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 name="Google Shape;578;p29"/>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 name="Google Shape;579;p29"/>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80" name="Google Shape;580;p29"/>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81" name="Google Shape;581;p29"/>
            <p:cNvGrpSpPr/>
            <p:nvPr/>
          </p:nvGrpSpPr>
          <p:grpSpPr>
            <a:xfrm>
              <a:off x="10572463" y="3657790"/>
              <a:ext cx="438817" cy="746569"/>
              <a:chOff x="10572463" y="3657790"/>
              <a:chExt cx="438817" cy="746569"/>
            </a:xfrm>
          </p:grpSpPr>
          <p:sp>
            <p:nvSpPr>
              <p:cNvPr id="582" name="Google Shape;582;p29"/>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83" name="Google Shape;583;p29"/>
              <p:cNvGrpSpPr/>
              <p:nvPr/>
            </p:nvGrpSpPr>
            <p:grpSpPr>
              <a:xfrm>
                <a:off x="10635138" y="3754469"/>
                <a:ext cx="313848" cy="288321"/>
                <a:chOff x="10635138" y="3754469"/>
                <a:chExt cx="313848" cy="288321"/>
              </a:xfrm>
            </p:grpSpPr>
            <p:sp>
              <p:nvSpPr>
                <p:cNvPr id="584" name="Google Shape;584;p29"/>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 name="Google Shape;585;p29"/>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 name="Google Shape;586;p29"/>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 name="Google Shape;587;p29"/>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 name="Google Shape;588;p29"/>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 name="Google Shape;589;p29"/>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90" name="Google Shape;590;p29"/>
              <p:cNvGrpSpPr/>
              <p:nvPr/>
            </p:nvGrpSpPr>
            <p:grpSpPr>
              <a:xfrm>
                <a:off x="10635138" y="4128801"/>
                <a:ext cx="313848" cy="181547"/>
                <a:chOff x="10635138" y="4128801"/>
                <a:chExt cx="313848" cy="181547"/>
              </a:xfrm>
            </p:grpSpPr>
            <p:sp>
              <p:nvSpPr>
                <p:cNvPr id="591" name="Google Shape;591;p29"/>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 name="Google Shape;592;p29"/>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 name="Google Shape;593;p29"/>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 name="Google Shape;594;p29"/>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95" name="Google Shape;595;p29"/>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96" name="Google Shape;596;p29"/>
          <p:cNvGrpSpPr/>
          <p:nvPr/>
        </p:nvGrpSpPr>
        <p:grpSpPr>
          <a:xfrm>
            <a:off x="309868" y="711612"/>
            <a:ext cx="18197" cy="243247"/>
            <a:chOff x="10809827" y="4402455"/>
            <a:chExt cx="24764" cy="330993"/>
          </a:xfrm>
        </p:grpSpPr>
        <p:sp>
          <p:nvSpPr>
            <p:cNvPr id="597" name="Google Shape;597;p29"/>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 name="Google Shape;598;p29"/>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 name="Google Shape;599;p29"/>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00" name="Google Shape;600;p29"/>
          <p:cNvGrpSpPr/>
          <p:nvPr/>
        </p:nvGrpSpPr>
        <p:grpSpPr>
          <a:xfrm>
            <a:off x="8421644" y="1045085"/>
            <a:ext cx="396068" cy="717683"/>
            <a:chOff x="1945386" y="5582316"/>
            <a:chExt cx="470725" cy="852963"/>
          </a:xfrm>
        </p:grpSpPr>
        <p:grpSp>
          <p:nvGrpSpPr>
            <p:cNvPr id="601" name="Google Shape;601;p29"/>
            <p:cNvGrpSpPr/>
            <p:nvPr/>
          </p:nvGrpSpPr>
          <p:grpSpPr>
            <a:xfrm>
              <a:off x="1945386" y="5582316"/>
              <a:ext cx="470725" cy="852963"/>
              <a:chOff x="1945386" y="5582316"/>
              <a:chExt cx="470725" cy="852963"/>
            </a:xfrm>
          </p:grpSpPr>
          <p:sp>
            <p:nvSpPr>
              <p:cNvPr id="602" name="Google Shape;602;p29"/>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 name="Google Shape;603;p29"/>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04" name="Google Shape;604;p29"/>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05" name="Google Shape;605;p29"/>
          <p:cNvGrpSpPr/>
          <p:nvPr/>
        </p:nvGrpSpPr>
        <p:grpSpPr>
          <a:xfrm>
            <a:off x="8088695" y="57742"/>
            <a:ext cx="1061979" cy="558999"/>
            <a:chOff x="3859815" y="2867310"/>
            <a:chExt cx="1262157" cy="664368"/>
          </a:xfrm>
        </p:grpSpPr>
        <p:sp>
          <p:nvSpPr>
            <p:cNvPr id="606" name="Google Shape;606;p29"/>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07" name="Google Shape;607;p29"/>
            <p:cNvGrpSpPr/>
            <p:nvPr/>
          </p:nvGrpSpPr>
          <p:grpSpPr>
            <a:xfrm>
              <a:off x="4275677" y="3065525"/>
              <a:ext cx="334517" cy="380047"/>
              <a:chOff x="4275677" y="3065525"/>
              <a:chExt cx="334517" cy="380047"/>
            </a:xfrm>
          </p:grpSpPr>
          <p:grpSp>
            <p:nvGrpSpPr>
              <p:cNvPr id="608" name="Google Shape;608;p29"/>
              <p:cNvGrpSpPr/>
              <p:nvPr/>
            </p:nvGrpSpPr>
            <p:grpSpPr>
              <a:xfrm>
                <a:off x="4275677" y="3065525"/>
                <a:ext cx="334517" cy="380047"/>
                <a:chOff x="4275677" y="3065525"/>
                <a:chExt cx="334517" cy="380047"/>
              </a:xfrm>
            </p:grpSpPr>
            <p:grpSp>
              <p:nvGrpSpPr>
                <p:cNvPr id="609" name="Google Shape;609;p29"/>
                <p:cNvGrpSpPr/>
                <p:nvPr/>
              </p:nvGrpSpPr>
              <p:grpSpPr>
                <a:xfrm>
                  <a:off x="4275677" y="3301269"/>
                  <a:ext cx="334422" cy="144303"/>
                  <a:chOff x="4275677" y="3301269"/>
                  <a:chExt cx="334422" cy="144303"/>
                </a:xfrm>
              </p:grpSpPr>
              <p:sp>
                <p:nvSpPr>
                  <p:cNvPr id="610" name="Google Shape;610;p29"/>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 name="Google Shape;611;p29"/>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12" name="Google Shape;612;p29"/>
                <p:cNvGrpSpPr/>
                <p:nvPr/>
              </p:nvGrpSpPr>
              <p:grpSpPr>
                <a:xfrm>
                  <a:off x="4275677" y="3183350"/>
                  <a:ext cx="334422" cy="144302"/>
                  <a:chOff x="4275677" y="3183350"/>
                  <a:chExt cx="334422" cy="144302"/>
                </a:xfrm>
              </p:grpSpPr>
              <p:sp>
                <p:nvSpPr>
                  <p:cNvPr id="613" name="Google Shape;613;p29"/>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 name="Google Shape;614;p29"/>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15" name="Google Shape;615;p29"/>
                <p:cNvGrpSpPr/>
                <p:nvPr/>
              </p:nvGrpSpPr>
              <p:grpSpPr>
                <a:xfrm>
                  <a:off x="4275677" y="3065525"/>
                  <a:ext cx="334517" cy="144303"/>
                  <a:chOff x="4275677" y="3065525"/>
                  <a:chExt cx="334517" cy="144303"/>
                </a:xfrm>
              </p:grpSpPr>
              <p:sp>
                <p:nvSpPr>
                  <p:cNvPr id="616" name="Google Shape;616;p29"/>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 name="Google Shape;617;p29"/>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618" name="Google Shape;618;p29"/>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9" name="Google Shape;619;p29"/>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0" name="Google Shape;620;p29"/>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21" name="Google Shape;621;p29"/>
          <p:cNvGrpSpPr/>
          <p:nvPr/>
        </p:nvGrpSpPr>
        <p:grpSpPr>
          <a:xfrm>
            <a:off x="8582238" y="611818"/>
            <a:ext cx="33124" cy="442802"/>
            <a:chOff x="10809827" y="4402455"/>
            <a:chExt cx="24764" cy="330993"/>
          </a:xfrm>
        </p:grpSpPr>
        <p:sp>
          <p:nvSpPr>
            <p:cNvPr id="622" name="Google Shape;622;p29"/>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 name="Google Shape;623;p29"/>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 name="Google Shape;624;p29"/>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625" name="Shape 625"/>
        <p:cNvGrpSpPr/>
        <p:nvPr/>
      </p:nvGrpSpPr>
      <p:grpSpPr>
        <a:xfrm>
          <a:off x="0" y="0"/>
          <a:ext cx="0" cy="0"/>
          <a:chOff x="0" y="0"/>
          <a:chExt cx="0" cy="0"/>
        </a:xfrm>
      </p:grpSpPr>
      <p:sp>
        <p:nvSpPr>
          <p:cNvPr id="626" name="Google Shape;626;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27" name="Google Shape;627;p30"/>
          <p:cNvSpPr txBox="1"/>
          <p:nvPr>
            <p:ph idx="1" type="subTitle"/>
          </p:nvPr>
        </p:nvSpPr>
        <p:spPr>
          <a:xfrm>
            <a:off x="1253225"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28" name="Google Shape;628;p30"/>
          <p:cNvSpPr txBox="1"/>
          <p:nvPr>
            <p:ph idx="2" type="subTitle"/>
          </p:nvPr>
        </p:nvSpPr>
        <p:spPr>
          <a:xfrm>
            <a:off x="5079776"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29" name="Google Shape;629;p30"/>
          <p:cNvSpPr txBox="1"/>
          <p:nvPr>
            <p:ph idx="3" type="subTitle"/>
          </p:nvPr>
        </p:nvSpPr>
        <p:spPr>
          <a:xfrm>
            <a:off x="1253225"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30" name="Google Shape;630;p30"/>
          <p:cNvSpPr txBox="1"/>
          <p:nvPr>
            <p:ph idx="4" type="subTitle"/>
          </p:nvPr>
        </p:nvSpPr>
        <p:spPr>
          <a:xfrm>
            <a:off x="5079776"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31" name="Google Shape;631;p30"/>
          <p:cNvSpPr txBox="1"/>
          <p:nvPr>
            <p:ph idx="5" type="subTitle"/>
          </p:nvPr>
        </p:nvSpPr>
        <p:spPr>
          <a:xfrm>
            <a:off x="1253225"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32" name="Google Shape;632;p30"/>
          <p:cNvSpPr txBox="1"/>
          <p:nvPr>
            <p:ph idx="6" type="subTitle"/>
          </p:nvPr>
        </p:nvSpPr>
        <p:spPr>
          <a:xfrm>
            <a:off x="1253225"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33" name="Google Shape;633;p30"/>
          <p:cNvSpPr txBox="1"/>
          <p:nvPr>
            <p:ph idx="7" type="subTitle"/>
          </p:nvPr>
        </p:nvSpPr>
        <p:spPr>
          <a:xfrm>
            <a:off x="5079750"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34" name="Google Shape;634;p30"/>
          <p:cNvSpPr txBox="1"/>
          <p:nvPr>
            <p:ph idx="8" type="subTitle"/>
          </p:nvPr>
        </p:nvSpPr>
        <p:spPr>
          <a:xfrm>
            <a:off x="5079750"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35" name="Google Shape;635;p30"/>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0"/>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 name="Google Shape;637;p30"/>
          <p:cNvGrpSpPr/>
          <p:nvPr/>
        </p:nvGrpSpPr>
        <p:grpSpPr>
          <a:xfrm>
            <a:off x="65066" y="4373044"/>
            <a:ext cx="878158" cy="654532"/>
            <a:chOff x="1114425" y="4361211"/>
            <a:chExt cx="573023" cy="427101"/>
          </a:xfrm>
        </p:grpSpPr>
        <p:grpSp>
          <p:nvGrpSpPr>
            <p:cNvPr id="638" name="Google Shape;638;p30"/>
            <p:cNvGrpSpPr/>
            <p:nvPr/>
          </p:nvGrpSpPr>
          <p:grpSpPr>
            <a:xfrm>
              <a:off x="1114425" y="4361211"/>
              <a:ext cx="573023" cy="427101"/>
              <a:chOff x="1114425" y="4361211"/>
              <a:chExt cx="573023" cy="427101"/>
            </a:xfrm>
          </p:grpSpPr>
          <p:sp>
            <p:nvSpPr>
              <p:cNvPr id="639" name="Google Shape;639;p30"/>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0" name="Google Shape;640;p30"/>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 name="Google Shape;641;p30"/>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42" name="Google Shape;642;p30"/>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3" name="Google Shape;643;p30"/>
          <p:cNvGrpSpPr/>
          <p:nvPr/>
        </p:nvGrpSpPr>
        <p:grpSpPr>
          <a:xfrm>
            <a:off x="8114970" y="266839"/>
            <a:ext cx="829992" cy="750888"/>
            <a:chOff x="8114596" y="445039"/>
            <a:chExt cx="633002" cy="572716"/>
          </a:xfrm>
        </p:grpSpPr>
        <p:grpSp>
          <p:nvGrpSpPr>
            <p:cNvPr id="644" name="Google Shape;644;p30"/>
            <p:cNvGrpSpPr/>
            <p:nvPr/>
          </p:nvGrpSpPr>
          <p:grpSpPr>
            <a:xfrm>
              <a:off x="8114596" y="445039"/>
              <a:ext cx="633002" cy="572716"/>
              <a:chOff x="7189660" y="520827"/>
              <a:chExt cx="598074" cy="541115"/>
            </a:xfrm>
          </p:grpSpPr>
          <p:sp>
            <p:nvSpPr>
              <p:cNvPr id="645" name="Google Shape;645;p30"/>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46" name="Google Shape;646;p30"/>
              <p:cNvGrpSpPr/>
              <p:nvPr/>
            </p:nvGrpSpPr>
            <p:grpSpPr>
              <a:xfrm>
                <a:off x="7579137" y="551973"/>
                <a:ext cx="164782" cy="41529"/>
                <a:chOff x="7579137" y="551973"/>
                <a:chExt cx="164782" cy="41529"/>
              </a:xfrm>
            </p:grpSpPr>
            <p:sp>
              <p:nvSpPr>
                <p:cNvPr id="647" name="Google Shape;647;p30"/>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 name="Google Shape;648;p30"/>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 name="Google Shape;649;p30"/>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50" name="Google Shape;650;p30"/>
            <p:cNvGrpSpPr/>
            <p:nvPr/>
          </p:nvGrpSpPr>
          <p:grpSpPr>
            <a:xfrm>
              <a:off x="8184962" y="619646"/>
              <a:ext cx="498115" cy="257273"/>
              <a:chOff x="7256144" y="685800"/>
              <a:chExt cx="470630" cy="243077"/>
            </a:xfrm>
          </p:grpSpPr>
          <p:sp>
            <p:nvSpPr>
              <p:cNvPr id="651" name="Google Shape;651;p30"/>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52" name="Google Shape;652;p30"/>
              <p:cNvGrpSpPr/>
              <p:nvPr/>
            </p:nvGrpSpPr>
            <p:grpSpPr>
              <a:xfrm>
                <a:off x="7512843" y="685800"/>
                <a:ext cx="213931" cy="243077"/>
                <a:chOff x="7512843" y="685800"/>
                <a:chExt cx="213931" cy="243077"/>
              </a:xfrm>
            </p:grpSpPr>
            <p:grpSp>
              <p:nvGrpSpPr>
                <p:cNvPr id="653" name="Google Shape;653;p30"/>
                <p:cNvGrpSpPr/>
                <p:nvPr/>
              </p:nvGrpSpPr>
              <p:grpSpPr>
                <a:xfrm>
                  <a:off x="7512843" y="836580"/>
                  <a:ext cx="213931" cy="92297"/>
                  <a:chOff x="7512843" y="836580"/>
                  <a:chExt cx="213931" cy="92297"/>
                </a:xfrm>
              </p:grpSpPr>
              <p:sp>
                <p:nvSpPr>
                  <p:cNvPr id="654" name="Google Shape;654;p30"/>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 name="Google Shape;655;p30"/>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6" name="Google Shape;656;p30"/>
                <p:cNvGrpSpPr/>
                <p:nvPr/>
              </p:nvGrpSpPr>
              <p:grpSpPr>
                <a:xfrm>
                  <a:off x="7512843" y="761238"/>
                  <a:ext cx="213931" cy="92296"/>
                  <a:chOff x="7512843" y="761238"/>
                  <a:chExt cx="213931" cy="92296"/>
                </a:xfrm>
              </p:grpSpPr>
              <p:sp>
                <p:nvSpPr>
                  <p:cNvPr id="657" name="Google Shape;657;p30"/>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8" name="Google Shape;658;p30"/>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9" name="Google Shape;659;p30"/>
                <p:cNvGrpSpPr/>
                <p:nvPr/>
              </p:nvGrpSpPr>
              <p:grpSpPr>
                <a:xfrm>
                  <a:off x="7512843" y="685800"/>
                  <a:ext cx="213931" cy="92297"/>
                  <a:chOff x="7512843" y="685800"/>
                  <a:chExt cx="213931" cy="92297"/>
                </a:xfrm>
              </p:grpSpPr>
              <p:sp>
                <p:nvSpPr>
                  <p:cNvPr id="660" name="Google Shape;660;p30"/>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1" name="Google Shape;661;p30"/>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662" name="Shape 662"/>
        <p:cNvGrpSpPr/>
        <p:nvPr/>
      </p:nvGrpSpPr>
      <p:grpSpPr>
        <a:xfrm>
          <a:off x="0" y="0"/>
          <a:ext cx="0" cy="0"/>
          <a:chOff x="0" y="0"/>
          <a:chExt cx="0" cy="0"/>
        </a:xfrm>
      </p:grpSpPr>
      <p:sp>
        <p:nvSpPr>
          <p:cNvPr id="663" name="Google Shape;663;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64" name="Google Shape;664;p31"/>
          <p:cNvSpPr txBox="1"/>
          <p:nvPr>
            <p:ph idx="1" type="subTitle"/>
          </p:nvPr>
        </p:nvSpPr>
        <p:spPr>
          <a:xfrm>
            <a:off x="723900" y="171015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65" name="Google Shape;665;p31"/>
          <p:cNvSpPr txBox="1"/>
          <p:nvPr>
            <p:ph idx="2" type="subTitle"/>
          </p:nvPr>
        </p:nvSpPr>
        <p:spPr>
          <a:xfrm>
            <a:off x="3577144"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66" name="Google Shape;666;p31"/>
          <p:cNvSpPr txBox="1"/>
          <p:nvPr>
            <p:ph idx="3" type="subTitle"/>
          </p:nvPr>
        </p:nvSpPr>
        <p:spPr>
          <a:xfrm>
            <a:off x="723900"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67" name="Google Shape;667;p31"/>
          <p:cNvSpPr txBox="1"/>
          <p:nvPr>
            <p:ph idx="4" type="subTitle"/>
          </p:nvPr>
        </p:nvSpPr>
        <p:spPr>
          <a:xfrm>
            <a:off x="3577144"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68" name="Google Shape;668;p31"/>
          <p:cNvSpPr txBox="1"/>
          <p:nvPr>
            <p:ph idx="5" type="subTitle"/>
          </p:nvPr>
        </p:nvSpPr>
        <p:spPr>
          <a:xfrm>
            <a:off x="6430388"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69" name="Google Shape;669;p31"/>
          <p:cNvSpPr txBox="1"/>
          <p:nvPr>
            <p:ph idx="6" type="subTitle"/>
          </p:nvPr>
        </p:nvSpPr>
        <p:spPr>
          <a:xfrm>
            <a:off x="6430388"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70" name="Google Shape;670;p31"/>
          <p:cNvSpPr txBox="1"/>
          <p:nvPr>
            <p:ph idx="7" type="subTitle"/>
          </p:nvPr>
        </p:nvSpPr>
        <p:spPr>
          <a:xfrm>
            <a:off x="731700" y="1060275"/>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71" name="Google Shape;671;p31"/>
          <p:cNvSpPr txBox="1"/>
          <p:nvPr>
            <p:ph idx="8" type="subTitle"/>
          </p:nvPr>
        </p:nvSpPr>
        <p:spPr>
          <a:xfrm>
            <a:off x="3582994"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72" name="Google Shape;672;p31"/>
          <p:cNvSpPr txBox="1"/>
          <p:nvPr>
            <p:ph idx="9" type="subTitle"/>
          </p:nvPr>
        </p:nvSpPr>
        <p:spPr>
          <a:xfrm>
            <a:off x="6434288"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73" name="Google Shape;673;p31"/>
          <p:cNvSpPr txBox="1"/>
          <p:nvPr>
            <p:ph idx="13" type="subTitle"/>
          </p:nvPr>
        </p:nvSpPr>
        <p:spPr>
          <a:xfrm>
            <a:off x="723900" y="2845800"/>
            <a:ext cx="19860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74" name="Google Shape;674;p31"/>
          <p:cNvSpPr txBox="1"/>
          <p:nvPr>
            <p:ph idx="14" type="subTitle"/>
          </p:nvPr>
        </p:nvSpPr>
        <p:spPr>
          <a:xfrm>
            <a:off x="3582995"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75" name="Google Shape;675;p31"/>
          <p:cNvSpPr txBox="1"/>
          <p:nvPr>
            <p:ph idx="15" type="subTitle"/>
          </p:nvPr>
        </p:nvSpPr>
        <p:spPr>
          <a:xfrm>
            <a:off x="6434290"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76" name="Google Shape;676;p31"/>
          <p:cNvSpPr/>
          <p:nvPr/>
        </p:nvSpPr>
        <p:spPr>
          <a:xfrm flipH="1" rot="-3263452">
            <a:off x="7372110" y="40383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1"/>
          <p:cNvSpPr/>
          <p:nvPr/>
        </p:nvSpPr>
        <p:spPr>
          <a:xfrm flipH="1" rot="531647">
            <a:off x="-1621232" y="4095570"/>
            <a:ext cx="2581069" cy="208704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1"/>
          <p:cNvSpPr/>
          <p:nvPr/>
        </p:nvSpPr>
        <p:spPr>
          <a:xfrm flipH="1" rot="460658">
            <a:off x="7344116" y="-1448948"/>
            <a:ext cx="3053845" cy="246933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9" name="Google Shape;679;p31"/>
          <p:cNvGrpSpPr/>
          <p:nvPr/>
        </p:nvGrpSpPr>
        <p:grpSpPr>
          <a:xfrm>
            <a:off x="7931872" y="177093"/>
            <a:ext cx="997823" cy="737095"/>
            <a:chOff x="7931872" y="177093"/>
            <a:chExt cx="997823" cy="737095"/>
          </a:xfrm>
        </p:grpSpPr>
        <p:grpSp>
          <p:nvGrpSpPr>
            <p:cNvPr id="680" name="Google Shape;680;p31"/>
            <p:cNvGrpSpPr/>
            <p:nvPr/>
          </p:nvGrpSpPr>
          <p:grpSpPr>
            <a:xfrm>
              <a:off x="7931872" y="177093"/>
              <a:ext cx="919725" cy="318025"/>
              <a:chOff x="7230903" y="4635722"/>
              <a:chExt cx="652843" cy="225742"/>
            </a:xfrm>
          </p:grpSpPr>
          <p:sp>
            <p:nvSpPr>
              <p:cNvPr id="681" name="Google Shape;681;p31"/>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2" name="Google Shape;682;p31"/>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83" name="Google Shape;683;p31"/>
              <p:cNvGrpSpPr/>
              <p:nvPr/>
            </p:nvGrpSpPr>
            <p:grpSpPr>
              <a:xfrm>
                <a:off x="7487126" y="4676394"/>
                <a:ext cx="332041" cy="142684"/>
                <a:chOff x="7487126" y="4676394"/>
                <a:chExt cx="332041" cy="142684"/>
              </a:xfrm>
            </p:grpSpPr>
            <p:sp>
              <p:nvSpPr>
                <p:cNvPr id="684" name="Google Shape;684;p31"/>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5" name="Google Shape;685;p31"/>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6" name="Google Shape;686;p31"/>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7" name="Google Shape;687;p31"/>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88" name="Google Shape;688;p31"/>
            <p:cNvGrpSpPr/>
            <p:nvPr/>
          </p:nvGrpSpPr>
          <p:grpSpPr>
            <a:xfrm>
              <a:off x="7931872" y="596163"/>
              <a:ext cx="919725" cy="318025"/>
              <a:chOff x="7230903" y="4933188"/>
              <a:chExt cx="652843" cy="225742"/>
            </a:xfrm>
          </p:grpSpPr>
          <p:grpSp>
            <p:nvGrpSpPr>
              <p:cNvPr id="689" name="Google Shape;689;p31"/>
              <p:cNvGrpSpPr/>
              <p:nvPr/>
            </p:nvGrpSpPr>
            <p:grpSpPr>
              <a:xfrm>
                <a:off x="7230903" y="4933188"/>
                <a:ext cx="652843" cy="225742"/>
                <a:chOff x="7230903" y="4933188"/>
                <a:chExt cx="652843" cy="225742"/>
              </a:xfrm>
            </p:grpSpPr>
            <p:sp>
              <p:nvSpPr>
                <p:cNvPr id="690" name="Google Shape;690;p31"/>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1" name="Google Shape;691;p31"/>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92" name="Google Shape;692;p31"/>
                <p:cNvGrpSpPr/>
                <p:nvPr/>
              </p:nvGrpSpPr>
              <p:grpSpPr>
                <a:xfrm>
                  <a:off x="7487126" y="4973859"/>
                  <a:ext cx="332041" cy="142684"/>
                  <a:chOff x="7487126" y="4973859"/>
                  <a:chExt cx="332041" cy="142684"/>
                </a:xfrm>
              </p:grpSpPr>
              <p:sp>
                <p:nvSpPr>
                  <p:cNvPr id="693" name="Google Shape;693;p31"/>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4" name="Google Shape;694;p31"/>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5" name="Google Shape;695;p31"/>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 name="Google Shape;696;p31"/>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697" name="Google Shape;697;p31"/>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98" name="Google Shape;698;p31"/>
            <p:cNvGrpSpPr/>
            <p:nvPr/>
          </p:nvGrpSpPr>
          <p:grpSpPr>
            <a:xfrm>
              <a:off x="8756326" y="539537"/>
              <a:ext cx="173370" cy="112691"/>
              <a:chOff x="7816120" y="4892994"/>
              <a:chExt cx="123062" cy="79991"/>
            </a:xfrm>
          </p:grpSpPr>
          <p:grpSp>
            <p:nvGrpSpPr>
              <p:cNvPr id="699" name="Google Shape;699;p31"/>
              <p:cNvGrpSpPr/>
              <p:nvPr/>
            </p:nvGrpSpPr>
            <p:grpSpPr>
              <a:xfrm>
                <a:off x="7816120" y="4902803"/>
                <a:ext cx="123062" cy="63817"/>
                <a:chOff x="7816120" y="4902803"/>
                <a:chExt cx="123062" cy="63817"/>
              </a:xfrm>
            </p:grpSpPr>
            <p:sp>
              <p:nvSpPr>
                <p:cNvPr id="700" name="Google Shape;700;p31"/>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1" name="Google Shape;701;p31"/>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02" name="Google Shape;702;p31"/>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703" name="Shape 703"/>
        <p:cNvGrpSpPr/>
        <p:nvPr/>
      </p:nvGrpSpPr>
      <p:grpSpPr>
        <a:xfrm>
          <a:off x="0" y="0"/>
          <a:ext cx="0" cy="0"/>
          <a:chOff x="0" y="0"/>
          <a:chExt cx="0" cy="0"/>
        </a:xfrm>
      </p:grpSpPr>
      <p:sp>
        <p:nvSpPr>
          <p:cNvPr id="704" name="Google Shape;704;p32"/>
          <p:cNvSpPr txBox="1"/>
          <p:nvPr>
            <p:ph hasCustomPrompt="1" type="title"/>
          </p:nvPr>
        </p:nvSpPr>
        <p:spPr>
          <a:xfrm>
            <a:off x="798388"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705" name="Google Shape;705;p32"/>
          <p:cNvSpPr txBox="1"/>
          <p:nvPr>
            <p:ph idx="1" type="subTitle"/>
          </p:nvPr>
        </p:nvSpPr>
        <p:spPr>
          <a:xfrm>
            <a:off x="798388"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706" name="Google Shape;706;p32"/>
          <p:cNvSpPr txBox="1"/>
          <p:nvPr>
            <p:ph hasCustomPrompt="1" idx="2" type="title"/>
          </p:nvPr>
        </p:nvSpPr>
        <p:spPr>
          <a:xfrm>
            <a:off x="2825700" y="1029535"/>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707" name="Google Shape;707;p32"/>
          <p:cNvSpPr txBox="1"/>
          <p:nvPr>
            <p:ph idx="3" type="subTitle"/>
          </p:nvPr>
        </p:nvSpPr>
        <p:spPr>
          <a:xfrm>
            <a:off x="2825700" y="1804473"/>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708" name="Google Shape;708;p32"/>
          <p:cNvSpPr txBox="1"/>
          <p:nvPr>
            <p:ph hasCustomPrompt="1" idx="4" type="title"/>
          </p:nvPr>
        </p:nvSpPr>
        <p:spPr>
          <a:xfrm>
            <a:off x="4853013"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709" name="Google Shape;709;p32"/>
          <p:cNvSpPr txBox="1"/>
          <p:nvPr>
            <p:ph idx="5" type="subTitle"/>
          </p:nvPr>
        </p:nvSpPr>
        <p:spPr>
          <a:xfrm>
            <a:off x="4853013"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710" name="Google Shape;710;p32"/>
          <p:cNvSpPr/>
          <p:nvPr/>
        </p:nvSpPr>
        <p:spPr>
          <a:xfrm rot="-5710536">
            <a:off x="-1869285" y="3438573"/>
            <a:ext cx="3168438" cy="23079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2"/>
          <p:cNvSpPr/>
          <p:nvPr/>
        </p:nvSpPr>
        <p:spPr>
          <a:xfrm rot="-294905">
            <a:off x="7350387" y="3903245"/>
            <a:ext cx="3168449" cy="256199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712" name="Shape 712"/>
        <p:cNvGrpSpPr/>
        <p:nvPr/>
      </p:nvGrpSpPr>
      <p:grpSpPr>
        <a:xfrm>
          <a:off x="0" y="0"/>
          <a:ext cx="0" cy="0"/>
          <a:chOff x="0" y="0"/>
          <a:chExt cx="0" cy="0"/>
        </a:xfrm>
      </p:grpSpPr>
      <p:sp>
        <p:nvSpPr>
          <p:cNvPr id="713" name="Google Shape;713;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14" name="Google Shape;714;p33"/>
          <p:cNvSpPr/>
          <p:nvPr/>
        </p:nvSpPr>
        <p:spPr>
          <a:xfrm flipH="1" rot="337739">
            <a:off x="8212271" y="3187242"/>
            <a:ext cx="3158465" cy="3518480"/>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 name="Google Shape;715;p33"/>
          <p:cNvGrpSpPr/>
          <p:nvPr/>
        </p:nvGrpSpPr>
        <p:grpSpPr>
          <a:xfrm>
            <a:off x="90200" y="4214393"/>
            <a:ext cx="516117" cy="779220"/>
            <a:chOff x="10572463" y="3528536"/>
            <a:chExt cx="580168" cy="875823"/>
          </a:xfrm>
        </p:grpSpPr>
        <p:grpSp>
          <p:nvGrpSpPr>
            <p:cNvPr id="716" name="Google Shape;716;p33"/>
            <p:cNvGrpSpPr/>
            <p:nvPr/>
          </p:nvGrpSpPr>
          <p:grpSpPr>
            <a:xfrm>
              <a:off x="10713815" y="3528536"/>
              <a:ext cx="438816" cy="746664"/>
              <a:chOff x="10713815" y="3528536"/>
              <a:chExt cx="438816" cy="746664"/>
            </a:xfrm>
          </p:grpSpPr>
          <p:sp>
            <p:nvSpPr>
              <p:cNvPr id="717" name="Google Shape;717;p33"/>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18" name="Google Shape;718;p33"/>
              <p:cNvGrpSpPr/>
              <p:nvPr/>
            </p:nvGrpSpPr>
            <p:grpSpPr>
              <a:xfrm>
                <a:off x="10776489" y="3625310"/>
                <a:ext cx="313848" cy="288226"/>
                <a:chOff x="10776489" y="3625310"/>
                <a:chExt cx="313848" cy="288226"/>
              </a:xfrm>
            </p:grpSpPr>
            <p:sp>
              <p:nvSpPr>
                <p:cNvPr id="719" name="Google Shape;719;p33"/>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0" name="Google Shape;720;p33"/>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1" name="Google Shape;721;p33"/>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 name="Google Shape;722;p33"/>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 name="Google Shape;723;p33"/>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 name="Google Shape;724;p33"/>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5" name="Google Shape;725;p33"/>
              <p:cNvGrpSpPr/>
              <p:nvPr/>
            </p:nvGrpSpPr>
            <p:grpSpPr>
              <a:xfrm>
                <a:off x="10776489" y="3999547"/>
                <a:ext cx="313848" cy="181546"/>
                <a:chOff x="10776489" y="3999547"/>
                <a:chExt cx="313848" cy="181546"/>
              </a:xfrm>
            </p:grpSpPr>
            <p:sp>
              <p:nvSpPr>
                <p:cNvPr id="726" name="Google Shape;726;p33"/>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7" name="Google Shape;727;p33"/>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8" name="Google Shape;728;p33"/>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9" name="Google Shape;729;p33"/>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30" name="Google Shape;730;p33"/>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31" name="Google Shape;731;p33"/>
            <p:cNvGrpSpPr/>
            <p:nvPr/>
          </p:nvGrpSpPr>
          <p:grpSpPr>
            <a:xfrm>
              <a:off x="10572463" y="3657790"/>
              <a:ext cx="438817" cy="746569"/>
              <a:chOff x="10572463" y="3657790"/>
              <a:chExt cx="438817" cy="746569"/>
            </a:xfrm>
          </p:grpSpPr>
          <p:sp>
            <p:nvSpPr>
              <p:cNvPr id="732" name="Google Shape;732;p33"/>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33" name="Google Shape;733;p33"/>
              <p:cNvGrpSpPr/>
              <p:nvPr/>
            </p:nvGrpSpPr>
            <p:grpSpPr>
              <a:xfrm>
                <a:off x="10635138" y="3754469"/>
                <a:ext cx="313848" cy="288321"/>
                <a:chOff x="10635138" y="3754469"/>
                <a:chExt cx="313848" cy="288321"/>
              </a:xfrm>
            </p:grpSpPr>
            <p:sp>
              <p:nvSpPr>
                <p:cNvPr id="734" name="Google Shape;734;p33"/>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 name="Google Shape;735;p33"/>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 name="Google Shape;736;p33"/>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 name="Google Shape;737;p33"/>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 name="Google Shape;738;p33"/>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 name="Google Shape;739;p33"/>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0" name="Google Shape;740;p33"/>
              <p:cNvGrpSpPr/>
              <p:nvPr/>
            </p:nvGrpSpPr>
            <p:grpSpPr>
              <a:xfrm>
                <a:off x="10635138" y="4128801"/>
                <a:ext cx="313848" cy="181547"/>
                <a:chOff x="10635138" y="4128801"/>
                <a:chExt cx="313848" cy="181547"/>
              </a:xfrm>
            </p:grpSpPr>
            <p:sp>
              <p:nvSpPr>
                <p:cNvPr id="741" name="Google Shape;741;p33"/>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 name="Google Shape;742;p33"/>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 name="Google Shape;743;p33"/>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4" name="Google Shape;744;p33"/>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45" name="Google Shape;745;p33"/>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746" name="Google Shape;746;p33"/>
          <p:cNvSpPr/>
          <p:nvPr/>
        </p:nvSpPr>
        <p:spPr>
          <a:xfrm flipH="1" rot="-3657034">
            <a:off x="-1404232" y="-737971"/>
            <a:ext cx="2746020" cy="16278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 name="Google Shape;747;p33"/>
          <p:cNvGrpSpPr/>
          <p:nvPr/>
        </p:nvGrpSpPr>
        <p:grpSpPr>
          <a:xfrm>
            <a:off x="8114970" y="266839"/>
            <a:ext cx="829992" cy="750888"/>
            <a:chOff x="8114596" y="445039"/>
            <a:chExt cx="633002" cy="572716"/>
          </a:xfrm>
        </p:grpSpPr>
        <p:grpSp>
          <p:nvGrpSpPr>
            <p:cNvPr id="748" name="Google Shape;748;p33"/>
            <p:cNvGrpSpPr/>
            <p:nvPr/>
          </p:nvGrpSpPr>
          <p:grpSpPr>
            <a:xfrm>
              <a:off x="8114596" y="445039"/>
              <a:ext cx="633002" cy="572716"/>
              <a:chOff x="7189660" y="520827"/>
              <a:chExt cx="598074" cy="541115"/>
            </a:xfrm>
          </p:grpSpPr>
          <p:sp>
            <p:nvSpPr>
              <p:cNvPr id="749" name="Google Shape;749;p33"/>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50" name="Google Shape;750;p33"/>
              <p:cNvGrpSpPr/>
              <p:nvPr/>
            </p:nvGrpSpPr>
            <p:grpSpPr>
              <a:xfrm>
                <a:off x="7579137" y="551973"/>
                <a:ext cx="164782" cy="41529"/>
                <a:chOff x="7579137" y="551973"/>
                <a:chExt cx="164782" cy="41529"/>
              </a:xfrm>
            </p:grpSpPr>
            <p:sp>
              <p:nvSpPr>
                <p:cNvPr id="751" name="Google Shape;751;p33"/>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 name="Google Shape;752;p33"/>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 name="Google Shape;753;p33"/>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54" name="Google Shape;754;p33"/>
            <p:cNvGrpSpPr/>
            <p:nvPr/>
          </p:nvGrpSpPr>
          <p:grpSpPr>
            <a:xfrm>
              <a:off x="8184962" y="619646"/>
              <a:ext cx="498115" cy="257273"/>
              <a:chOff x="7256144" y="685800"/>
              <a:chExt cx="470630" cy="243077"/>
            </a:xfrm>
          </p:grpSpPr>
          <p:sp>
            <p:nvSpPr>
              <p:cNvPr id="755" name="Google Shape;755;p33"/>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56" name="Google Shape;756;p33"/>
              <p:cNvGrpSpPr/>
              <p:nvPr/>
            </p:nvGrpSpPr>
            <p:grpSpPr>
              <a:xfrm>
                <a:off x="7512843" y="685800"/>
                <a:ext cx="213931" cy="243077"/>
                <a:chOff x="7512843" y="685800"/>
                <a:chExt cx="213931" cy="243077"/>
              </a:xfrm>
            </p:grpSpPr>
            <p:grpSp>
              <p:nvGrpSpPr>
                <p:cNvPr id="757" name="Google Shape;757;p33"/>
                <p:cNvGrpSpPr/>
                <p:nvPr/>
              </p:nvGrpSpPr>
              <p:grpSpPr>
                <a:xfrm>
                  <a:off x="7512843" y="836580"/>
                  <a:ext cx="213931" cy="92297"/>
                  <a:chOff x="7512843" y="836580"/>
                  <a:chExt cx="213931" cy="92297"/>
                </a:xfrm>
              </p:grpSpPr>
              <p:sp>
                <p:nvSpPr>
                  <p:cNvPr id="758" name="Google Shape;758;p33"/>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 name="Google Shape;759;p33"/>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60" name="Google Shape;760;p33"/>
                <p:cNvGrpSpPr/>
                <p:nvPr/>
              </p:nvGrpSpPr>
              <p:grpSpPr>
                <a:xfrm>
                  <a:off x="7512843" y="761238"/>
                  <a:ext cx="213931" cy="92296"/>
                  <a:chOff x="7512843" y="761238"/>
                  <a:chExt cx="213931" cy="92296"/>
                </a:xfrm>
              </p:grpSpPr>
              <p:sp>
                <p:nvSpPr>
                  <p:cNvPr id="761" name="Google Shape;761;p33"/>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 name="Google Shape;762;p33"/>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63" name="Google Shape;763;p33"/>
                <p:cNvGrpSpPr/>
                <p:nvPr/>
              </p:nvGrpSpPr>
              <p:grpSpPr>
                <a:xfrm>
                  <a:off x="7512843" y="685800"/>
                  <a:ext cx="213931" cy="92297"/>
                  <a:chOff x="7512843" y="685800"/>
                  <a:chExt cx="213931" cy="92297"/>
                </a:xfrm>
              </p:grpSpPr>
              <p:sp>
                <p:nvSpPr>
                  <p:cNvPr id="764" name="Google Shape;764;p33"/>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 name="Google Shape;765;p33"/>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766" name="Shape 766"/>
        <p:cNvGrpSpPr/>
        <p:nvPr/>
      </p:nvGrpSpPr>
      <p:grpSpPr>
        <a:xfrm>
          <a:off x="0" y="0"/>
          <a:ext cx="0" cy="0"/>
          <a:chOff x="0" y="0"/>
          <a:chExt cx="0" cy="0"/>
        </a:xfrm>
      </p:grpSpPr>
      <p:sp>
        <p:nvSpPr>
          <p:cNvPr id="767" name="Google Shape;767;p34"/>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769" name="Google Shape;769;p34"/>
          <p:cNvGrpSpPr/>
          <p:nvPr/>
        </p:nvGrpSpPr>
        <p:grpSpPr>
          <a:xfrm flipH="1">
            <a:off x="683048" y="4696520"/>
            <a:ext cx="325927" cy="404808"/>
            <a:chOff x="7385113" y="1535430"/>
            <a:chExt cx="435673" cy="541115"/>
          </a:xfrm>
        </p:grpSpPr>
        <p:sp>
          <p:nvSpPr>
            <p:cNvPr id="770" name="Google Shape;770;p34"/>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71" name="Google Shape;771;p34"/>
            <p:cNvGrpSpPr/>
            <p:nvPr/>
          </p:nvGrpSpPr>
          <p:grpSpPr>
            <a:xfrm>
              <a:off x="7612094" y="1566576"/>
              <a:ext cx="164781" cy="41529"/>
              <a:chOff x="7612094" y="1566576"/>
              <a:chExt cx="164781" cy="41529"/>
            </a:xfrm>
          </p:grpSpPr>
          <p:sp>
            <p:nvSpPr>
              <p:cNvPr id="772" name="Google Shape;772;p34"/>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 name="Google Shape;773;p34"/>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 name="Google Shape;774;p34"/>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75" name="Google Shape;775;p34"/>
          <p:cNvGrpSpPr/>
          <p:nvPr/>
        </p:nvGrpSpPr>
        <p:grpSpPr>
          <a:xfrm flipH="1">
            <a:off x="713902" y="4774546"/>
            <a:ext cx="268636" cy="280965"/>
            <a:chOff x="7420451" y="1639728"/>
            <a:chExt cx="359091" cy="375571"/>
          </a:xfrm>
        </p:grpSpPr>
        <p:sp>
          <p:nvSpPr>
            <p:cNvPr id="776" name="Google Shape;776;p34"/>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 name="Google Shape;777;p34"/>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8" name="Google Shape;778;p34"/>
          <p:cNvGrpSpPr/>
          <p:nvPr/>
        </p:nvGrpSpPr>
        <p:grpSpPr>
          <a:xfrm flipH="1">
            <a:off x="96200" y="4469347"/>
            <a:ext cx="355444" cy="644072"/>
            <a:chOff x="1945386" y="5582316"/>
            <a:chExt cx="470725" cy="852963"/>
          </a:xfrm>
        </p:grpSpPr>
        <p:grpSp>
          <p:nvGrpSpPr>
            <p:cNvPr id="779" name="Google Shape;779;p34"/>
            <p:cNvGrpSpPr/>
            <p:nvPr/>
          </p:nvGrpSpPr>
          <p:grpSpPr>
            <a:xfrm>
              <a:off x="1945386" y="5582316"/>
              <a:ext cx="470725" cy="852963"/>
              <a:chOff x="1945386" y="5582316"/>
              <a:chExt cx="470725" cy="852963"/>
            </a:xfrm>
          </p:grpSpPr>
          <p:sp>
            <p:nvSpPr>
              <p:cNvPr id="780" name="Google Shape;780;p34"/>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 name="Google Shape;781;p34"/>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82" name="Google Shape;782;p34"/>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3" name="Google Shape;783;p34"/>
          <p:cNvGrpSpPr/>
          <p:nvPr/>
        </p:nvGrpSpPr>
        <p:grpSpPr>
          <a:xfrm>
            <a:off x="7975988" y="116167"/>
            <a:ext cx="1061979" cy="558999"/>
            <a:chOff x="3859815" y="2867310"/>
            <a:chExt cx="1262157" cy="664368"/>
          </a:xfrm>
        </p:grpSpPr>
        <p:sp>
          <p:nvSpPr>
            <p:cNvPr id="784" name="Google Shape;784;p34"/>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85" name="Google Shape;785;p34"/>
            <p:cNvGrpSpPr/>
            <p:nvPr/>
          </p:nvGrpSpPr>
          <p:grpSpPr>
            <a:xfrm>
              <a:off x="4275677" y="3065525"/>
              <a:ext cx="334517" cy="380047"/>
              <a:chOff x="4275677" y="3065525"/>
              <a:chExt cx="334517" cy="380047"/>
            </a:xfrm>
          </p:grpSpPr>
          <p:grpSp>
            <p:nvGrpSpPr>
              <p:cNvPr id="786" name="Google Shape;786;p34"/>
              <p:cNvGrpSpPr/>
              <p:nvPr/>
            </p:nvGrpSpPr>
            <p:grpSpPr>
              <a:xfrm>
                <a:off x="4275677" y="3065525"/>
                <a:ext cx="334517" cy="380047"/>
                <a:chOff x="4275677" y="3065525"/>
                <a:chExt cx="334517" cy="380047"/>
              </a:xfrm>
            </p:grpSpPr>
            <p:grpSp>
              <p:nvGrpSpPr>
                <p:cNvPr id="787" name="Google Shape;787;p34"/>
                <p:cNvGrpSpPr/>
                <p:nvPr/>
              </p:nvGrpSpPr>
              <p:grpSpPr>
                <a:xfrm>
                  <a:off x="4275677" y="3301269"/>
                  <a:ext cx="334422" cy="144303"/>
                  <a:chOff x="4275677" y="3301269"/>
                  <a:chExt cx="334422" cy="144303"/>
                </a:xfrm>
              </p:grpSpPr>
              <p:sp>
                <p:nvSpPr>
                  <p:cNvPr id="788" name="Google Shape;788;p34"/>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 name="Google Shape;789;p34"/>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0" name="Google Shape;790;p34"/>
                <p:cNvGrpSpPr/>
                <p:nvPr/>
              </p:nvGrpSpPr>
              <p:grpSpPr>
                <a:xfrm>
                  <a:off x="4275677" y="3183350"/>
                  <a:ext cx="334422" cy="144302"/>
                  <a:chOff x="4275677" y="3183350"/>
                  <a:chExt cx="334422" cy="144302"/>
                </a:xfrm>
              </p:grpSpPr>
              <p:sp>
                <p:nvSpPr>
                  <p:cNvPr id="791" name="Google Shape;791;p34"/>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 name="Google Shape;792;p34"/>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3" name="Google Shape;793;p34"/>
                <p:cNvGrpSpPr/>
                <p:nvPr/>
              </p:nvGrpSpPr>
              <p:grpSpPr>
                <a:xfrm>
                  <a:off x="4275677" y="3065525"/>
                  <a:ext cx="334517" cy="144303"/>
                  <a:chOff x="4275677" y="3065525"/>
                  <a:chExt cx="334517" cy="144303"/>
                </a:xfrm>
              </p:grpSpPr>
              <p:sp>
                <p:nvSpPr>
                  <p:cNvPr id="794" name="Google Shape;794;p34"/>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5" name="Google Shape;795;p34"/>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796" name="Google Shape;796;p34"/>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 name="Google Shape;797;p34"/>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 name="Google Shape;798;p34"/>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99" name="Google Shape;799;p34"/>
          <p:cNvGrpSpPr/>
          <p:nvPr/>
        </p:nvGrpSpPr>
        <p:grpSpPr>
          <a:xfrm flipH="1" rot="5400000">
            <a:off x="557972" y="4696603"/>
            <a:ext cx="16329" cy="218290"/>
            <a:chOff x="10809827" y="4402455"/>
            <a:chExt cx="24764" cy="330993"/>
          </a:xfrm>
        </p:grpSpPr>
        <p:sp>
          <p:nvSpPr>
            <p:cNvPr id="800" name="Google Shape;800;p34"/>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1" name="Google Shape;801;p34"/>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 name="Google Shape;802;p34"/>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03" name="Google Shape;803;p34"/>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4"/>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805" name="Shape 805"/>
        <p:cNvGrpSpPr/>
        <p:nvPr/>
      </p:nvGrpSpPr>
      <p:grpSpPr>
        <a:xfrm>
          <a:off x="0" y="0"/>
          <a:ext cx="0" cy="0"/>
          <a:chOff x="0" y="0"/>
          <a:chExt cx="0" cy="0"/>
        </a:xfrm>
      </p:grpSpPr>
      <p:sp>
        <p:nvSpPr>
          <p:cNvPr id="806" name="Google Shape;806;p35"/>
          <p:cNvSpPr txBox="1"/>
          <p:nvPr>
            <p:ph type="title"/>
          </p:nvPr>
        </p:nvSpPr>
        <p:spPr>
          <a:xfrm>
            <a:off x="2347938" y="997200"/>
            <a:ext cx="4448100" cy="10587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sz="85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07" name="Google Shape;807;p35"/>
          <p:cNvSpPr txBox="1"/>
          <p:nvPr>
            <p:ph idx="1" type="subTitle"/>
          </p:nvPr>
        </p:nvSpPr>
        <p:spPr>
          <a:xfrm>
            <a:off x="2347900" y="1841450"/>
            <a:ext cx="4448100" cy="105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08" name="Google Shape;808;p35"/>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Open Sans"/>
                <a:ea typeface="Open Sans"/>
                <a:cs typeface="Open Sans"/>
                <a:sym typeface="Open Sans"/>
              </a:rPr>
              <a:t>CREDITS:</a:t>
            </a:r>
            <a:r>
              <a:rPr lang="en" sz="1200">
                <a:solidFill>
                  <a:schemeClr val="dk1"/>
                </a:solidFill>
                <a:latin typeface="Open Sans"/>
                <a:ea typeface="Open Sans"/>
                <a:cs typeface="Open Sans"/>
                <a:sym typeface="Open Sans"/>
              </a:rPr>
              <a:t> This presentation template was created by </a:t>
            </a:r>
            <a:r>
              <a:rPr b="1" lang="en" sz="1200" u="sng">
                <a:solidFill>
                  <a:schemeClr val="hlink"/>
                </a:solidFill>
                <a:latin typeface="Open Sans"/>
                <a:ea typeface="Open Sans"/>
                <a:cs typeface="Open Sans"/>
                <a:sym typeface="Open Sans"/>
                <a:hlinkClick r:id="rId2"/>
              </a:rPr>
              <a:t>Slidesgo</a:t>
            </a:r>
            <a:r>
              <a:rPr lang="en" sz="1200">
                <a:solidFill>
                  <a:schemeClr val="dk1"/>
                </a:solidFill>
                <a:latin typeface="Open Sans"/>
                <a:ea typeface="Open Sans"/>
                <a:cs typeface="Open Sans"/>
                <a:sym typeface="Open Sans"/>
              </a:rPr>
              <a:t>, and includes icons, infographics &amp; images by </a:t>
            </a:r>
            <a:r>
              <a:rPr b="1" lang="en" sz="1200" u="sng">
                <a:solidFill>
                  <a:schemeClr val="dk1"/>
                </a:solidFill>
                <a:latin typeface="Open Sans"/>
                <a:ea typeface="Open Sans"/>
                <a:cs typeface="Open Sans"/>
                <a:sym typeface="Open Sans"/>
                <a:hlinkClick r:id="rId3">
                  <a:extLst>
                    <a:ext uri="{A12FA001-AC4F-418D-AE19-62706E023703}">
                      <ahyp:hlinkClr val="tx"/>
                    </a:ext>
                  </a:extLst>
                </a:hlinkClick>
              </a:rPr>
              <a:t>Freepik</a:t>
            </a:r>
            <a:r>
              <a:rPr lang="en" sz="1200" u="sng">
                <a:solidFill>
                  <a:schemeClr val="dk1"/>
                </a:solidFill>
                <a:latin typeface="Open Sans"/>
                <a:ea typeface="Open Sans"/>
                <a:cs typeface="Open Sans"/>
                <a:sym typeface="Open Sans"/>
              </a:rPr>
              <a:t> </a:t>
            </a:r>
            <a:endParaRPr b="1" sz="1200" u="sng">
              <a:solidFill>
                <a:schemeClr val="dk1"/>
              </a:solidFill>
              <a:latin typeface="Open Sans"/>
              <a:ea typeface="Open Sans"/>
              <a:cs typeface="Open Sans"/>
              <a:sym typeface="Open Sans"/>
            </a:endParaRPr>
          </a:p>
        </p:txBody>
      </p:sp>
      <p:sp>
        <p:nvSpPr>
          <p:cNvPr id="809" name="Google Shape;809;p35"/>
          <p:cNvSpPr/>
          <p:nvPr/>
        </p:nvSpPr>
        <p:spPr>
          <a:xfrm flipH="1" rot="-2493044">
            <a:off x="-1086706" y="-570280"/>
            <a:ext cx="2902912" cy="23472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5"/>
          <p:cNvSpPr/>
          <p:nvPr/>
        </p:nvSpPr>
        <p:spPr>
          <a:xfrm flipH="1" rot="-5051288">
            <a:off x="7227752" y="3451481"/>
            <a:ext cx="2997828" cy="2576307"/>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5"/>
          <p:cNvSpPr/>
          <p:nvPr/>
        </p:nvSpPr>
        <p:spPr>
          <a:xfrm flipH="1" rot="460638">
            <a:off x="178423" y="3742788"/>
            <a:ext cx="1359611" cy="122255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5"/>
          <p:cNvSpPr/>
          <p:nvPr/>
        </p:nvSpPr>
        <p:spPr>
          <a:xfrm flipH="1" rot="460623">
            <a:off x="6683138" y="-2074210"/>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813" name="Shape 813"/>
        <p:cNvGrpSpPr/>
        <p:nvPr/>
      </p:nvGrpSpPr>
      <p:grpSpPr>
        <a:xfrm>
          <a:off x="0" y="0"/>
          <a:ext cx="0" cy="0"/>
          <a:chOff x="0" y="0"/>
          <a:chExt cx="0" cy="0"/>
        </a:xfrm>
      </p:grpSpPr>
      <p:sp>
        <p:nvSpPr>
          <p:cNvPr id="814" name="Google Shape;814;p36"/>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6"/>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6"/>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6"/>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 name="Google Shape;818;p36"/>
          <p:cNvGrpSpPr/>
          <p:nvPr/>
        </p:nvGrpSpPr>
        <p:grpSpPr>
          <a:xfrm>
            <a:off x="7931872" y="177093"/>
            <a:ext cx="997823" cy="737095"/>
            <a:chOff x="7931872" y="177093"/>
            <a:chExt cx="997823" cy="737095"/>
          </a:xfrm>
        </p:grpSpPr>
        <p:grpSp>
          <p:nvGrpSpPr>
            <p:cNvPr id="819" name="Google Shape;819;p36"/>
            <p:cNvGrpSpPr/>
            <p:nvPr/>
          </p:nvGrpSpPr>
          <p:grpSpPr>
            <a:xfrm>
              <a:off x="7931872" y="177093"/>
              <a:ext cx="919725" cy="318025"/>
              <a:chOff x="7230903" y="4635722"/>
              <a:chExt cx="652843" cy="225742"/>
            </a:xfrm>
          </p:grpSpPr>
          <p:sp>
            <p:nvSpPr>
              <p:cNvPr id="820" name="Google Shape;820;p36"/>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 name="Google Shape;821;p36"/>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22" name="Google Shape;822;p36"/>
              <p:cNvGrpSpPr/>
              <p:nvPr/>
            </p:nvGrpSpPr>
            <p:grpSpPr>
              <a:xfrm>
                <a:off x="7487126" y="4676394"/>
                <a:ext cx="332041" cy="142684"/>
                <a:chOff x="7487126" y="4676394"/>
                <a:chExt cx="332041" cy="142684"/>
              </a:xfrm>
            </p:grpSpPr>
            <p:sp>
              <p:nvSpPr>
                <p:cNvPr id="823" name="Google Shape;823;p36"/>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4" name="Google Shape;824;p36"/>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5" name="Google Shape;825;p36"/>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 name="Google Shape;826;p36"/>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27" name="Google Shape;827;p36"/>
            <p:cNvGrpSpPr/>
            <p:nvPr/>
          </p:nvGrpSpPr>
          <p:grpSpPr>
            <a:xfrm>
              <a:off x="7931872" y="596163"/>
              <a:ext cx="919725" cy="318025"/>
              <a:chOff x="7230903" y="4933188"/>
              <a:chExt cx="652843" cy="225742"/>
            </a:xfrm>
          </p:grpSpPr>
          <p:grpSp>
            <p:nvGrpSpPr>
              <p:cNvPr id="828" name="Google Shape;828;p36"/>
              <p:cNvGrpSpPr/>
              <p:nvPr/>
            </p:nvGrpSpPr>
            <p:grpSpPr>
              <a:xfrm>
                <a:off x="7230903" y="4933188"/>
                <a:ext cx="652843" cy="225742"/>
                <a:chOff x="7230903" y="4933188"/>
                <a:chExt cx="652843" cy="225742"/>
              </a:xfrm>
            </p:grpSpPr>
            <p:sp>
              <p:nvSpPr>
                <p:cNvPr id="829" name="Google Shape;829;p36"/>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 name="Google Shape;830;p36"/>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31" name="Google Shape;831;p36"/>
                <p:cNvGrpSpPr/>
                <p:nvPr/>
              </p:nvGrpSpPr>
              <p:grpSpPr>
                <a:xfrm>
                  <a:off x="7487126" y="4973859"/>
                  <a:ext cx="332041" cy="142684"/>
                  <a:chOff x="7487126" y="4973859"/>
                  <a:chExt cx="332041" cy="142684"/>
                </a:xfrm>
              </p:grpSpPr>
              <p:sp>
                <p:nvSpPr>
                  <p:cNvPr id="832" name="Google Shape;832;p36"/>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 name="Google Shape;833;p36"/>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 name="Google Shape;834;p36"/>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 name="Google Shape;835;p36"/>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836" name="Google Shape;836;p36"/>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37" name="Google Shape;837;p36"/>
            <p:cNvGrpSpPr/>
            <p:nvPr/>
          </p:nvGrpSpPr>
          <p:grpSpPr>
            <a:xfrm>
              <a:off x="8756326" y="539537"/>
              <a:ext cx="173370" cy="112691"/>
              <a:chOff x="7816120" y="4892994"/>
              <a:chExt cx="123062" cy="79991"/>
            </a:xfrm>
          </p:grpSpPr>
          <p:grpSp>
            <p:nvGrpSpPr>
              <p:cNvPr id="838" name="Google Shape;838;p36"/>
              <p:cNvGrpSpPr/>
              <p:nvPr/>
            </p:nvGrpSpPr>
            <p:grpSpPr>
              <a:xfrm>
                <a:off x="7816120" y="4902803"/>
                <a:ext cx="123062" cy="63817"/>
                <a:chOff x="7816120" y="4902803"/>
                <a:chExt cx="123062" cy="63817"/>
              </a:xfrm>
            </p:grpSpPr>
            <p:sp>
              <p:nvSpPr>
                <p:cNvPr id="839" name="Google Shape;839;p36"/>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 name="Google Shape;840;p36"/>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41" name="Google Shape;841;p36"/>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842" name="Shape 842"/>
        <p:cNvGrpSpPr/>
        <p:nvPr/>
      </p:nvGrpSpPr>
      <p:grpSpPr>
        <a:xfrm>
          <a:off x="0" y="0"/>
          <a:ext cx="0" cy="0"/>
          <a:chOff x="0" y="0"/>
          <a:chExt cx="0" cy="0"/>
        </a:xfrm>
      </p:grpSpPr>
      <p:sp>
        <p:nvSpPr>
          <p:cNvPr id="843" name="Google Shape;843;p37"/>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7"/>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 name="Google Shape;845;p37"/>
          <p:cNvGrpSpPr/>
          <p:nvPr/>
        </p:nvGrpSpPr>
        <p:grpSpPr>
          <a:xfrm>
            <a:off x="65066" y="4373044"/>
            <a:ext cx="878158" cy="654532"/>
            <a:chOff x="1114425" y="4361211"/>
            <a:chExt cx="573023" cy="427101"/>
          </a:xfrm>
        </p:grpSpPr>
        <p:grpSp>
          <p:nvGrpSpPr>
            <p:cNvPr id="846" name="Google Shape;846;p37"/>
            <p:cNvGrpSpPr/>
            <p:nvPr/>
          </p:nvGrpSpPr>
          <p:grpSpPr>
            <a:xfrm>
              <a:off x="1114425" y="4361211"/>
              <a:ext cx="573023" cy="427101"/>
              <a:chOff x="1114425" y="4361211"/>
              <a:chExt cx="573023" cy="427101"/>
            </a:xfrm>
          </p:grpSpPr>
          <p:sp>
            <p:nvSpPr>
              <p:cNvPr id="847" name="Google Shape;847;p37"/>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 name="Google Shape;848;p37"/>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 name="Google Shape;849;p37"/>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50" name="Google Shape;850;p37"/>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51" name="Google Shape;851;p37"/>
          <p:cNvGrpSpPr/>
          <p:nvPr/>
        </p:nvGrpSpPr>
        <p:grpSpPr>
          <a:xfrm>
            <a:off x="8114970" y="266839"/>
            <a:ext cx="829992" cy="750888"/>
            <a:chOff x="8114596" y="445039"/>
            <a:chExt cx="633002" cy="572716"/>
          </a:xfrm>
        </p:grpSpPr>
        <p:grpSp>
          <p:nvGrpSpPr>
            <p:cNvPr id="852" name="Google Shape;852;p37"/>
            <p:cNvGrpSpPr/>
            <p:nvPr/>
          </p:nvGrpSpPr>
          <p:grpSpPr>
            <a:xfrm>
              <a:off x="8114596" y="445039"/>
              <a:ext cx="633002" cy="572716"/>
              <a:chOff x="7189660" y="520827"/>
              <a:chExt cx="598074" cy="541115"/>
            </a:xfrm>
          </p:grpSpPr>
          <p:sp>
            <p:nvSpPr>
              <p:cNvPr id="853" name="Google Shape;853;p37"/>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54" name="Google Shape;854;p37"/>
              <p:cNvGrpSpPr/>
              <p:nvPr/>
            </p:nvGrpSpPr>
            <p:grpSpPr>
              <a:xfrm>
                <a:off x="7579137" y="551973"/>
                <a:ext cx="164782" cy="41529"/>
                <a:chOff x="7579137" y="551973"/>
                <a:chExt cx="164782" cy="41529"/>
              </a:xfrm>
            </p:grpSpPr>
            <p:sp>
              <p:nvSpPr>
                <p:cNvPr id="855" name="Google Shape;855;p37"/>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 name="Google Shape;856;p37"/>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 name="Google Shape;857;p37"/>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58" name="Google Shape;858;p37"/>
            <p:cNvGrpSpPr/>
            <p:nvPr/>
          </p:nvGrpSpPr>
          <p:grpSpPr>
            <a:xfrm>
              <a:off x="8184962" y="619646"/>
              <a:ext cx="498115" cy="257273"/>
              <a:chOff x="7256144" y="685800"/>
              <a:chExt cx="470630" cy="243077"/>
            </a:xfrm>
          </p:grpSpPr>
          <p:sp>
            <p:nvSpPr>
              <p:cNvPr id="859" name="Google Shape;859;p37"/>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60" name="Google Shape;860;p37"/>
              <p:cNvGrpSpPr/>
              <p:nvPr/>
            </p:nvGrpSpPr>
            <p:grpSpPr>
              <a:xfrm>
                <a:off x="7512843" y="685800"/>
                <a:ext cx="213931" cy="243077"/>
                <a:chOff x="7512843" y="685800"/>
                <a:chExt cx="213931" cy="243077"/>
              </a:xfrm>
            </p:grpSpPr>
            <p:grpSp>
              <p:nvGrpSpPr>
                <p:cNvPr id="861" name="Google Shape;861;p37"/>
                <p:cNvGrpSpPr/>
                <p:nvPr/>
              </p:nvGrpSpPr>
              <p:grpSpPr>
                <a:xfrm>
                  <a:off x="7512843" y="836580"/>
                  <a:ext cx="213931" cy="92297"/>
                  <a:chOff x="7512843" y="836580"/>
                  <a:chExt cx="213931" cy="92297"/>
                </a:xfrm>
              </p:grpSpPr>
              <p:sp>
                <p:nvSpPr>
                  <p:cNvPr id="862" name="Google Shape;862;p37"/>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 name="Google Shape;863;p37"/>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64" name="Google Shape;864;p37"/>
                <p:cNvGrpSpPr/>
                <p:nvPr/>
              </p:nvGrpSpPr>
              <p:grpSpPr>
                <a:xfrm>
                  <a:off x="7512843" y="761238"/>
                  <a:ext cx="213931" cy="92296"/>
                  <a:chOff x="7512843" y="761238"/>
                  <a:chExt cx="213931" cy="92296"/>
                </a:xfrm>
              </p:grpSpPr>
              <p:sp>
                <p:nvSpPr>
                  <p:cNvPr id="865" name="Google Shape;865;p37"/>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 name="Google Shape;866;p37"/>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67" name="Google Shape;867;p37"/>
                <p:cNvGrpSpPr/>
                <p:nvPr/>
              </p:nvGrpSpPr>
              <p:grpSpPr>
                <a:xfrm>
                  <a:off x="7512843" y="685800"/>
                  <a:ext cx="213931" cy="92297"/>
                  <a:chOff x="7512843" y="685800"/>
                  <a:chExt cx="213931" cy="92297"/>
                </a:xfrm>
              </p:grpSpPr>
              <p:sp>
                <p:nvSpPr>
                  <p:cNvPr id="868" name="Google Shape;868;p37"/>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 name="Google Shape;869;p37"/>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73" name="Shape 873"/>
        <p:cNvGrpSpPr/>
        <p:nvPr/>
      </p:nvGrpSpPr>
      <p:grpSpPr>
        <a:xfrm>
          <a:off x="0" y="0"/>
          <a:ext cx="0" cy="0"/>
          <a:chOff x="0" y="0"/>
          <a:chExt cx="0" cy="0"/>
        </a:xfrm>
      </p:grpSpPr>
      <p:sp>
        <p:nvSpPr>
          <p:cNvPr id="874" name="Google Shape;874;p39"/>
          <p:cNvSpPr txBox="1"/>
          <p:nvPr>
            <p:ph type="ctrTitle"/>
          </p:nvPr>
        </p:nvSpPr>
        <p:spPr>
          <a:xfrm>
            <a:off x="713225" y="1144500"/>
            <a:ext cx="4112100" cy="23787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5000">
                <a:latin typeface="Epilogue"/>
                <a:ea typeface="Epilogue"/>
                <a:cs typeface="Epilogue"/>
                <a:sym typeface="Epilogu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875" name="Google Shape;875;p39"/>
          <p:cNvSpPr txBox="1"/>
          <p:nvPr>
            <p:ph idx="1" type="subTitle"/>
          </p:nvPr>
        </p:nvSpPr>
        <p:spPr>
          <a:xfrm>
            <a:off x="713225" y="3523200"/>
            <a:ext cx="41121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latin typeface="Lato"/>
                <a:ea typeface="Lato"/>
                <a:cs typeface="Lato"/>
                <a:sym typeface="La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876" name="Google Shape;876;p39"/>
          <p:cNvSpPr/>
          <p:nvPr/>
        </p:nvSpPr>
        <p:spPr>
          <a:xfrm rot="10800000">
            <a:off x="-1604593" y="-845132"/>
            <a:ext cx="3281418" cy="21328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9"/>
          <p:cNvSpPr/>
          <p:nvPr/>
        </p:nvSpPr>
        <p:spPr>
          <a:xfrm flipH="1" rot="-9899992">
            <a:off x="-1515196" y="4121356"/>
            <a:ext cx="3953580" cy="192177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878" name="Shape 878"/>
        <p:cNvGrpSpPr/>
        <p:nvPr/>
      </p:nvGrpSpPr>
      <p:grpSpPr>
        <a:xfrm>
          <a:off x="0" y="0"/>
          <a:ext cx="0" cy="0"/>
          <a:chOff x="0" y="0"/>
          <a:chExt cx="0" cy="0"/>
        </a:xfrm>
      </p:grpSpPr>
      <p:sp>
        <p:nvSpPr>
          <p:cNvPr id="879" name="Google Shape;879;p40"/>
          <p:cNvSpPr txBox="1"/>
          <p:nvPr>
            <p:ph type="title"/>
          </p:nvPr>
        </p:nvSpPr>
        <p:spPr>
          <a:xfrm>
            <a:off x="4047175" y="2571975"/>
            <a:ext cx="43836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880" name="Google Shape;880;p40"/>
          <p:cNvSpPr txBox="1"/>
          <p:nvPr>
            <p:ph hasCustomPrompt="1" idx="2" type="title"/>
          </p:nvPr>
        </p:nvSpPr>
        <p:spPr>
          <a:xfrm>
            <a:off x="4047175" y="1321975"/>
            <a:ext cx="1235700" cy="841800"/>
          </a:xfrm>
          <a:prstGeom prst="rect">
            <a:avLst/>
          </a:prstGeom>
          <a:noFill/>
        </p:spPr>
        <p:txBody>
          <a:bodyPr anchorCtr="0" anchor="b"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881" name="Google Shape;881;p40"/>
          <p:cNvSpPr/>
          <p:nvPr>
            <p:ph idx="3" type="pic"/>
          </p:nvPr>
        </p:nvSpPr>
        <p:spPr>
          <a:xfrm>
            <a:off x="484625" y="1076550"/>
            <a:ext cx="2990400" cy="2990400"/>
          </a:xfrm>
          <a:prstGeom prst="roundRect">
            <a:avLst>
              <a:gd fmla="val 16667" name="adj"/>
            </a:avLst>
          </a:prstGeom>
          <a:noFill/>
          <a:ln>
            <a:noFill/>
          </a:ln>
        </p:spPr>
      </p:sp>
      <p:sp>
        <p:nvSpPr>
          <p:cNvPr id="882" name="Google Shape;882;p40"/>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0"/>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0"/>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885" name="Shape 885"/>
        <p:cNvGrpSpPr/>
        <p:nvPr/>
      </p:nvGrpSpPr>
      <p:grpSpPr>
        <a:xfrm>
          <a:off x="0" y="0"/>
          <a:ext cx="0" cy="0"/>
          <a:chOff x="0" y="0"/>
          <a:chExt cx="0" cy="0"/>
        </a:xfrm>
      </p:grpSpPr>
      <p:sp>
        <p:nvSpPr>
          <p:cNvPr id="886" name="Google Shape;886;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87" name="Google Shape;887;p41"/>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888" name="Google Shape;888;p41"/>
          <p:cNvSpPr/>
          <p:nvPr/>
        </p:nvSpPr>
        <p:spPr>
          <a:xfrm flipH="1" rot="-4014673">
            <a:off x="-1798429" y="-1029372"/>
            <a:ext cx="3158476" cy="250963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1"/>
          <p:cNvSpPr/>
          <p:nvPr/>
        </p:nvSpPr>
        <p:spPr>
          <a:xfrm flipH="1">
            <a:off x="8355841" y="2667287"/>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90" name="Google Shape;890;p41"/>
          <p:cNvGrpSpPr/>
          <p:nvPr/>
        </p:nvGrpSpPr>
        <p:grpSpPr>
          <a:xfrm flipH="1">
            <a:off x="8380540" y="1729933"/>
            <a:ext cx="668783" cy="959747"/>
            <a:chOff x="10519314" y="4728596"/>
            <a:chExt cx="751780" cy="1078731"/>
          </a:xfrm>
        </p:grpSpPr>
        <p:grpSp>
          <p:nvGrpSpPr>
            <p:cNvPr id="891" name="Google Shape;891;p41"/>
            <p:cNvGrpSpPr/>
            <p:nvPr/>
          </p:nvGrpSpPr>
          <p:grpSpPr>
            <a:xfrm>
              <a:off x="10519314" y="4728596"/>
              <a:ext cx="626662" cy="1078731"/>
              <a:chOff x="10519314" y="4728596"/>
              <a:chExt cx="626662" cy="1078731"/>
            </a:xfrm>
          </p:grpSpPr>
          <p:grpSp>
            <p:nvGrpSpPr>
              <p:cNvPr id="892" name="Google Shape;892;p41"/>
              <p:cNvGrpSpPr/>
              <p:nvPr/>
            </p:nvGrpSpPr>
            <p:grpSpPr>
              <a:xfrm>
                <a:off x="10903220" y="4888205"/>
                <a:ext cx="242756" cy="919122"/>
                <a:chOff x="10903220" y="4888205"/>
                <a:chExt cx="242756" cy="919122"/>
              </a:xfrm>
            </p:grpSpPr>
            <p:sp>
              <p:nvSpPr>
                <p:cNvPr id="893" name="Google Shape;893;p41"/>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4" name="Google Shape;894;p41"/>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 name="Google Shape;895;p41"/>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96" name="Google Shape;896;p41"/>
                <p:cNvGrpSpPr/>
                <p:nvPr/>
              </p:nvGrpSpPr>
              <p:grpSpPr>
                <a:xfrm>
                  <a:off x="11014221" y="5588618"/>
                  <a:ext cx="100021" cy="114784"/>
                  <a:chOff x="11014221" y="5588618"/>
                  <a:chExt cx="100021" cy="114784"/>
                </a:xfrm>
              </p:grpSpPr>
              <p:sp>
                <p:nvSpPr>
                  <p:cNvPr id="897" name="Google Shape;897;p41"/>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 name="Google Shape;898;p41"/>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9" name="Google Shape;899;p41"/>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0" name="Google Shape;900;p41"/>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01" name="Google Shape;901;p41"/>
              <p:cNvGrpSpPr/>
              <p:nvPr/>
            </p:nvGrpSpPr>
            <p:grpSpPr>
              <a:xfrm>
                <a:off x="10718623" y="4728596"/>
                <a:ext cx="229169" cy="1075979"/>
                <a:chOff x="10718623" y="4728596"/>
                <a:chExt cx="229169" cy="1075979"/>
              </a:xfrm>
            </p:grpSpPr>
            <p:sp>
              <p:nvSpPr>
                <p:cNvPr id="902" name="Google Shape;902;p41"/>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 name="Google Shape;903;p41"/>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04" name="Google Shape;904;p41"/>
                <p:cNvGrpSpPr/>
                <p:nvPr/>
              </p:nvGrpSpPr>
              <p:grpSpPr>
                <a:xfrm>
                  <a:off x="10765015" y="5040134"/>
                  <a:ext cx="116314" cy="49775"/>
                  <a:chOff x="10765015" y="5040134"/>
                  <a:chExt cx="116314" cy="49775"/>
                </a:xfrm>
              </p:grpSpPr>
              <p:sp>
                <p:nvSpPr>
                  <p:cNvPr id="905" name="Google Shape;905;p41"/>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 name="Google Shape;906;p41"/>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07" name="Google Shape;907;p41"/>
                <p:cNvGrpSpPr/>
                <p:nvPr/>
              </p:nvGrpSpPr>
              <p:grpSpPr>
                <a:xfrm>
                  <a:off x="10784825" y="5436314"/>
                  <a:ext cx="116414" cy="49961"/>
                  <a:chOff x="10784825" y="5436314"/>
                  <a:chExt cx="116414" cy="49961"/>
                </a:xfrm>
              </p:grpSpPr>
              <p:sp>
                <p:nvSpPr>
                  <p:cNvPr id="908" name="Google Shape;908;p41"/>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9" name="Google Shape;909;p41"/>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10" name="Google Shape;910;p41"/>
              <p:cNvGrpSpPr/>
              <p:nvPr/>
            </p:nvGrpSpPr>
            <p:grpSpPr>
              <a:xfrm>
                <a:off x="10519314" y="4813458"/>
                <a:ext cx="202120" cy="992123"/>
                <a:chOff x="10519314" y="4813458"/>
                <a:chExt cx="202120" cy="992123"/>
              </a:xfrm>
            </p:grpSpPr>
            <p:sp>
              <p:nvSpPr>
                <p:cNvPr id="911" name="Google Shape;911;p41"/>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2" name="Google Shape;912;p41"/>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13" name="Google Shape;913;p41"/>
                <p:cNvGrpSpPr/>
                <p:nvPr/>
              </p:nvGrpSpPr>
              <p:grpSpPr>
                <a:xfrm>
                  <a:off x="10556176" y="5465730"/>
                  <a:ext cx="128397" cy="44196"/>
                  <a:chOff x="10556176" y="5465730"/>
                  <a:chExt cx="128397" cy="44196"/>
                </a:xfrm>
              </p:grpSpPr>
              <p:sp>
                <p:nvSpPr>
                  <p:cNvPr id="914" name="Google Shape;914;p41"/>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 name="Google Shape;915;p41"/>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6" name="Google Shape;916;p41"/>
                <p:cNvGrpSpPr/>
                <p:nvPr/>
              </p:nvGrpSpPr>
              <p:grpSpPr>
                <a:xfrm>
                  <a:off x="10556176" y="5689187"/>
                  <a:ext cx="128397" cy="44196"/>
                  <a:chOff x="10556176" y="5689187"/>
                  <a:chExt cx="128397" cy="44196"/>
                </a:xfrm>
              </p:grpSpPr>
              <p:sp>
                <p:nvSpPr>
                  <p:cNvPr id="917" name="Google Shape;917;p41"/>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 name="Google Shape;918;p41"/>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919" name="Google Shape;919;p41"/>
            <p:cNvGrpSpPr/>
            <p:nvPr/>
          </p:nvGrpSpPr>
          <p:grpSpPr>
            <a:xfrm>
              <a:off x="11058042" y="5088325"/>
              <a:ext cx="213052" cy="717953"/>
              <a:chOff x="11058042" y="5088325"/>
              <a:chExt cx="213052" cy="717953"/>
            </a:xfrm>
          </p:grpSpPr>
          <p:sp>
            <p:nvSpPr>
              <p:cNvPr id="920" name="Google Shape;920;p41"/>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 name="Google Shape;921;p41"/>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22" name="Google Shape;922;p41"/>
          <p:cNvGrpSpPr/>
          <p:nvPr/>
        </p:nvGrpSpPr>
        <p:grpSpPr>
          <a:xfrm flipH="1">
            <a:off x="8485925" y="662239"/>
            <a:ext cx="516117" cy="779220"/>
            <a:chOff x="10572463" y="3528536"/>
            <a:chExt cx="580168" cy="875823"/>
          </a:xfrm>
        </p:grpSpPr>
        <p:grpSp>
          <p:nvGrpSpPr>
            <p:cNvPr id="923" name="Google Shape;923;p41"/>
            <p:cNvGrpSpPr/>
            <p:nvPr/>
          </p:nvGrpSpPr>
          <p:grpSpPr>
            <a:xfrm>
              <a:off x="10713815" y="3528536"/>
              <a:ext cx="438816" cy="746664"/>
              <a:chOff x="10713815" y="3528536"/>
              <a:chExt cx="438816" cy="746664"/>
            </a:xfrm>
          </p:grpSpPr>
          <p:sp>
            <p:nvSpPr>
              <p:cNvPr id="924" name="Google Shape;924;p41"/>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25" name="Google Shape;925;p41"/>
              <p:cNvGrpSpPr/>
              <p:nvPr/>
            </p:nvGrpSpPr>
            <p:grpSpPr>
              <a:xfrm>
                <a:off x="10776489" y="3625310"/>
                <a:ext cx="313848" cy="288226"/>
                <a:chOff x="10776489" y="3625310"/>
                <a:chExt cx="313848" cy="288226"/>
              </a:xfrm>
            </p:grpSpPr>
            <p:sp>
              <p:nvSpPr>
                <p:cNvPr id="926" name="Google Shape;926;p41"/>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 name="Google Shape;927;p41"/>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 name="Google Shape;928;p41"/>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 name="Google Shape;929;p41"/>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 name="Google Shape;930;p41"/>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1" name="Google Shape;931;p41"/>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32" name="Google Shape;932;p41"/>
              <p:cNvGrpSpPr/>
              <p:nvPr/>
            </p:nvGrpSpPr>
            <p:grpSpPr>
              <a:xfrm>
                <a:off x="10776489" y="3999547"/>
                <a:ext cx="313848" cy="181546"/>
                <a:chOff x="10776489" y="3999547"/>
                <a:chExt cx="313848" cy="181546"/>
              </a:xfrm>
            </p:grpSpPr>
            <p:sp>
              <p:nvSpPr>
                <p:cNvPr id="933" name="Google Shape;933;p41"/>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 name="Google Shape;934;p41"/>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5" name="Google Shape;935;p41"/>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 name="Google Shape;936;p41"/>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37" name="Google Shape;937;p41"/>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38" name="Google Shape;938;p41"/>
            <p:cNvGrpSpPr/>
            <p:nvPr/>
          </p:nvGrpSpPr>
          <p:grpSpPr>
            <a:xfrm>
              <a:off x="10572463" y="3657790"/>
              <a:ext cx="438817" cy="746569"/>
              <a:chOff x="10572463" y="3657790"/>
              <a:chExt cx="438817" cy="746569"/>
            </a:xfrm>
          </p:grpSpPr>
          <p:sp>
            <p:nvSpPr>
              <p:cNvPr id="939" name="Google Shape;939;p41"/>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40" name="Google Shape;940;p41"/>
              <p:cNvGrpSpPr/>
              <p:nvPr/>
            </p:nvGrpSpPr>
            <p:grpSpPr>
              <a:xfrm>
                <a:off x="10635138" y="3754469"/>
                <a:ext cx="313848" cy="288321"/>
                <a:chOff x="10635138" y="3754469"/>
                <a:chExt cx="313848" cy="288321"/>
              </a:xfrm>
            </p:grpSpPr>
            <p:sp>
              <p:nvSpPr>
                <p:cNvPr id="941" name="Google Shape;941;p41"/>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 name="Google Shape;942;p41"/>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3" name="Google Shape;943;p41"/>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4" name="Google Shape;944;p41"/>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 name="Google Shape;945;p41"/>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6" name="Google Shape;946;p41"/>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47" name="Google Shape;947;p41"/>
              <p:cNvGrpSpPr/>
              <p:nvPr/>
            </p:nvGrpSpPr>
            <p:grpSpPr>
              <a:xfrm>
                <a:off x="10635138" y="4128801"/>
                <a:ext cx="313848" cy="181547"/>
                <a:chOff x="10635138" y="4128801"/>
                <a:chExt cx="313848" cy="181547"/>
              </a:xfrm>
            </p:grpSpPr>
            <p:sp>
              <p:nvSpPr>
                <p:cNvPr id="948" name="Google Shape;948;p41"/>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9" name="Google Shape;949;p41"/>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 name="Google Shape;950;p41"/>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1" name="Google Shape;951;p41"/>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52" name="Google Shape;952;p41"/>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53" name="Google Shape;953;p41"/>
          <p:cNvGrpSpPr/>
          <p:nvPr/>
        </p:nvGrpSpPr>
        <p:grpSpPr>
          <a:xfrm flipH="1">
            <a:off x="8768853" y="1439765"/>
            <a:ext cx="22030" cy="294484"/>
            <a:chOff x="10809827" y="4402455"/>
            <a:chExt cx="24764" cy="330993"/>
          </a:xfrm>
        </p:grpSpPr>
        <p:sp>
          <p:nvSpPr>
            <p:cNvPr id="954" name="Google Shape;954;p41"/>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5" name="Google Shape;955;p41"/>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6" name="Google Shape;956;p41"/>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57" name="Google Shape;957;p41"/>
          <p:cNvSpPr/>
          <p:nvPr/>
        </p:nvSpPr>
        <p:spPr>
          <a:xfrm flipH="1" rot="8662747">
            <a:off x="7370974" y="4168319"/>
            <a:ext cx="2746019" cy="19216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 name="Google Shape;958;p41"/>
          <p:cNvGrpSpPr/>
          <p:nvPr/>
        </p:nvGrpSpPr>
        <p:grpSpPr>
          <a:xfrm flipH="1">
            <a:off x="122956" y="4228558"/>
            <a:ext cx="829992" cy="750888"/>
            <a:chOff x="8114596" y="445039"/>
            <a:chExt cx="633002" cy="572716"/>
          </a:xfrm>
        </p:grpSpPr>
        <p:grpSp>
          <p:nvGrpSpPr>
            <p:cNvPr id="959" name="Google Shape;959;p41"/>
            <p:cNvGrpSpPr/>
            <p:nvPr/>
          </p:nvGrpSpPr>
          <p:grpSpPr>
            <a:xfrm>
              <a:off x="8114596" y="445039"/>
              <a:ext cx="633002" cy="572716"/>
              <a:chOff x="7189660" y="520827"/>
              <a:chExt cx="598074" cy="541115"/>
            </a:xfrm>
          </p:grpSpPr>
          <p:sp>
            <p:nvSpPr>
              <p:cNvPr id="960" name="Google Shape;960;p41"/>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61" name="Google Shape;961;p41"/>
              <p:cNvGrpSpPr/>
              <p:nvPr/>
            </p:nvGrpSpPr>
            <p:grpSpPr>
              <a:xfrm>
                <a:off x="7579137" y="551973"/>
                <a:ext cx="164782" cy="41529"/>
                <a:chOff x="7579137" y="551973"/>
                <a:chExt cx="164782" cy="41529"/>
              </a:xfrm>
            </p:grpSpPr>
            <p:sp>
              <p:nvSpPr>
                <p:cNvPr id="962" name="Google Shape;962;p41"/>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 name="Google Shape;963;p41"/>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4" name="Google Shape;964;p41"/>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65" name="Google Shape;965;p41"/>
            <p:cNvGrpSpPr/>
            <p:nvPr/>
          </p:nvGrpSpPr>
          <p:grpSpPr>
            <a:xfrm>
              <a:off x="8184962" y="619646"/>
              <a:ext cx="498115" cy="257273"/>
              <a:chOff x="7256144" y="685800"/>
              <a:chExt cx="470630" cy="243077"/>
            </a:xfrm>
          </p:grpSpPr>
          <p:sp>
            <p:nvSpPr>
              <p:cNvPr id="966" name="Google Shape;966;p41"/>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67" name="Google Shape;967;p41"/>
              <p:cNvGrpSpPr/>
              <p:nvPr/>
            </p:nvGrpSpPr>
            <p:grpSpPr>
              <a:xfrm>
                <a:off x="7512843" y="685800"/>
                <a:ext cx="213931" cy="243077"/>
                <a:chOff x="7512843" y="685800"/>
                <a:chExt cx="213931" cy="243077"/>
              </a:xfrm>
            </p:grpSpPr>
            <p:grpSp>
              <p:nvGrpSpPr>
                <p:cNvPr id="968" name="Google Shape;968;p41"/>
                <p:cNvGrpSpPr/>
                <p:nvPr/>
              </p:nvGrpSpPr>
              <p:grpSpPr>
                <a:xfrm>
                  <a:off x="7512843" y="836580"/>
                  <a:ext cx="213931" cy="92297"/>
                  <a:chOff x="7512843" y="836580"/>
                  <a:chExt cx="213931" cy="92297"/>
                </a:xfrm>
              </p:grpSpPr>
              <p:sp>
                <p:nvSpPr>
                  <p:cNvPr id="969" name="Google Shape;969;p41"/>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 name="Google Shape;970;p41"/>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1" name="Google Shape;971;p41"/>
                <p:cNvGrpSpPr/>
                <p:nvPr/>
              </p:nvGrpSpPr>
              <p:grpSpPr>
                <a:xfrm>
                  <a:off x="7512843" y="761238"/>
                  <a:ext cx="213931" cy="92296"/>
                  <a:chOff x="7512843" y="761238"/>
                  <a:chExt cx="213931" cy="92296"/>
                </a:xfrm>
              </p:grpSpPr>
              <p:sp>
                <p:nvSpPr>
                  <p:cNvPr id="972" name="Google Shape;972;p41"/>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3" name="Google Shape;973;p41"/>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4" name="Google Shape;974;p41"/>
                <p:cNvGrpSpPr/>
                <p:nvPr/>
              </p:nvGrpSpPr>
              <p:grpSpPr>
                <a:xfrm>
                  <a:off x="7512843" y="685800"/>
                  <a:ext cx="213931" cy="92297"/>
                  <a:chOff x="7512843" y="685800"/>
                  <a:chExt cx="213931" cy="92297"/>
                </a:xfrm>
              </p:grpSpPr>
              <p:sp>
                <p:nvSpPr>
                  <p:cNvPr id="975" name="Google Shape;975;p41"/>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6" name="Google Shape;976;p41"/>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977" name="Shape 977"/>
        <p:cNvGrpSpPr/>
        <p:nvPr/>
      </p:nvGrpSpPr>
      <p:grpSpPr>
        <a:xfrm>
          <a:off x="0" y="0"/>
          <a:ext cx="0" cy="0"/>
          <a:chOff x="0" y="0"/>
          <a:chExt cx="0" cy="0"/>
        </a:xfrm>
      </p:grpSpPr>
      <p:sp>
        <p:nvSpPr>
          <p:cNvPr id="978" name="Google Shape;978;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79" name="Google Shape;979;p42"/>
          <p:cNvSpPr txBox="1"/>
          <p:nvPr>
            <p:ph idx="1" type="subTitle"/>
          </p:nvPr>
        </p:nvSpPr>
        <p:spPr>
          <a:xfrm>
            <a:off x="4679150"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980" name="Google Shape;980;p42"/>
          <p:cNvSpPr txBox="1"/>
          <p:nvPr>
            <p:ph idx="2" type="subTitle"/>
          </p:nvPr>
        </p:nvSpPr>
        <p:spPr>
          <a:xfrm>
            <a:off x="1080525"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981" name="Google Shape;981;p42"/>
          <p:cNvSpPr txBox="1"/>
          <p:nvPr>
            <p:ph idx="3" type="subTitle"/>
          </p:nvPr>
        </p:nvSpPr>
        <p:spPr>
          <a:xfrm>
            <a:off x="1080536"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82" name="Google Shape;982;p42"/>
          <p:cNvSpPr txBox="1"/>
          <p:nvPr>
            <p:ph idx="4" type="subTitle"/>
          </p:nvPr>
        </p:nvSpPr>
        <p:spPr>
          <a:xfrm>
            <a:off x="4679164"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83" name="Google Shape;983;p42"/>
          <p:cNvSpPr/>
          <p:nvPr/>
        </p:nvSpPr>
        <p:spPr>
          <a:xfrm rot="5551952">
            <a:off x="-721531" y="4084618"/>
            <a:ext cx="2053998" cy="17652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2"/>
          <p:cNvSpPr/>
          <p:nvPr/>
        </p:nvSpPr>
        <p:spPr>
          <a:xfrm rot="-460685">
            <a:off x="-850641" y="-888875"/>
            <a:ext cx="2082611" cy="168399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2"/>
          <p:cNvSpPr/>
          <p:nvPr/>
        </p:nvSpPr>
        <p:spPr>
          <a:xfrm rot="3259731">
            <a:off x="7063135" y="-804478"/>
            <a:ext cx="3168421" cy="25619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986" name="Shape 986"/>
        <p:cNvGrpSpPr/>
        <p:nvPr/>
      </p:nvGrpSpPr>
      <p:grpSpPr>
        <a:xfrm>
          <a:off x="0" y="0"/>
          <a:ext cx="0" cy="0"/>
          <a:chOff x="0" y="0"/>
          <a:chExt cx="0" cy="0"/>
        </a:xfrm>
      </p:grpSpPr>
      <p:sp>
        <p:nvSpPr>
          <p:cNvPr id="987" name="Google Shape;987;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88" name="Google Shape;988;p43"/>
          <p:cNvSpPr/>
          <p:nvPr/>
        </p:nvSpPr>
        <p:spPr>
          <a:xfrm rot="-9076707">
            <a:off x="85462" y="-755109"/>
            <a:ext cx="1683799" cy="1313891"/>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 name="Google Shape;989;p43"/>
          <p:cNvGrpSpPr/>
          <p:nvPr/>
        </p:nvGrpSpPr>
        <p:grpSpPr>
          <a:xfrm>
            <a:off x="6779278" y="192982"/>
            <a:ext cx="2107998" cy="297419"/>
            <a:chOff x="6108096" y="3265836"/>
            <a:chExt cx="1633727" cy="230504"/>
          </a:xfrm>
        </p:grpSpPr>
        <p:sp>
          <p:nvSpPr>
            <p:cNvPr id="990" name="Google Shape;990;p43"/>
            <p:cNvSpPr/>
            <p:nvPr/>
          </p:nvSpPr>
          <p:spPr>
            <a:xfrm>
              <a:off x="6108096" y="3265836"/>
              <a:ext cx="1633727" cy="230504"/>
            </a:xfrm>
            <a:custGeom>
              <a:rect b="b" l="l" r="r" t="t"/>
              <a:pathLst>
                <a:path extrusionOk="0" h="230504" w="1633727">
                  <a:moveTo>
                    <a:pt x="1518476" y="0"/>
                  </a:moveTo>
                  <a:cubicBezTo>
                    <a:pt x="1582128" y="0"/>
                    <a:pt x="1633728" y="51600"/>
                    <a:pt x="1633728" y="115253"/>
                  </a:cubicBezTo>
                  <a:lnTo>
                    <a:pt x="1633728" y="115253"/>
                  </a:lnTo>
                  <a:cubicBezTo>
                    <a:pt x="1633728" y="178905"/>
                    <a:pt x="1582128" y="230505"/>
                    <a:pt x="1518476" y="230505"/>
                  </a:cubicBezTo>
                  <a:lnTo>
                    <a:pt x="115252" y="230505"/>
                  </a:lnTo>
                  <a:cubicBezTo>
                    <a:pt x="51601" y="230505"/>
                    <a:pt x="0" y="178905"/>
                    <a:pt x="0" y="115253"/>
                  </a:cubicBezTo>
                  <a:lnTo>
                    <a:pt x="0" y="115253"/>
                  </a:lnTo>
                  <a:cubicBezTo>
                    <a:pt x="0" y="51600"/>
                    <a:pt x="51601" y="0"/>
                    <a:pt x="115252"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 name="Google Shape;991;p43"/>
            <p:cNvSpPr/>
            <p:nvPr/>
          </p:nvSpPr>
          <p:spPr>
            <a:xfrm>
              <a:off x="7528381" y="3292292"/>
              <a:ext cx="166485" cy="165854"/>
            </a:xfrm>
            <a:custGeom>
              <a:rect b="b" l="l" r="r" t="t"/>
              <a:pathLst>
                <a:path extrusionOk="0" h="165854" w="166485">
                  <a:moveTo>
                    <a:pt x="161532" y="137469"/>
                  </a:moveTo>
                  <a:lnTo>
                    <a:pt x="120003" y="95941"/>
                  </a:lnTo>
                  <a:lnTo>
                    <a:pt x="113336" y="102608"/>
                  </a:lnTo>
                  <a:lnTo>
                    <a:pt x="105811" y="95083"/>
                  </a:lnTo>
                  <a:cubicBezTo>
                    <a:pt x="123622" y="71842"/>
                    <a:pt x="122194" y="38600"/>
                    <a:pt x="100953" y="17359"/>
                  </a:cubicBezTo>
                  <a:cubicBezTo>
                    <a:pt x="77807" y="-5786"/>
                    <a:pt x="40374" y="-5786"/>
                    <a:pt x="17324" y="17359"/>
                  </a:cubicBezTo>
                  <a:cubicBezTo>
                    <a:pt x="-5727" y="40505"/>
                    <a:pt x="-5822" y="77938"/>
                    <a:pt x="17324" y="100989"/>
                  </a:cubicBezTo>
                  <a:cubicBezTo>
                    <a:pt x="38850" y="122515"/>
                    <a:pt x="72568" y="123754"/>
                    <a:pt x="95809" y="105275"/>
                  </a:cubicBezTo>
                  <a:lnTo>
                    <a:pt x="103334" y="112800"/>
                  </a:lnTo>
                  <a:lnTo>
                    <a:pt x="96667" y="119467"/>
                  </a:lnTo>
                  <a:lnTo>
                    <a:pt x="138196" y="160996"/>
                  </a:lnTo>
                  <a:cubicBezTo>
                    <a:pt x="144673" y="167473"/>
                    <a:pt x="155150" y="167473"/>
                    <a:pt x="161627" y="160996"/>
                  </a:cubicBezTo>
                  <a:lnTo>
                    <a:pt x="161627" y="160996"/>
                  </a:lnTo>
                  <a:cubicBezTo>
                    <a:pt x="168104" y="154519"/>
                    <a:pt x="168104" y="144042"/>
                    <a:pt x="161627" y="137565"/>
                  </a:cubicBezTo>
                  <a:close/>
                  <a:moveTo>
                    <a:pt x="59138" y="102513"/>
                  </a:moveTo>
                  <a:cubicBezTo>
                    <a:pt x="54471" y="102513"/>
                    <a:pt x="49899" y="101751"/>
                    <a:pt x="45612" y="100417"/>
                  </a:cubicBezTo>
                  <a:cubicBezTo>
                    <a:pt x="33611" y="96512"/>
                    <a:pt x="23896" y="87463"/>
                    <a:pt x="19133" y="75938"/>
                  </a:cubicBezTo>
                  <a:cubicBezTo>
                    <a:pt x="16942" y="70794"/>
                    <a:pt x="15799" y="65175"/>
                    <a:pt x="15799" y="59269"/>
                  </a:cubicBezTo>
                  <a:cubicBezTo>
                    <a:pt x="15799" y="35361"/>
                    <a:pt x="35231" y="15931"/>
                    <a:pt x="59138" y="15931"/>
                  </a:cubicBezTo>
                  <a:cubicBezTo>
                    <a:pt x="65044" y="15931"/>
                    <a:pt x="70663" y="17074"/>
                    <a:pt x="75807" y="19264"/>
                  </a:cubicBezTo>
                  <a:cubicBezTo>
                    <a:pt x="87332" y="24122"/>
                    <a:pt x="96381" y="33742"/>
                    <a:pt x="100286" y="45744"/>
                  </a:cubicBezTo>
                  <a:cubicBezTo>
                    <a:pt x="101715" y="50030"/>
                    <a:pt x="102382" y="54507"/>
                    <a:pt x="102382" y="59269"/>
                  </a:cubicBezTo>
                  <a:cubicBezTo>
                    <a:pt x="102382" y="83177"/>
                    <a:pt x="83046" y="102513"/>
                    <a:pt x="59138" y="1025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 name="Google Shape;992;p43"/>
            <p:cNvSpPr/>
            <p:nvPr/>
          </p:nvSpPr>
          <p:spPr>
            <a:xfrm>
              <a:off x="7475124" y="3290220"/>
              <a:ext cx="7620" cy="174307"/>
            </a:xfrm>
            <a:custGeom>
              <a:rect b="b" l="l" r="r" t="t"/>
              <a:pathLst>
                <a:path extrusionOk="0" h="174307" w="7620">
                  <a:moveTo>
                    <a:pt x="3810" y="174308"/>
                  </a:moveTo>
                  <a:lnTo>
                    <a:pt x="3810" y="174308"/>
                  </a:lnTo>
                  <a:cubicBezTo>
                    <a:pt x="1714" y="174308"/>
                    <a:pt x="0" y="172593"/>
                    <a:pt x="0" y="170497"/>
                  </a:cubicBezTo>
                  <a:lnTo>
                    <a:pt x="0" y="3810"/>
                  </a:lnTo>
                  <a:cubicBezTo>
                    <a:pt x="0" y="1714"/>
                    <a:pt x="1714" y="0"/>
                    <a:pt x="3810" y="0"/>
                  </a:cubicBezTo>
                  <a:lnTo>
                    <a:pt x="3810" y="0"/>
                  </a:lnTo>
                  <a:cubicBezTo>
                    <a:pt x="5905" y="0"/>
                    <a:pt x="7620" y="1714"/>
                    <a:pt x="7620" y="3810"/>
                  </a:cubicBezTo>
                  <a:lnTo>
                    <a:pt x="7620" y="170497"/>
                  </a:lnTo>
                  <a:cubicBezTo>
                    <a:pt x="7620" y="172593"/>
                    <a:pt x="5905" y="174308"/>
                    <a:pt x="3810" y="17430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93" name="Google Shape;993;p43"/>
          <p:cNvSpPr/>
          <p:nvPr/>
        </p:nvSpPr>
        <p:spPr>
          <a:xfrm flipH="1" rot="532502">
            <a:off x="-514115" y="4385276"/>
            <a:ext cx="1514959" cy="122499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 name="Google Shape;994;p43"/>
          <p:cNvGrpSpPr/>
          <p:nvPr/>
        </p:nvGrpSpPr>
        <p:grpSpPr>
          <a:xfrm>
            <a:off x="-148774" y="4544215"/>
            <a:ext cx="784225" cy="584398"/>
            <a:chOff x="1914620" y="1930431"/>
            <a:chExt cx="572929" cy="426911"/>
          </a:xfrm>
        </p:grpSpPr>
        <p:grpSp>
          <p:nvGrpSpPr>
            <p:cNvPr id="995" name="Google Shape;995;p43"/>
            <p:cNvGrpSpPr/>
            <p:nvPr/>
          </p:nvGrpSpPr>
          <p:grpSpPr>
            <a:xfrm>
              <a:off x="1914620" y="1930431"/>
              <a:ext cx="572929" cy="426911"/>
              <a:chOff x="1914620" y="1930431"/>
              <a:chExt cx="572929" cy="426911"/>
            </a:xfrm>
          </p:grpSpPr>
          <p:sp>
            <p:nvSpPr>
              <p:cNvPr id="996" name="Google Shape;996;p43"/>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7" name="Google Shape;997;p43"/>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8" name="Google Shape;998;p43"/>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99" name="Google Shape;999;p43"/>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00" name="Google Shape;1000;p43"/>
          <p:cNvSpPr/>
          <p:nvPr/>
        </p:nvSpPr>
        <p:spPr>
          <a:xfrm rot="5844200">
            <a:off x="8030548" y="2339312"/>
            <a:ext cx="2404301" cy="131859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001" name="Shape 1001"/>
        <p:cNvGrpSpPr/>
        <p:nvPr/>
      </p:nvGrpSpPr>
      <p:grpSpPr>
        <a:xfrm>
          <a:off x="0" y="0"/>
          <a:ext cx="0" cy="0"/>
          <a:chOff x="0" y="0"/>
          <a:chExt cx="0" cy="0"/>
        </a:xfrm>
      </p:grpSpPr>
      <p:sp>
        <p:nvSpPr>
          <p:cNvPr id="1002" name="Google Shape;1002;p44"/>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03" name="Google Shape;1003;p44"/>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1004" name="Google Shape;1004;p44"/>
          <p:cNvSpPr/>
          <p:nvPr>
            <p:ph idx="2" type="pic"/>
          </p:nvPr>
        </p:nvSpPr>
        <p:spPr>
          <a:xfrm>
            <a:off x="5668975" y="1076550"/>
            <a:ext cx="2990400" cy="2990400"/>
          </a:xfrm>
          <a:prstGeom prst="roundRect">
            <a:avLst>
              <a:gd fmla="val 16667" name="adj"/>
            </a:avLst>
          </a:prstGeom>
          <a:noFill/>
          <a:ln>
            <a:noFill/>
          </a:ln>
        </p:spPr>
      </p:sp>
      <p:sp>
        <p:nvSpPr>
          <p:cNvPr id="1005" name="Google Shape;1005;p44"/>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4"/>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 name="Google Shape;1007;p44"/>
          <p:cNvGrpSpPr/>
          <p:nvPr/>
        </p:nvGrpSpPr>
        <p:grpSpPr>
          <a:xfrm>
            <a:off x="65066" y="4373044"/>
            <a:ext cx="878158" cy="654532"/>
            <a:chOff x="1114425" y="4361211"/>
            <a:chExt cx="573023" cy="427101"/>
          </a:xfrm>
        </p:grpSpPr>
        <p:grpSp>
          <p:nvGrpSpPr>
            <p:cNvPr id="1008" name="Google Shape;1008;p44"/>
            <p:cNvGrpSpPr/>
            <p:nvPr/>
          </p:nvGrpSpPr>
          <p:grpSpPr>
            <a:xfrm>
              <a:off x="1114425" y="4361211"/>
              <a:ext cx="573023" cy="427101"/>
              <a:chOff x="1114425" y="4361211"/>
              <a:chExt cx="573023" cy="427101"/>
            </a:xfrm>
          </p:grpSpPr>
          <p:sp>
            <p:nvSpPr>
              <p:cNvPr id="1009" name="Google Shape;1009;p44"/>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0" name="Google Shape;1010;p44"/>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1" name="Google Shape;1011;p44"/>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12" name="Google Shape;1012;p44"/>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013" name="Shape 1013"/>
        <p:cNvGrpSpPr/>
        <p:nvPr/>
      </p:nvGrpSpPr>
      <p:grpSpPr>
        <a:xfrm>
          <a:off x="0" y="0"/>
          <a:ext cx="0" cy="0"/>
          <a:chOff x="0" y="0"/>
          <a:chExt cx="0" cy="0"/>
        </a:xfrm>
      </p:grpSpPr>
      <p:sp>
        <p:nvSpPr>
          <p:cNvPr id="1014" name="Google Shape;1014;p45"/>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015" name="Google Shape;1015;p45"/>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5"/>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5"/>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018" name="Shape 1018"/>
        <p:cNvGrpSpPr/>
        <p:nvPr/>
      </p:nvGrpSpPr>
      <p:grpSpPr>
        <a:xfrm>
          <a:off x="0" y="0"/>
          <a:ext cx="0" cy="0"/>
          <a:chOff x="0" y="0"/>
          <a:chExt cx="0" cy="0"/>
        </a:xfrm>
      </p:grpSpPr>
      <p:sp>
        <p:nvSpPr>
          <p:cNvPr id="1019" name="Google Shape;1019;p46"/>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15000"/>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1020" name="Google Shape;1020;p46"/>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21" name="Google Shape;1021;p46"/>
          <p:cNvSpPr/>
          <p:nvPr/>
        </p:nvSpPr>
        <p:spPr>
          <a:xfrm rot="3263452">
            <a:off x="-163955"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6"/>
          <p:cNvSpPr/>
          <p:nvPr/>
        </p:nvSpPr>
        <p:spPr>
          <a:xfrm rot="-460623">
            <a:off x="-1793263"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6"/>
          <p:cNvSpPr/>
          <p:nvPr/>
        </p:nvSpPr>
        <p:spPr>
          <a:xfrm rot="4592047">
            <a:off x="7797256" y="593203"/>
            <a:ext cx="1475158" cy="11928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024" name="Shape 1024"/>
        <p:cNvGrpSpPr/>
        <p:nvPr/>
      </p:nvGrpSpPr>
      <p:grpSpPr>
        <a:xfrm>
          <a:off x="0" y="0"/>
          <a:ext cx="0" cy="0"/>
          <a:chOff x="0" y="0"/>
          <a:chExt cx="0" cy="0"/>
        </a:xfrm>
      </p:grpSpPr>
      <p:sp>
        <p:nvSpPr>
          <p:cNvPr id="1025" name="Google Shape;1025;p47"/>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algn="ctr">
              <a:spcBef>
                <a:spcPts val="0"/>
              </a:spcBef>
              <a:spcAft>
                <a:spcPts val="0"/>
              </a:spcAft>
              <a:buSzPts val="3000"/>
              <a:buNone/>
              <a:defRPr>
                <a:solidFill>
                  <a:schemeClr val="lt1"/>
                </a:solidFill>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026" name="Shape 1026"/>
        <p:cNvGrpSpPr/>
        <p:nvPr/>
      </p:nvGrpSpPr>
      <p:grpSpPr>
        <a:xfrm>
          <a:off x="0" y="0"/>
          <a:ext cx="0" cy="0"/>
          <a:chOff x="0" y="0"/>
          <a:chExt cx="0" cy="0"/>
        </a:xfrm>
      </p:grpSpPr>
      <p:sp>
        <p:nvSpPr>
          <p:cNvPr id="1027" name="Google Shape;1027;p48"/>
          <p:cNvSpPr txBox="1"/>
          <p:nvPr>
            <p:ph hasCustomPrompt="1" type="title"/>
          </p:nvPr>
        </p:nvSpPr>
        <p:spPr>
          <a:xfrm>
            <a:off x="713225" y="1477363"/>
            <a:ext cx="6576000" cy="15267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028" name="Google Shape;1028;p48"/>
          <p:cNvSpPr txBox="1"/>
          <p:nvPr>
            <p:ph idx="1" type="subTitle"/>
          </p:nvPr>
        </p:nvSpPr>
        <p:spPr>
          <a:xfrm>
            <a:off x="713225" y="3169038"/>
            <a:ext cx="6576000" cy="497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1029" name="Google Shape;1029;p48"/>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8"/>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8"/>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8"/>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 name="Google Shape;1033;p48"/>
          <p:cNvGrpSpPr/>
          <p:nvPr/>
        </p:nvGrpSpPr>
        <p:grpSpPr>
          <a:xfrm>
            <a:off x="7441503" y="289852"/>
            <a:ext cx="1366913" cy="1382099"/>
            <a:chOff x="6568493" y="8"/>
            <a:chExt cx="1820608" cy="1840590"/>
          </a:xfrm>
        </p:grpSpPr>
        <p:sp>
          <p:nvSpPr>
            <p:cNvPr id="1034" name="Google Shape;1034;p48"/>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5" name="Google Shape;1035;p48"/>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36" name="Google Shape;1036;p48"/>
            <p:cNvGrpSpPr/>
            <p:nvPr/>
          </p:nvGrpSpPr>
          <p:grpSpPr>
            <a:xfrm>
              <a:off x="6568493" y="84720"/>
              <a:ext cx="1649109" cy="1669065"/>
              <a:chOff x="8921020" y="472154"/>
              <a:chExt cx="1959958" cy="1983676"/>
            </a:xfrm>
          </p:grpSpPr>
          <p:sp>
            <p:nvSpPr>
              <p:cNvPr id="1037" name="Google Shape;1037;p48"/>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8" name="Google Shape;1038;p48"/>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39" name="Google Shape;1039;p48"/>
              <p:cNvGrpSpPr/>
              <p:nvPr/>
            </p:nvGrpSpPr>
            <p:grpSpPr>
              <a:xfrm>
                <a:off x="9011888" y="537781"/>
                <a:ext cx="255174" cy="64389"/>
                <a:chOff x="9011888" y="537781"/>
                <a:chExt cx="255174" cy="64389"/>
              </a:xfrm>
            </p:grpSpPr>
            <p:sp>
              <p:nvSpPr>
                <p:cNvPr id="1040" name="Google Shape;1040;p48"/>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1" name="Google Shape;1041;p48"/>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2" name="Google Shape;1042;p48"/>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43" name="Google Shape;1043;p48"/>
            <p:cNvGrpSpPr/>
            <p:nvPr/>
          </p:nvGrpSpPr>
          <p:grpSpPr>
            <a:xfrm>
              <a:off x="6795939" y="406335"/>
              <a:ext cx="1194216" cy="1228757"/>
              <a:chOff x="9191339" y="854392"/>
              <a:chExt cx="1419320" cy="1460372"/>
            </a:xfrm>
          </p:grpSpPr>
          <p:grpSp>
            <p:nvGrpSpPr>
              <p:cNvPr id="1044" name="Google Shape;1044;p48"/>
              <p:cNvGrpSpPr/>
              <p:nvPr/>
            </p:nvGrpSpPr>
            <p:grpSpPr>
              <a:xfrm>
                <a:off x="9191339" y="1884045"/>
                <a:ext cx="604932" cy="420243"/>
                <a:chOff x="9191339" y="1884045"/>
                <a:chExt cx="604932" cy="420243"/>
              </a:xfrm>
            </p:grpSpPr>
            <p:sp>
              <p:nvSpPr>
                <p:cNvPr id="1045" name="Google Shape;1045;p48"/>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6" name="Google Shape;1046;p48"/>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7" name="Google Shape;1047;p48"/>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8" name="Google Shape;1048;p48"/>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9" name="Google Shape;1049;p48"/>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0" name="Google Shape;1050;p48"/>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1" name="Google Shape;1051;p48"/>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2" name="Google Shape;1052;p48"/>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3" name="Google Shape;1053;p48"/>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4" name="Google Shape;1054;p48"/>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55" name="Google Shape;1055;p48"/>
              <p:cNvGrpSpPr/>
              <p:nvPr/>
            </p:nvGrpSpPr>
            <p:grpSpPr>
              <a:xfrm>
                <a:off x="10004774" y="854392"/>
                <a:ext cx="604932" cy="420243"/>
                <a:chOff x="10004774" y="854392"/>
                <a:chExt cx="604932" cy="420243"/>
              </a:xfrm>
            </p:grpSpPr>
            <p:sp>
              <p:nvSpPr>
                <p:cNvPr id="1056" name="Google Shape;1056;p48"/>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7" name="Google Shape;1057;p48"/>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8" name="Google Shape;1058;p48"/>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9" name="Google Shape;1059;p48"/>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0" name="Google Shape;1060;p48"/>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1" name="Google Shape;1061;p48"/>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2" name="Google Shape;1062;p48"/>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3" name="Google Shape;1063;p48"/>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4" name="Google Shape;1064;p48"/>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5" name="Google Shape;1065;p48"/>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66" name="Google Shape;1066;p48"/>
              <p:cNvGrpSpPr/>
              <p:nvPr/>
            </p:nvGrpSpPr>
            <p:grpSpPr>
              <a:xfrm>
                <a:off x="10004774" y="1374362"/>
                <a:ext cx="604932" cy="303466"/>
                <a:chOff x="10004774" y="1374362"/>
                <a:chExt cx="604932" cy="303466"/>
              </a:xfrm>
            </p:grpSpPr>
            <p:sp>
              <p:nvSpPr>
                <p:cNvPr id="1067" name="Google Shape;1067;p48"/>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8" name="Google Shape;1068;p48"/>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9" name="Google Shape;1069;p48"/>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0" name="Google Shape;1070;p48"/>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1" name="Google Shape;1071;p48"/>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2" name="Google Shape;1072;p48"/>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3" name="Google Shape;1073;p48"/>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4" name="Google Shape;1074;p48"/>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75" name="Google Shape;1075;p48"/>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6" name="Google Shape;1076;p48"/>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77" name="Google Shape;1077;p48"/>
            <p:cNvGrpSpPr/>
            <p:nvPr/>
          </p:nvGrpSpPr>
          <p:grpSpPr>
            <a:xfrm>
              <a:off x="6717319" y="354723"/>
              <a:ext cx="656533" cy="799751"/>
              <a:chOff x="9097899" y="793051"/>
              <a:chExt cx="780287" cy="950500"/>
            </a:xfrm>
          </p:grpSpPr>
          <p:grpSp>
            <p:nvGrpSpPr>
              <p:cNvPr id="1078" name="Google Shape;1078;p48"/>
              <p:cNvGrpSpPr/>
              <p:nvPr/>
            </p:nvGrpSpPr>
            <p:grpSpPr>
              <a:xfrm>
                <a:off x="9118758" y="814006"/>
                <a:ext cx="747999" cy="918020"/>
                <a:chOff x="9118758" y="814006"/>
                <a:chExt cx="747999" cy="918020"/>
              </a:xfrm>
            </p:grpSpPr>
            <p:sp>
              <p:nvSpPr>
                <p:cNvPr id="1079" name="Google Shape;1079;p48"/>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0" name="Google Shape;1080;p48"/>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1" name="Google Shape;1081;p48"/>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2" name="Google Shape;1082;p48"/>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83" name="Google Shape;1083;p48"/>
              <p:cNvGrpSpPr/>
              <p:nvPr/>
            </p:nvGrpSpPr>
            <p:grpSpPr>
              <a:xfrm>
                <a:off x="9097899" y="793051"/>
                <a:ext cx="780287" cy="950500"/>
                <a:chOff x="9097899" y="793051"/>
                <a:chExt cx="780287" cy="950500"/>
              </a:xfrm>
            </p:grpSpPr>
            <p:grpSp>
              <p:nvGrpSpPr>
                <p:cNvPr id="1084" name="Google Shape;1084;p48"/>
                <p:cNvGrpSpPr/>
                <p:nvPr/>
              </p:nvGrpSpPr>
              <p:grpSpPr>
                <a:xfrm>
                  <a:off x="9097899" y="793051"/>
                  <a:ext cx="780287" cy="41909"/>
                  <a:chOff x="9097899" y="793051"/>
                  <a:chExt cx="780287" cy="41909"/>
                </a:xfrm>
              </p:grpSpPr>
              <p:sp>
                <p:nvSpPr>
                  <p:cNvPr id="1085" name="Google Shape;1085;p48"/>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6" name="Google Shape;1086;p48"/>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7" name="Google Shape;1087;p48"/>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88" name="Google Shape;1088;p48"/>
                <p:cNvGrpSpPr/>
                <p:nvPr/>
              </p:nvGrpSpPr>
              <p:grpSpPr>
                <a:xfrm>
                  <a:off x="9097899" y="1247298"/>
                  <a:ext cx="780287" cy="41910"/>
                  <a:chOff x="9097899" y="1247298"/>
                  <a:chExt cx="780287" cy="41910"/>
                </a:xfrm>
              </p:grpSpPr>
              <p:sp>
                <p:nvSpPr>
                  <p:cNvPr id="1089" name="Google Shape;1089;p48"/>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0" name="Google Shape;1090;p48"/>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1" name="Google Shape;1091;p48"/>
                <p:cNvGrpSpPr/>
                <p:nvPr/>
              </p:nvGrpSpPr>
              <p:grpSpPr>
                <a:xfrm>
                  <a:off x="9097899" y="1701641"/>
                  <a:ext cx="780287" cy="41910"/>
                  <a:chOff x="9097899" y="1701641"/>
                  <a:chExt cx="780287" cy="41910"/>
                </a:xfrm>
              </p:grpSpPr>
              <p:sp>
                <p:nvSpPr>
                  <p:cNvPr id="1092" name="Google Shape;1092;p48"/>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3" name="Google Shape;1093;p48"/>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4" name="Google Shape;1094;p48"/>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095" name="Google Shape;1095;p48"/>
            <p:cNvGrpSpPr/>
            <p:nvPr/>
          </p:nvGrpSpPr>
          <p:grpSpPr>
            <a:xfrm>
              <a:off x="7074117" y="956519"/>
              <a:ext cx="215826" cy="125825"/>
              <a:chOff x="9521952" y="1508283"/>
              <a:chExt cx="256508" cy="149542"/>
            </a:xfrm>
          </p:grpSpPr>
          <p:sp>
            <p:nvSpPr>
              <p:cNvPr id="1096" name="Google Shape;1096;p48"/>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97" name="Google Shape;1097;p48"/>
              <p:cNvGrpSpPr/>
              <p:nvPr/>
            </p:nvGrpSpPr>
            <p:grpSpPr>
              <a:xfrm>
                <a:off x="9556578" y="1534618"/>
                <a:ext cx="183763" cy="98921"/>
                <a:chOff x="9556578" y="1534618"/>
                <a:chExt cx="183763" cy="98921"/>
              </a:xfrm>
            </p:grpSpPr>
            <p:grpSp>
              <p:nvGrpSpPr>
                <p:cNvPr id="1098" name="Google Shape;1098;p48"/>
                <p:cNvGrpSpPr/>
                <p:nvPr/>
              </p:nvGrpSpPr>
              <p:grpSpPr>
                <a:xfrm>
                  <a:off x="9645396" y="1536115"/>
                  <a:ext cx="94945" cy="94946"/>
                  <a:chOff x="9645396" y="1536115"/>
                  <a:chExt cx="94945" cy="94946"/>
                </a:xfrm>
              </p:grpSpPr>
              <p:sp>
                <p:nvSpPr>
                  <p:cNvPr id="1099" name="Google Shape;1099;p48"/>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0" name="Google Shape;1100;p48"/>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01" name="Google Shape;1101;p48"/>
                <p:cNvGrpSpPr/>
                <p:nvPr/>
              </p:nvGrpSpPr>
              <p:grpSpPr>
                <a:xfrm>
                  <a:off x="9556578" y="1534618"/>
                  <a:ext cx="98773" cy="98921"/>
                  <a:chOff x="9556578" y="1534618"/>
                  <a:chExt cx="98773" cy="98921"/>
                </a:xfrm>
              </p:grpSpPr>
              <p:sp>
                <p:nvSpPr>
                  <p:cNvPr id="1102" name="Google Shape;1102;p48"/>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3" name="Google Shape;1103;p48"/>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104" name="Shape 1104"/>
        <p:cNvGrpSpPr/>
        <p:nvPr/>
      </p:nvGrpSpPr>
      <p:grpSpPr>
        <a:xfrm>
          <a:off x="0" y="0"/>
          <a:ext cx="0" cy="0"/>
          <a:chOff x="0" y="0"/>
          <a:chExt cx="0" cy="0"/>
        </a:xfrm>
      </p:grpSpPr>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105" name="Shape 1105"/>
        <p:cNvGrpSpPr/>
        <p:nvPr/>
      </p:nvGrpSpPr>
      <p:grpSpPr>
        <a:xfrm>
          <a:off x="0" y="0"/>
          <a:ext cx="0" cy="0"/>
          <a:chOff x="0" y="0"/>
          <a:chExt cx="0" cy="0"/>
        </a:xfrm>
      </p:grpSpPr>
      <p:sp>
        <p:nvSpPr>
          <p:cNvPr id="1106" name="Google Shape;1106;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107" name="Google Shape;1107;p50"/>
          <p:cNvSpPr txBox="1"/>
          <p:nvPr>
            <p:ph hasCustomPrompt="1" idx="2" type="title"/>
          </p:nvPr>
        </p:nvSpPr>
        <p:spPr>
          <a:xfrm>
            <a:off x="110097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108" name="Google Shape;1108;p50"/>
          <p:cNvSpPr txBox="1"/>
          <p:nvPr>
            <p:ph hasCustomPrompt="1" idx="3" type="title"/>
          </p:nvPr>
        </p:nvSpPr>
        <p:spPr>
          <a:xfrm>
            <a:off x="110097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109" name="Google Shape;1109;p50"/>
          <p:cNvSpPr txBox="1"/>
          <p:nvPr>
            <p:ph hasCustomPrompt="1" idx="4" type="title"/>
          </p:nvPr>
        </p:nvSpPr>
        <p:spPr>
          <a:xfrm>
            <a:off x="3419250"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110" name="Google Shape;1110;p50"/>
          <p:cNvSpPr txBox="1"/>
          <p:nvPr>
            <p:ph hasCustomPrompt="1" idx="5" type="title"/>
          </p:nvPr>
        </p:nvSpPr>
        <p:spPr>
          <a:xfrm>
            <a:off x="3419250"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111" name="Google Shape;1111;p50"/>
          <p:cNvSpPr txBox="1"/>
          <p:nvPr>
            <p:ph hasCustomPrompt="1" idx="6" type="title"/>
          </p:nvPr>
        </p:nvSpPr>
        <p:spPr>
          <a:xfrm>
            <a:off x="573752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112" name="Google Shape;1112;p50"/>
          <p:cNvSpPr txBox="1"/>
          <p:nvPr>
            <p:ph hasCustomPrompt="1" idx="7" type="title"/>
          </p:nvPr>
        </p:nvSpPr>
        <p:spPr>
          <a:xfrm>
            <a:off x="573752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113" name="Google Shape;1113;p50"/>
          <p:cNvSpPr txBox="1"/>
          <p:nvPr>
            <p:ph idx="1" type="subTitle"/>
          </p:nvPr>
        </p:nvSpPr>
        <p:spPr>
          <a:xfrm>
            <a:off x="110097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114" name="Google Shape;1114;p50"/>
          <p:cNvSpPr txBox="1"/>
          <p:nvPr>
            <p:ph idx="8" type="subTitle"/>
          </p:nvPr>
        </p:nvSpPr>
        <p:spPr>
          <a:xfrm>
            <a:off x="3419250"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115" name="Google Shape;1115;p50"/>
          <p:cNvSpPr txBox="1"/>
          <p:nvPr>
            <p:ph idx="9" type="subTitle"/>
          </p:nvPr>
        </p:nvSpPr>
        <p:spPr>
          <a:xfrm>
            <a:off x="573752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116" name="Google Shape;1116;p50"/>
          <p:cNvSpPr txBox="1"/>
          <p:nvPr>
            <p:ph idx="13" type="subTitle"/>
          </p:nvPr>
        </p:nvSpPr>
        <p:spPr>
          <a:xfrm>
            <a:off x="110097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117" name="Google Shape;1117;p50"/>
          <p:cNvSpPr txBox="1"/>
          <p:nvPr>
            <p:ph idx="14" type="subTitle"/>
          </p:nvPr>
        </p:nvSpPr>
        <p:spPr>
          <a:xfrm>
            <a:off x="3419250"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118" name="Google Shape;1118;p50"/>
          <p:cNvSpPr txBox="1"/>
          <p:nvPr>
            <p:ph idx="15" type="subTitle"/>
          </p:nvPr>
        </p:nvSpPr>
        <p:spPr>
          <a:xfrm>
            <a:off x="573752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119" name="Google Shape;1119;p50"/>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0"/>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 name="Google Shape;1121;p50"/>
          <p:cNvGrpSpPr/>
          <p:nvPr/>
        </p:nvGrpSpPr>
        <p:grpSpPr>
          <a:xfrm>
            <a:off x="8114970" y="266839"/>
            <a:ext cx="829992" cy="750888"/>
            <a:chOff x="8114596" y="445039"/>
            <a:chExt cx="633002" cy="572716"/>
          </a:xfrm>
        </p:grpSpPr>
        <p:grpSp>
          <p:nvGrpSpPr>
            <p:cNvPr id="1122" name="Google Shape;1122;p50"/>
            <p:cNvGrpSpPr/>
            <p:nvPr/>
          </p:nvGrpSpPr>
          <p:grpSpPr>
            <a:xfrm>
              <a:off x="8114596" y="445039"/>
              <a:ext cx="633002" cy="572716"/>
              <a:chOff x="7189660" y="520827"/>
              <a:chExt cx="598074" cy="541115"/>
            </a:xfrm>
          </p:grpSpPr>
          <p:sp>
            <p:nvSpPr>
              <p:cNvPr id="1123" name="Google Shape;1123;p50"/>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24" name="Google Shape;1124;p50"/>
              <p:cNvGrpSpPr/>
              <p:nvPr/>
            </p:nvGrpSpPr>
            <p:grpSpPr>
              <a:xfrm>
                <a:off x="7579137" y="551973"/>
                <a:ext cx="164782" cy="41529"/>
                <a:chOff x="7579137" y="551973"/>
                <a:chExt cx="164782" cy="41529"/>
              </a:xfrm>
            </p:grpSpPr>
            <p:sp>
              <p:nvSpPr>
                <p:cNvPr id="1125" name="Google Shape;1125;p50"/>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6" name="Google Shape;1126;p50"/>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7" name="Google Shape;1127;p50"/>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28" name="Google Shape;1128;p50"/>
            <p:cNvGrpSpPr/>
            <p:nvPr/>
          </p:nvGrpSpPr>
          <p:grpSpPr>
            <a:xfrm>
              <a:off x="8184962" y="619646"/>
              <a:ext cx="498115" cy="257273"/>
              <a:chOff x="7256144" y="685800"/>
              <a:chExt cx="470630" cy="243077"/>
            </a:xfrm>
          </p:grpSpPr>
          <p:sp>
            <p:nvSpPr>
              <p:cNvPr id="1129" name="Google Shape;1129;p50"/>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30" name="Google Shape;1130;p50"/>
              <p:cNvGrpSpPr/>
              <p:nvPr/>
            </p:nvGrpSpPr>
            <p:grpSpPr>
              <a:xfrm>
                <a:off x="7512843" y="685800"/>
                <a:ext cx="213931" cy="243077"/>
                <a:chOff x="7512843" y="685800"/>
                <a:chExt cx="213931" cy="243077"/>
              </a:xfrm>
            </p:grpSpPr>
            <p:grpSp>
              <p:nvGrpSpPr>
                <p:cNvPr id="1131" name="Google Shape;1131;p50"/>
                <p:cNvGrpSpPr/>
                <p:nvPr/>
              </p:nvGrpSpPr>
              <p:grpSpPr>
                <a:xfrm>
                  <a:off x="7512843" y="836580"/>
                  <a:ext cx="213931" cy="92297"/>
                  <a:chOff x="7512843" y="836580"/>
                  <a:chExt cx="213931" cy="92297"/>
                </a:xfrm>
              </p:grpSpPr>
              <p:sp>
                <p:nvSpPr>
                  <p:cNvPr id="1132" name="Google Shape;1132;p50"/>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3" name="Google Shape;1133;p50"/>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34" name="Google Shape;1134;p50"/>
                <p:cNvGrpSpPr/>
                <p:nvPr/>
              </p:nvGrpSpPr>
              <p:grpSpPr>
                <a:xfrm>
                  <a:off x="7512843" y="761238"/>
                  <a:ext cx="213931" cy="92296"/>
                  <a:chOff x="7512843" y="761238"/>
                  <a:chExt cx="213931" cy="92296"/>
                </a:xfrm>
              </p:grpSpPr>
              <p:sp>
                <p:nvSpPr>
                  <p:cNvPr id="1135" name="Google Shape;1135;p50"/>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6" name="Google Shape;1136;p50"/>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37" name="Google Shape;1137;p50"/>
                <p:cNvGrpSpPr/>
                <p:nvPr/>
              </p:nvGrpSpPr>
              <p:grpSpPr>
                <a:xfrm>
                  <a:off x="7512843" y="685800"/>
                  <a:ext cx="213931" cy="92297"/>
                  <a:chOff x="7512843" y="685800"/>
                  <a:chExt cx="213931" cy="92297"/>
                </a:xfrm>
              </p:grpSpPr>
              <p:sp>
                <p:nvSpPr>
                  <p:cNvPr id="1138" name="Google Shape;1138;p50"/>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9" name="Google Shape;1139;p50"/>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
        <p:nvSpPr>
          <p:cNvPr id="1140" name="Google Shape;1140;p50"/>
          <p:cNvSpPr/>
          <p:nvPr/>
        </p:nvSpPr>
        <p:spPr>
          <a:xfrm>
            <a:off x="62832" y="4828541"/>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41" name="Google Shape;1141;p50"/>
          <p:cNvGrpSpPr/>
          <p:nvPr/>
        </p:nvGrpSpPr>
        <p:grpSpPr>
          <a:xfrm>
            <a:off x="103395" y="3891186"/>
            <a:ext cx="668783" cy="959747"/>
            <a:chOff x="10519314" y="4728596"/>
            <a:chExt cx="751780" cy="1078731"/>
          </a:xfrm>
        </p:grpSpPr>
        <p:grpSp>
          <p:nvGrpSpPr>
            <p:cNvPr id="1142" name="Google Shape;1142;p50"/>
            <p:cNvGrpSpPr/>
            <p:nvPr/>
          </p:nvGrpSpPr>
          <p:grpSpPr>
            <a:xfrm>
              <a:off x="10519314" y="4728596"/>
              <a:ext cx="626662" cy="1078731"/>
              <a:chOff x="10519314" y="4728596"/>
              <a:chExt cx="626662" cy="1078731"/>
            </a:xfrm>
          </p:grpSpPr>
          <p:grpSp>
            <p:nvGrpSpPr>
              <p:cNvPr id="1143" name="Google Shape;1143;p50"/>
              <p:cNvGrpSpPr/>
              <p:nvPr/>
            </p:nvGrpSpPr>
            <p:grpSpPr>
              <a:xfrm>
                <a:off x="10903220" y="4888205"/>
                <a:ext cx="242756" cy="919122"/>
                <a:chOff x="10903220" y="4888205"/>
                <a:chExt cx="242756" cy="919122"/>
              </a:xfrm>
            </p:grpSpPr>
            <p:sp>
              <p:nvSpPr>
                <p:cNvPr id="1144" name="Google Shape;1144;p50"/>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5" name="Google Shape;1145;p50"/>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6" name="Google Shape;1146;p50"/>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47" name="Google Shape;1147;p50"/>
                <p:cNvGrpSpPr/>
                <p:nvPr/>
              </p:nvGrpSpPr>
              <p:grpSpPr>
                <a:xfrm>
                  <a:off x="11014221" y="5588618"/>
                  <a:ext cx="100021" cy="114784"/>
                  <a:chOff x="11014221" y="5588618"/>
                  <a:chExt cx="100021" cy="114784"/>
                </a:xfrm>
              </p:grpSpPr>
              <p:sp>
                <p:nvSpPr>
                  <p:cNvPr id="1148" name="Google Shape;1148;p50"/>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9" name="Google Shape;1149;p50"/>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0" name="Google Shape;1150;p50"/>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1" name="Google Shape;1151;p50"/>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52" name="Google Shape;1152;p50"/>
              <p:cNvGrpSpPr/>
              <p:nvPr/>
            </p:nvGrpSpPr>
            <p:grpSpPr>
              <a:xfrm>
                <a:off x="10718623" y="4728596"/>
                <a:ext cx="229169" cy="1075979"/>
                <a:chOff x="10718623" y="4728596"/>
                <a:chExt cx="229169" cy="1075979"/>
              </a:xfrm>
            </p:grpSpPr>
            <p:sp>
              <p:nvSpPr>
                <p:cNvPr id="1153" name="Google Shape;1153;p50"/>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4" name="Google Shape;1154;p50"/>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55" name="Google Shape;1155;p50"/>
                <p:cNvGrpSpPr/>
                <p:nvPr/>
              </p:nvGrpSpPr>
              <p:grpSpPr>
                <a:xfrm>
                  <a:off x="10765015" y="5040134"/>
                  <a:ext cx="116314" cy="49775"/>
                  <a:chOff x="10765015" y="5040134"/>
                  <a:chExt cx="116314" cy="49775"/>
                </a:xfrm>
              </p:grpSpPr>
              <p:sp>
                <p:nvSpPr>
                  <p:cNvPr id="1156" name="Google Shape;1156;p50"/>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 name="Google Shape;1157;p50"/>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58" name="Google Shape;1158;p50"/>
                <p:cNvGrpSpPr/>
                <p:nvPr/>
              </p:nvGrpSpPr>
              <p:grpSpPr>
                <a:xfrm>
                  <a:off x="10784825" y="5436314"/>
                  <a:ext cx="116414" cy="49961"/>
                  <a:chOff x="10784825" y="5436314"/>
                  <a:chExt cx="116414" cy="49961"/>
                </a:xfrm>
              </p:grpSpPr>
              <p:sp>
                <p:nvSpPr>
                  <p:cNvPr id="1159" name="Google Shape;1159;p50"/>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0" name="Google Shape;1160;p50"/>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61" name="Google Shape;1161;p50"/>
              <p:cNvGrpSpPr/>
              <p:nvPr/>
            </p:nvGrpSpPr>
            <p:grpSpPr>
              <a:xfrm>
                <a:off x="10519314" y="4813458"/>
                <a:ext cx="202120" cy="992123"/>
                <a:chOff x="10519314" y="4813458"/>
                <a:chExt cx="202120" cy="992123"/>
              </a:xfrm>
            </p:grpSpPr>
            <p:sp>
              <p:nvSpPr>
                <p:cNvPr id="1162" name="Google Shape;1162;p50"/>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 name="Google Shape;1163;p50"/>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64" name="Google Shape;1164;p50"/>
                <p:cNvGrpSpPr/>
                <p:nvPr/>
              </p:nvGrpSpPr>
              <p:grpSpPr>
                <a:xfrm>
                  <a:off x="10556176" y="5465730"/>
                  <a:ext cx="128397" cy="44196"/>
                  <a:chOff x="10556176" y="5465730"/>
                  <a:chExt cx="128397" cy="44196"/>
                </a:xfrm>
              </p:grpSpPr>
              <p:sp>
                <p:nvSpPr>
                  <p:cNvPr id="1165" name="Google Shape;1165;p50"/>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6" name="Google Shape;1166;p50"/>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67" name="Google Shape;1167;p50"/>
                <p:cNvGrpSpPr/>
                <p:nvPr/>
              </p:nvGrpSpPr>
              <p:grpSpPr>
                <a:xfrm>
                  <a:off x="10556176" y="5689187"/>
                  <a:ext cx="128397" cy="44196"/>
                  <a:chOff x="10556176" y="5689187"/>
                  <a:chExt cx="128397" cy="44196"/>
                </a:xfrm>
              </p:grpSpPr>
              <p:sp>
                <p:nvSpPr>
                  <p:cNvPr id="1168" name="Google Shape;1168;p50"/>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9" name="Google Shape;1169;p50"/>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170" name="Google Shape;1170;p50"/>
            <p:cNvGrpSpPr/>
            <p:nvPr/>
          </p:nvGrpSpPr>
          <p:grpSpPr>
            <a:xfrm>
              <a:off x="11058042" y="5088325"/>
              <a:ext cx="213052" cy="717953"/>
              <a:chOff x="11058042" y="5088325"/>
              <a:chExt cx="213052" cy="717953"/>
            </a:xfrm>
          </p:grpSpPr>
          <p:sp>
            <p:nvSpPr>
              <p:cNvPr id="1171" name="Google Shape;1171;p50"/>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 name="Google Shape;1172;p50"/>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73" name="Google Shape;1173;p50"/>
          <p:cNvGrpSpPr/>
          <p:nvPr/>
        </p:nvGrpSpPr>
        <p:grpSpPr>
          <a:xfrm>
            <a:off x="150676" y="2823493"/>
            <a:ext cx="516117" cy="779220"/>
            <a:chOff x="10572463" y="3528536"/>
            <a:chExt cx="580168" cy="875823"/>
          </a:xfrm>
        </p:grpSpPr>
        <p:grpSp>
          <p:nvGrpSpPr>
            <p:cNvPr id="1174" name="Google Shape;1174;p50"/>
            <p:cNvGrpSpPr/>
            <p:nvPr/>
          </p:nvGrpSpPr>
          <p:grpSpPr>
            <a:xfrm>
              <a:off x="10713815" y="3528536"/>
              <a:ext cx="438816" cy="746664"/>
              <a:chOff x="10713815" y="3528536"/>
              <a:chExt cx="438816" cy="746664"/>
            </a:xfrm>
          </p:grpSpPr>
          <p:sp>
            <p:nvSpPr>
              <p:cNvPr id="1175" name="Google Shape;1175;p50"/>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76" name="Google Shape;1176;p50"/>
              <p:cNvGrpSpPr/>
              <p:nvPr/>
            </p:nvGrpSpPr>
            <p:grpSpPr>
              <a:xfrm>
                <a:off x="10776489" y="3625310"/>
                <a:ext cx="313848" cy="288226"/>
                <a:chOff x="10776489" y="3625310"/>
                <a:chExt cx="313848" cy="288226"/>
              </a:xfrm>
            </p:grpSpPr>
            <p:sp>
              <p:nvSpPr>
                <p:cNvPr id="1177" name="Google Shape;1177;p50"/>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8" name="Google Shape;1178;p50"/>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9" name="Google Shape;1179;p50"/>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0" name="Google Shape;1180;p50"/>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1" name="Google Shape;1181;p50"/>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2" name="Google Shape;1182;p50"/>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83" name="Google Shape;1183;p50"/>
              <p:cNvGrpSpPr/>
              <p:nvPr/>
            </p:nvGrpSpPr>
            <p:grpSpPr>
              <a:xfrm>
                <a:off x="10776489" y="3999547"/>
                <a:ext cx="313848" cy="181546"/>
                <a:chOff x="10776489" y="3999547"/>
                <a:chExt cx="313848" cy="181546"/>
              </a:xfrm>
            </p:grpSpPr>
            <p:sp>
              <p:nvSpPr>
                <p:cNvPr id="1184" name="Google Shape;1184;p50"/>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5" name="Google Shape;1185;p50"/>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6" name="Google Shape;1186;p50"/>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7" name="Google Shape;1187;p50"/>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88" name="Google Shape;1188;p50"/>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89" name="Google Shape;1189;p50"/>
            <p:cNvGrpSpPr/>
            <p:nvPr/>
          </p:nvGrpSpPr>
          <p:grpSpPr>
            <a:xfrm>
              <a:off x="10572463" y="3657790"/>
              <a:ext cx="438817" cy="746569"/>
              <a:chOff x="10572463" y="3657790"/>
              <a:chExt cx="438817" cy="746569"/>
            </a:xfrm>
          </p:grpSpPr>
          <p:sp>
            <p:nvSpPr>
              <p:cNvPr id="1190" name="Google Shape;1190;p50"/>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91" name="Google Shape;1191;p50"/>
              <p:cNvGrpSpPr/>
              <p:nvPr/>
            </p:nvGrpSpPr>
            <p:grpSpPr>
              <a:xfrm>
                <a:off x="10635138" y="3754469"/>
                <a:ext cx="313848" cy="288321"/>
                <a:chOff x="10635138" y="3754469"/>
                <a:chExt cx="313848" cy="288321"/>
              </a:xfrm>
            </p:grpSpPr>
            <p:sp>
              <p:nvSpPr>
                <p:cNvPr id="1192" name="Google Shape;1192;p50"/>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3" name="Google Shape;1193;p50"/>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4" name="Google Shape;1194;p50"/>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5" name="Google Shape;1195;p50"/>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6" name="Google Shape;1196;p50"/>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7" name="Google Shape;1197;p50"/>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98" name="Google Shape;1198;p50"/>
              <p:cNvGrpSpPr/>
              <p:nvPr/>
            </p:nvGrpSpPr>
            <p:grpSpPr>
              <a:xfrm>
                <a:off x="10635138" y="4128801"/>
                <a:ext cx="313848" cy="181547"/>
                <a:chOff x="10635138" y="4128801"/>
                <a:chExt cx="313848" cy="181547"/>
              </a:xfrm>
            </p:grpSpPr>
            <p:sp>
              <p:nvSpPr>
                <p:cNvPr id="1199" name="Google Shape;1199;p50"/>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0" name="Google Shape;1200;p50"/>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1" name="Google Shape;1201;p50"/>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2" name="Google Shape;1202;p50"/>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03" name="Google Shape;1203;p50"/>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04" name="Google Shape;1204;p50"/>
          <p:cNvGrpSpPr/>
          <p:nvPr/>
        </p:nvGrpSpPr>
        <p:grpSpPr>
          <a:xfrm>
            <a:off x="361835" y="3601018"/>
            <a:ext cx="22030" cy="294484"/>
            <a:chOff x="10809827" y="4402455"/>
            <a:chExt cx="24764" cy="330993"/>
          </a:xfrm>
        </p:grpSpPr>
        <p:sp>
          <p:nvSpPr>
            <p:cNvPr id="1205" name="Google Shape;1205;p50"/>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6" name="Google Shape;1206;p50"/>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7" name="Google Shape;1207;p50"/>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1208" name="Shape 1208"/>
        <p:cNvGrpSpPr/>
        <p:nvPr/>
      </p:nvGrpSpPr>
      <p:grpSpPr>
        <a:xfrm>
          <a:off x="0" y="0"/>
          <a:ext cx="0" cy="0"/>
          <a:chOff x="0" y="0"/>
          <a:chExt cx="0" cy="0"/>
        </a:xfrm>
      </p:grpSpPr>
      <p:sp>
        <p:nvSpPr>
          <p:cNvPr id="1209" name="Google Shape;1209;p51"/>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210" name="Google Shape;1210;p51"/>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1211" name="Google Shape;1211;p51"/>
          <p:cNvSpPr/>
          <p:nvPr>
            <p:ph idx="2" type="pic"/>
          </p:nvPr>
        </p:nvSpPr>
        <p:spPr>
          <a:xfrm>
            <a:off x="5668975" y="1076550"/>
            <a:ext cx="2990400" cy="2990400"/>
          </a:xfrm>
          <a:prstGeom prst="roundRect">
            <a:avLst>
              <a:gd fmla="val 16667" name="adj"/>
            </a:avLst>
          </a:prstGeom>
          <a:noFill/>
          <a:ln>
            <a:noFill/>
          </a:ln>
        </p:spPr>
      </p:sp>
      <p:sp>
        <p:nvSpPr>
          <p:cNvPr id="1212" name="Google Shape;1212;p51"/>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1"/>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 name="Google Shape;1214;p51"/>
          <p:cNvGrpSpPr/>
          <p:nvPr/>
        </p:nvGrpSpPr>
        <p:grpSpPr>
          <a:xfrm>
            <a:off x="65066" y="4373044"/>
            <a:ext cx="878158" cy="654532"/>
            <a:chOff x="1114425" y="4361211"/>
            <a:chExt cx="573023" cy="427101"/>
          </a:xfrm>
        </p:grpSpPr>
        <p:grpSp>
          <p:nvGrpSpPr>
            <p:cNvPr id="1215" name="Google Shape;1215;p51"/>
            <p:cNvGrpSpPr/>
            <p:nvPr/>
          </p:nvGrpSpPr>
          <p:grpSpPr>
            <a:xfrm>
              <a:off x="1114425" y="4361211"/>
              <a:ext cx="573023" cy="427101"/>
              <a:chOff x="1114425" y="4361211"/>
              <a:chExt cx="573023" cy="427101"/>
            </a:xfrm>
          </p:grpSpPr>
          <p:sp>
            <p:nvSpPr>
              <p:cNvPr id="1216" name="Google Shape;1216;p51"/>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7" name="Google Shape;1217;p51"/>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8" name="Google Shape;1218;p51"/>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19" name="Google Shape;1219;p51"/>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_1">
    <p:spTree>
      <p:nvGrpSpPr>
        <p:cNvPr id="1220" name="Shape 1220"/>
        <p:cNvGrpSpPr/>
        <p:nvPr/>
      </p:nvGrpSpPr>
      <p:grpSpPr>
        <a:xfrm>
          <a:off x="0" y="0"/>
          <a:ext cx="0" cy="0"/>
          <a:chOff x="0" y="0"/>
          <a:chExt cx="0" cy="0"/>
        </a:xfrm>
      </p:grpSpPr>
      <p:sp>
        <p:nvSpPr>
          <p:cNvPr id="1221" name="Google Shape;1221;p52"/>
          <p:cNvSpPr txBox="1"/>
          <p:nvPr>
            <p:ph type="title"/>
          </p:nvPr>
        </p:nvSpPr>
        <p:spPr>
          <a:xfrm>
            <a:off x="2013850" y="841075"/>
            <a:ext cx="5116200" cy="13905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sz="4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222" name="Google Shape;1222;p52"/>
          <p:cNvSpPr txBox="1"/>
          <p:nvPr>
            <p:ph idx="1" type="subTitle"/>
          </p:nvPr>
        </p:nvSpPr>
        <p:spPr>
          <a:xfrm>
            <a:off x="2013850" y="2231525"/>
            <a:ext cx="51162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1223" name="Google Shape;1223;p52"/>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4" name="Google Shape;1224;p52"/>
          <p:cNvGrpSpPr/>
          <p:nvPr/>
        </p:nvGrpSpPr>
        <p:grpSpPr>
          <a:xfrm flipH="1">
            <a:off x="683048" y="4696520"/>
            <a:ext cx="325927" cy="404808"/>
            <a:chOff x="7385113" y="1535430"/>
            <a:chExt cx="435673" cy="541115"/>
          </a:xfrm>
        </p:grpSpPr>
        <p:sp>
          <p:nvSpPr>
            <p:cNvPr id="1225" name="Google Shape;1225;p52"/>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26" name="Google Shape;1226;p52"/>
            <p:cNvGrpSpPr/>
            <p:nvPr/>
          </p:nvGrpSpPr>
          <p:grpSpPr>
            <a:xfrm>
              <a:off x="7612094" y="1566576"/>
              <a:ext cx="164781" cy="41529"/>
              <a:chOff x="7612094" y="1566576"/>
              <a:chExt cx="164781" cy="41529"/>
            </a:xfrm>
          </p:grpSpPr>
          <p:sp>
            <p:nvSpPr>
              <p:cNvPr id="1227" name="Google Shape;1227;p52"/>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8" name="Google Shape;1228;p52"/>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9" name="Google Shape;1229;p52"/>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30" name="Google Shape;1230;p52"/>
          <p:cNvGrpSpPr/>
          <p:nvPr/>
        </p:nvGrpSpPr>
        <p:grpSpPr>
          <a:xfrm flipH="1">
            <a:off x="713902" y="4774546"/>
            <a:ext cx="268636" cy="280965"/>
            <a:chOff x="7420451" y="1639728"/>
            <a:chExt cx="359091" cy="375571"/>
          </a:xfrm>
        </p:grpSpPr>
        <p:sp>
          <p:nvSpPr>
            <p:cNvPr id="1231" name="Google Shape;1231;p52"/>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2" name="Google Shape;1232;p52"/>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33" name="Google Shape;1233;p52"/>
          <p:cNvGrpSpPr/>
          <p:nvPr/>
        </p:nvGrpSpPr>
        <p:grpSpPr>
          <a:xfrm flipH="1">
            <a:off x="96200" y="4469347"/>
            <a:ext cx="355444" cy="644072"/>
            <a:chOff x="1945386" y="5582316"/>
            <a:chExt cx="470725" cy="852963"/>
          </a:xfrm>
        </p:grpSpPr>
        <p:grpSp>
          <p:nvGrpSpPr>
            <p:cNvPr id="1234" name="Google Shape;1234;p52"/>
            <p:cNvGrpSpPr/>
            <p:nvPr/>
          </p:nvGrpSpPr>
          <p:grpSpPr>
            <a:xfrm>
              <a:off x="1945386" y="5582316"/>
              <a:ext cx="470725" cy="852963"/>
              <a:chOff x="1945386" y="5582316"/>
              <a:chExt cx="470725" cy="852963"/>
            </a:xfrm>
          </p:grpSpPr>
          <p:sp>
            <p:nvSpPr>
              <p:cNvPr id="1235" name="Google Shape;1235;p52"/>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6" name="Google Shape;1236;p52"/>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37" name="Google Shape;1237;p52"/>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38" name="Google Shape;1238;p52"/>
          <p:cNvGrpSpPr/>
          <p:nvPr/>
        </p:nvGrpSpPr>
        <p:grpSpPr>
          <a:xfrm>
            <a:off x="7975988" y="116167"/>
            <a:ext cx="1061979" cy="558999"/>
            <a:chOff x="3859815" y="2867310"/>
            <a:chExt cx="1262157" cy="664368"/>
          </a:xfrm>
        </p:grpSpPr>
        <p:sp>
          <p:nvSpPr>
            <p:cNvPr id="1239" name="Google Shape;1239;p52"/>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40" name="Google Shape;1240;p52"/>
            <p:cNvGrpSpPr/>
            <p:nvPr/>
          </p:nvGrpSpPr>
          <p:grpSpPr>
            <a:xfrm>
              <a:off x="4275677" y="3065525"/>
              <a:ext cx="334517" cy="380047"/>
              <a:chOff x="4275677" y="3065525"/>
              <a:chExt cx="334517" cy="380047"/>
            </a:xfrm>
          </p:grpSpPr>
          <p:grpSp>
            <p:nvGrpSpPr>
              <p:cNvPr id="1241" name="Google Shape;1241;p52"/>
              <p:cNvGrpSpPr/>
              <p:nvPr/>
            </p:nvGrpSpPr>
            <p:grpSpPr>
              <a:xfrm>
                <a:off x="4275677" y="3065525"/>
                <a:ext cx="334517" cy="380047"/>
                <a:chOff x="4275677" y="3065525"/>
                <a:chExt cx="334517" cy="380047"/>
              </a:xfrm>
            </p:grpSpPr>
            <p:grpSp>
              <p:nvGrpSpPr>
                <p:cNvPr id="1242" name="Google Shape;1242;p52"/>
                <p:cNvGrpSpPr/>
                <p:nvPr/>
              </p:nvGrpSpPr>
              <p:grpSpPr>
                <a:xfrm>
                  <a:off x="4275677" y="3301269"/>
                  <a:ext cx="334422" cy="144303"/>
                  <a:chOff x="4275677" y="3301269"/>
                  <a:chExt cx="334422" cy="144303"/>
                </a:xfrm>
              </p:grpSpPr>
              <p:sp>
                <p:nvSpPr>
                  <p:cNvPr id="1243" name="Google Shape;1243;p52"/>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4" name="Google Shape;1244;p52"/>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45" name="Google Shape;1245;p52"/>
                <p:cNvGrpSpPr/>
                <p:nvPr/>
              </p:nvGrpSpPr>
              <p:grpSpPr>
                <a:xfrm>
                  <a:off x="4275677" y="3183350"/>
                  <a:ext cx="334422" cy="144302"/>
                  <a:chOff x="4275677" y="3183350"/>
                  <a:chExt cx="334422" cy="144302"/>
                </a:xfrm>
              </p:grpSpPr>
              <p:sp>
                <p:nvSpPr>
                  <p:cNvPr id="1246" name="Google Shape;1246;p52"/>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7" name="Google Shape;1247;p52"/>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48" name="Google Shape;1248;p52"/>
                <p:cNvGrpSpPr/>
                <p:nvPr/>
              </p:nvGrpSpPr>
              <p:grpSpPr>
                <a:xfrm>
                  <a:off x="4275677" y="3065525"/>
                  <a:ext cx="334517" cy="144303"/>
                  <a:chOff x="4275677" y="3065525"/>
                  <a:chExt cx="334517" cy="144303"/>
                </a:xfrm>
              </p:grpSpPr>
              <p:sp>
                <p:nvSpPr>
                  <p:cNvPr id="1249" name="Google Shape;1249;p52"/>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0" name="Google Shape;1250;p52"/>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251" name="Google Shape;1251;p52"/>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2" name="Google Shape;1252;p52"/>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3" name="Google Shape;1253;p52"/>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54" name="Google Shape;1254;p52"/>
          <p:cNvGrpSpPr/>
          <p:nvPr/>
        </p:nvGrpSpPr>
        <p:grpSpPr>
          <a:xfrm flipH="1" rot="5400000">
            <a:off x="557972" y="4696603"/>
            <a:ext cx="16329" cy="218290"/>
            <a:chOff x="10809827" y="4402455"/>
            <a:chExt cx="24764" cy="330993"/>
          </a:xfrm>
        </p:grpSpPr>
        <p:sp>
          <p:nvSpPr>
            <p:cNvPr id="1255" name="Google Shape;1255;p52"/>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6" name="Google Shape;1256;p52"/>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7" name="Google Shape;1257;p52"/>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58" name="Google Shape;1258;p52"/>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2"/>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260" name="Shape 1260"/>
        <p:cNvGrpSpPr/>
        <p:nvPr/>
      </p:nvGrpSpPr>
      <p:grpSpPr>
        <a:xfrm>
          <a:off x="0" y="0"/>
          <a:ext cx="0" cy="0"/>
          <a:chOff x="0" y="0"/>
          <a:chExt cx="0" cy="0"/>
        </a:xfrm>
      </p:grpSpPr>
      <p:sp>
        <p:nvSpPr>
          <p:cNvPr id="1261" name="Google Shape;1261;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262" name="Google Shape;1262;p53"/>
          <p:cNvSpPr txBox="1"/>
          <p:nvPr>
            <p:ph idx="1" type="subTitle"/>
          </p:nvPr>
        </p:nvSpPr>
        <p:spPr>
          <a:xfrm>
            <a:off x="93762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263" name="Google Shape;1263;p53"/>
          <p:cNvSpPr txBox="1"/>
          <p:nvPr>
            <p:ph idx="2" type="subTitle"/>
          </p:nvPr>
        </p:nvSpPr>
        <p:spPr>
          <a:xfrm>
            <a:off x="3484347"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264" name="Google Shape;1264;p53"/>
          <p:cNvSpPr txBox="1"/>
          <p:nvPr>
            <p:ph idx="3" type="subTitle"/>
          </p:nvPr>
        </p:nvSpPr>
        <p:spPr>
          <a:xfrm>
            <a:off x="603107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265" name="Google Shape;1265;p53"/>
          <p:cNvSpPr txBox="1"/>
          <p:nvPr>
            <p:ph idx="4" type="subTitle"/>
          </p:nvPr>
        </p:nvSpPr>
        <p:spPr>
          <a:xfrm>
            <a:off x="93762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266" name="Google Shape;1266;p53"/>
          <p:cNvSpPr txBox="1"/>
          <p:nvPr>
            <p:ph idx="5" type="subTitle"/>
          </p:nvPr>
        </p:nvSpPr>
        <p:spPr>
          <a:xfrm>
            <a:off x="3484350"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267" name="Google Shape;1267;p53"/>
          <p:cNvSpPr txBox="1"/>
          <p:nvPr>
            <p:ph idx="6" type="subTitle"/>
          </p:nvPr>
        </p:nvSpPr>
        <p:spPr>
          <a:xfrm>
            <a:off x="603107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268" name="Google Shape;1268;p53"/>
          <p:cNvSpPr/>
          <p:nvPr/>
        </p:nvSpPr>
        <p:spPr>
          <a:xfrm flipH="1" rot="8800738">
            <a:off x="7902412" y="4181666"/>
            <a:ext cx="1680262" cy="1358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3"/>
          <p:cNvSpPr/>
          <p:nvPr/>
        </p:nvSpPr>
        <p:spPr>
          <a:xfrm flipH="1" rot="-8942362">
            <a:off x="-983149" y="4040244"/>
            <a:ext cx="2474148" cy="2000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3"/>
          <p:cNvSpPr/>
          <p:nvPr/>
        </p:nvSpPr>
        <p:spPr>
          <a:xfrm flipH="1" rot="1554271">
            <a:off x="7563507" y="-664049"/>
            <a:ext cx="2112334" cy="200257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3"/>
          <p:cNvSpPr/>
          <p:nvPr/>
        </p:nvSpPr>
        <p:spPr>
          <a:xfrm>
            <a:off x="62825" y="1725386"/>
            <a:ext cx="606206" cy="37384"/>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72" name="Google Shape;1272;p53"/>
          <p:cNvGrpSpPr/>
          <p:nvPr/>
        </p:nvGrpSpPr>
        <p:grpSpPr>
          <a:xfrm>
            <a:off x="96399" y="951293"/>
            <a:ext cx="552408" cy="792759"/>
            <a:chOff x="10519314" y="4728596"/>
            <a:chExt cx="751780" cy="1078731"/>
          </a:xfrm>
        </p:grpSpPr>
        <p:grpSp>
          <p:nvGrpSpPr>
            <p:cNvPr id="1273" name="Google Shape;1273;p53"/>
            <p:cNvGrpSpPr/>
            <p:nvPr/>
          </p:nvGrpSpPr>
          <p:grpSpPr>
            <a:xfrm>
              <a:off x="10519314" y="4728596"/>
              <a:ext cx="626662" cy="1078731"/>
              <a:chOff x="10519314" y="4728596"/>
              <a:chExt cx="626662" cy="1078731"/>
            </a:xfrm>
          </p:grpSpPr>
          <p:grpSp>
            <p:nvGrpSpPr>
              <p:cNvPr id="1274" name="Google Shape;1274;p53"/>
              <p:cNvGrpSpPr/>
              <p:nvPr/>
            </p:nvGrpSpPr>
            <p:grpSpPr>
              <a:xfrm>
                <a:off x="10903220" y="4888205"/>
                <a:ext cx="242756" cy="919122"/>
                <a:chOff x="10903220" y="4888205"/>
                <a:chExt cx="242756" cy="919122"/>
              </a:xfrm>
            </p:grpSpPr>
            <p:sp>
              <p:nvSpPr>
                <p:cNvPr id="1275" name="Google Shape;1275;p53"/>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6" name="Google Shape;1276;p53"/>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7" name="Google Shape;1277;p53"/>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78" name="Google Shape;1278;p53"/>
                <p:cNvGrpSpPr/>
                <p:nvPr/>
              </p:nvGrpSpPr>
              <p:grpSpPr>
                <a:xfrm>
                  <a:off x="11014221" y="5588618"/>
                  <a:ext cx="100021" cy="114784"/>
                  <a:chOff x="11014221" y="5588618"/>
                  <a:chExt cx="100021" cy="114784"/>
                </a:xfrm>
              </p:grpSpPr>
              <p:sp>
                <p:nvSpPr>
                  <p:cNvPr id="1279" name="Google Shape;1279;p53"/>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0" name="Google Shape;1280;p53"/>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1" name="Google Shape;1281;p53"/>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2" name="Google Shape;1282;p53"/>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83" name="Google Shape;1283;p53"/>
              <p:cNvGrpSpPr/>
              <p:nvPr/>
            </p:nvGrpSpPr>
            <p:grpSpPr>
              <a:xfrm>
                <a:off x="10718623" y="4728596"/>
                <a:ext cx="229169" cy="1075979"/>
                <a:chOff x="10718623" y="4728596"/>
                <a:chExt cx="229169" cy="1075979"/>
              </a:xfrm>
            </p:grpSpPr>
            <p:sp>
              <p:nvSpPr>
                <p:cNvPr id="1284" name="Google Shape;1284;p53"/>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5" name="Google Shape;1285;p53"/>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86" name="Google Shape;1286;p53"/>
                <p:cNvGrpSpPr/>
                <p:nvPr/>
              </p:nvGrpSpPr>
              <p:grpSpPr>
                <a:xfrm>
                  <a:off x="10765015" y="5040134"/>
                  <a:ext cx="116314" cy="49775"/>
                  <a:chOff x="10765015" y="5040134"/>
                  <a:chExt cx="116314" cy="49775"/>
                </a:xfrm>
              </p:grpSpPr>
              <p:sp>
                <p:nvSpPr>
                  <p:cNvPr id="1287" name="Google Shape;1287;p53"/>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8" name="Google Shape;1288;p53"/>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89" name="Google Shape;1289;p53"/>
                <p:cNvGrpSpPr/>
                <p:nvPr/>
              </p:nvGrpSpPr>
              <p:grpSpPr>
                <a:xfrm>
                  <a:off x="10784825" y="5436314"/>
                  <a:ext cx="116414" cy="49961"/>
                  <a:chOff x="10784825" y="5436314"/>
                  <a:chExt cx="116414" cy="49961"/>
                </a:xfrm>
              </p:grpSpPr>
              <p:sp>
                <p:nvSpPr>
                  <p:cNvPr id="1290" name="Google Shape;1290;p53"/>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1" name="Google Shape;1291;p53"/>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92" name="Google Shape;1292;p53"/>
              <p:cNvGrpSpPr/>
              <p:nvPr/>
            </p:nvGrpSpPr>
            <p:grpSpPr>
              <a:xfrm>
                <a:off x="10519314" y="4813458"/>
                <a:ext cx="202120" cy="992123"/>
                <a:chOff x="10519314" y="4813458"/>
                <a:chExt cx="202120" cy="992123"/>
              </a:xfrm>
            </p:grpSpPr>
            <p:sp>
              <p:nvSpPr>
                <p:cNvPr id="1293" name="Google Shape;1293;p53"/>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4" name="Google Shape;1294;p53"/>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95" name="Google Shape;1295;p53"/>
                <p:cNvGrpSpPr/>
                <p:nvPr/>
              </p:nvGrpSpPr>
              <p:grpSpPr>
                <a:xfrm>
                  <a:off x="10556176" y="5465730"/>
                  <a:ext cx="128397" cy="44196"/>
                  <a:chOff x="10556176" y="5465730"/>
                  <a:chExt cx="128397" cy="44196"/>
                </a:xfrm>
              </p:grpSpPr>
              <p:sp>
                <p:nvSpPr>
                  <p:cNvPr id="1296" name="Google Shape;1296;p53"/>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7" name="Google Shape;1297;p53"/>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98" name="Google Shape;1298;p53"/>
                <p:cNvGrpSpPr/>
                <p:nvPr/>
              </p:nvGrpSpPr>
              <p:grpSpPr>
                <a:xfrm>
                  <a:off x="10556176" y="5689187"/>
                  <a:ext cx="128397" cy="44196"/>
                  <a:chOff x="10556176" y="5689187"/>
                  <a:chExt cx="128397" cy="44196"/>
                </a:xfrm>
              </p:grpSpPr>
              <p:sp>
                <p:nvSpPr>
                  <p:cNvPr id="1299" name="Google Shape;1299;p53"/>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0" name="Google Shape;1300;p53"/>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301" name="Google Shape;1301;p53"/>
            <p:cNvGrpSpPr/>
            <p:nvPr/>
          </p:nvGrpSpPr>
          <p:grpSpPr>
            <a:xfrm>
              <a:off x="11058042" y="5088325"/>
              <a:ext cx="213052" cy="717953"/>
              <a:chOff x="11058042" y="5088325"/>
              <a:chExt cx="213052" cy="717953"/>
            </a:xfrm>
          </p:grpSpPr>
          <p:sp>
            <p:nvSpPr>
              <p:cNvPr id="1302" name="Google Shape;1302;p53"/>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3" name="Google Shape;1303;p53"/>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304" name="Google Shape;1304;p53"/>
          <p:cNvGrpSpPr/>
          <p:nvPr/>
        </p:nvGrpSpPr>
        <p:grpSpPr>
          <a:xfrm>
            <a:off x="135453" y="69369"/>
            <a:ext cx="426307" cy="643642"/>
            <a:chOff x="10572463" y="3528536"/>
            <a:chExt cx="580168" cy="875823"/>
          </a:xfrm>
        </p:grpSpPr>
        <p:grpSp>
          <p:nvGrpSpPr>
            <p:cNvPr id="1305" name="Google Shape;1305;p53"/>
            <p:cNvGrpSpPr/>
            <p:nvPr/>
          </p:nvGrpSpPr>
          <p:grpSpPr>
            <a:xfrm>
              <a:off x="10713815" y="3528536"/>
              <a:ext cx="438816" cy="746664"/>
              <a:chOff x="10713815" y="3528536"/>
              <a:chExt cx="438816" cy="746664"/>
            </a:xfrm>
          </p:grpSpPr>
          <p:sp>
            <p:nvSpPr>
              <p:cNvPr id="1306" name="Google Shape;1306;p53"/>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07" name="Google Shape;1307;p53"/>
              <p:cNvGrpSpPr/>
              <p:nvPr/>
            </p:nvGrpSpPr>
            <p:grpSpPr>
              <a:xfrm>
                <a:off x="10776489" y="3625310"/>
                <a:ext cx="313848" cy="288226"/>
                <a:chOff x="10776489" y="3625310"/>
                <a:chExt cx="313848" cy="288226"/>
              </a:xfrm>
            </p:grpSpPr>
            <p:sp>
              <p:nvSpPr>
                <p:cNvPr id="1308" name="Google Shape;1308;p53"/>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9" name="Google Shape;1309;p53"/>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0" name="Google Shape;1310;p53"/>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1" name="Google Shape;1311;p53"/>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2" name="Google Shape;1312;p53"/>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3" name="Google Shape;1313;p53"/>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14" name="Google Shape;1314;p53"/>
              <p:cNvGrpSpPr/>
              <p:nvPr/>
            </p:nvGrpSpPr>
            <p:grpSpPr>
              <a:xfrm>
                <a:off x="10776489" y="3999547"/>
                <a:ext cx="313848" cy="181546"/>
                <a:chOff x="10776489" y="3999547"/>
                <a:chExt cx="313848" cy="181546"/>
              </a:xfrm>
            </p:grpSpPr>
            <p:sp>
              <p:nvSpPr>
                <p:cNvPr id="1315" name="Google Shape;1315;p53"/>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6" name="Google Shape;1316;p53"/>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7" name="Google Shape;1317;p53"/>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8" name="Google Shape;1318;p53"/>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19" name="Google Shape;1319;p53"/>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20" name="Google Shape;1320;p53"/>
            <p:cNvGrpSpPr/>
            <p:nvPr/>
          </p:nvGrpSpPr>
          <p:grpSpPr>
            <a:xfrm>
              <a:off x="10572463" y="3657790"/>
              <a:ext cx="438817" cy="746569"/>
              <a:chOff x="10572463" y="3657790"/>
              <a:chExt cx="438817" cy="746569"/>
            </a:xfrm>
          </p:grpSpPr>
          <p:sp>
            <p:nvSpPr>
              <p:cNvPr id="1321" name="Google Shape;1321;p53"/>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22" name="Google Shape;1322;p53"/>
              <p:cNvGrpSpPr/>
              <p:nvPr/>
            </p:nvGrpSpPr>
            <p:grpSpPr>
              <a:xfrm>
                <a:off x="10635138" y="3754469"/>
                <a:ext cx="313848" cy="288321"/>
                <a:chOff x="10635138" y="3754469"/>
                <a:chExt cx="313848" cy="288321"/>
              </a:xfrm>
            </p:grpSpPr>
            <p:sp>
              <p:nvSpPr>
                <p:cNvPr id="1323" name="Google Shape;1323;p53"/>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4" name="Google Shape;1324;p53"/>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5" name="Google Shape;1325;p53"/>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6" name="Google Shape;1326;p53"/>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7" name="Google Shape;1327;p53"/>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8" name="Google Shape;1328;p53"/>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29" name="Google Shape;1329;p53"/>
              <p:cNvGrpSpPr/>
              <p:nvPr/>
            </p:nvGrpSpPr>
            <p:grpSpPr>
              <a:xfrm>
                <a:off x="10635138" y="4128801"/>
                <a:ext cx="313848" cy="181547"/>
                <a:chOff x="10635138" y="4128801"/>
                <a:chExt cx="313848" cy="181547"/>
              </a:xfrm>
            </p:grpSpPr>
            <p:sp>
              <p:nvSpPr>
                <p:cNvPr id="1330" name="Google Shape;1330;p53"/>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1" name="Google Shape;1331;p53"/>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2" name="Google Shape;1332;p53"/>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3" name="Google Shape;1333;p53"/>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34" name="Google Shape;1334;p53"/>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335" name="Google Shape;1335;p53"/>
          <p:cNvGrpSpPr/>
          <p:nvPr/>
        </p:nvGrpSpPr>
        <p:grpSpPr>
          <a:xfrm>
            <a:off x="309868" y="711612"/>
            <a:ext cx="18197" cy="243247"/>
            <a:chOff x="10809827" y="4402455"/>
            <a:chExt cx="24764" cy="330993"/>
          </a:xfrm>
        </p:grpSpPr>
        <p:sp>
          <p:nvSpPr>
            <p:cNvPr id="1336" name="Google Shape;1336;p53"/>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7" name="Google Shape;1337;p53"/>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8" name="Google Shape;1338;p53"/>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39" name="Google Shape;1339;p53"/>
          <p:cNvGrpSpPr/>
          <p:nvPr/>
        </p:nvGrpSpPr>
        <p:grpSpPr>
          <a:xfrm>
            <a:off x="8421644" y="1045085"/>
            <a:ext cx="396068" cy="717683"/>
            <a:chOff x="1945386" y="5582316"/>
            <a:chExt cx="470725" cy="852963"/>
          </a:xfrm>
        </p:grpSpPr>
        <p:grpSp>
          <p:nvGrpSpPr>
            <p:cNvPr id="1340" name="Google Shape;1340;p53"/>
            <p:cNvGrpSpPr/>
            <p:nvPr/>
          </p:nvGrpSpPr>
          <p:grpSpPr>
            <a:xfrm>
              <a:off x="1945386" y="5582316"/>
              <a:ext cx="470725" cy="852963"/>
              <a:chOff x="1945386" y="5582316"/>
              <a:chExt cx="470725" cy="852963"/>
            </a:xfrm>
          </p:grpSpPr>
          <p:sp>
            <p:nvSpPr>
              <p:cNvPr id="1341" name="Google Shape;1341;p53"/>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2" name="Google Shape;1342;p53"/>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43" name="Google Shape;1343;p53"/>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44" name="Google Shape;1344;p53"/>
          <p:cNvGrpSpPr/>
          <p:nvPr/>
        </p:nvGrpSpPr>
        <p:grpSpPr>
          <a:xfrm>
            <a:off x="8088695" y="57742"/>
            <a:ext cx="1061979" cy="558999"/>
            <a:chOff x="3859815" y="2867310"/>
            <a:chExt cx="1262157" cy="664368"/>
          </a:xfrm>
        </p:grpSpPr>
        <p:sp>
          <p:nvSpPr>
            <p:cNvPr id="1345" name="Google Shape;1345;p53"/>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46" name="Google Shape;1346;p53"/>
            <p:cNvGrpSpPr/>
            <p:nvPr/>
          </p:nvGrpSpPr>
          <p:grpSpPr>
            <a:xfrm>
              <a:off x="4275677" y="3065525"/>
              <a:ext cx="334517" cy="380047"/>
              <a:chOff x="4275677" y="3065525"/>
              <a:chExt cx="334517" cy="380047"/>
            </a:xfrm>
          </p:grpSpPr>
          <p:grpSp>
            <p:nvGrpSpPr>
              <p:cNvPr id="1347" name="Google Shape;1347;p53"/>
              <p:cNvGrpSpPr/>
              <p:nvPr/>
            </p:nvGrpSpPr>
            <p:grpSpPr>
              <a:xfrm>
                <a:off x="4275677" y="3065525"/>
                <a:ext cx="334517" cy="380047"/>
                <a:chOff x="4275677" y="3065525"/>
                <a:chExt cx="334517" cy="380047"/>
              </a:xfrm>
            </p:grpSpPr>
            <p:grpSp>
              <p:nvGrpSpPr>
                <p:cNvPr id="1348" name="Google Shape;1348;p53"/>
                <p:cNvGrpSpPr/>
                <p:nvPr/>
              </p:nvGrpSpPr>
              <p:grpSpPr>
                <a:xfrm>
                  <a:off x="4275677" y="3301269"/>
                  <a:ext cx="334422" cy="144303"/>
                  <a:chOff x="4275677" y="3301269"/>
                  <a:chExt cx="334422" cy="144303"/>
                </a:xfrm>
              </p:grpSpPr>
              <p:sp>
                <p:nvSpPr>
                  <p:cNvPr id="1349" name="Google Shape;1349;p53"/>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0" name="Google Shape;1350;p53"/>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51" name="Google Shape;1351;p53"/>
                <p:cNvGrpSpPr/>
                <p:nvPr/>
              </p:nvGrpSpPr>
              <p:grpSpPr>
                <a:xfrm>
                  <a:off x="4275677" y="3183350"/>
                  <a:ext cx="334422" cy="144302"/>
                  <a:chOff x="4275677" y="3183350"/>
                  <a:chExt cx="334422" cy="144302"/>
                </a:xfrm>
              </p:grpSpPr>
              <p:sp>
                <p:nvSpPr>
                  <p:cNvPr id="1352" name="Google Shape;1352;p53"/>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3" name="Google Shape;1353;p53"/>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54" name="Google Shape;1354;p53"/>
                <p:cNvGrpSpPr/>
                <p:nvPr/>
              </p:nvGrpSpPr>
              <p:grpSpPr>
                <a:xfrm>
                  <a:off x="4275677" y="3065525"/>
                  <a:ext cx="334517" cy="144303"/>
                  <a:chOff x="4275677" y="3065525"/>
                  <a:chExt cx="334517" cy="144303"/>
                </a:xfrm>
              </p:grpSpPr>
              <p:sp>
                <p:nvSpPr>
                  <p:cNvPr id="1355" name="Google Shape;1355;p53"/>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6" name="Google Shape;1356;p53"/>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357" name="Google Shape;1357;p53"/>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8" name="Google Shape;1358;p53"/>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9" name="Google Shape;1359;p53"/>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360" name="Google Shape;1360;p53"/>
          <p:cNvGrpSpPr/>
          <p:nvPr/>
        </p:nvGrpSpPr>
        <p:grpSpPr>
          <a:xfrm>
            <a:off x="8582238" y="611818"/>
            <a:ext cx="33124" cy="442802"/>
            <a:chOff x="10809827" y="4402455"/>
            <a:chExt cx="24764" cy="330993"/>
          </a:xfrm>
        </p:grpSpPr>
        <p:sp>
          <p:nvSpPr>
            <p:cNvPr id="1361" name="Google Shape;1361;p53"/>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2" name="Google Shape;1362;p53"/>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3" name="Google Shape;1363;p53"/>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364" name="Shape 1364"/>
        <p:cNvGrpSpPr/>
        <p:nvPr/>
      </p:nvGrpSpPr>
      <p:grpSpPr>
        <a:xfrm>
          <a:off x="0" y="0"/>
          <a:ext cx="0" cy="0"/>
          <a:chOff x="0" y="0"/>
          <a:chExt cx="0" cy="0"/>
        </a:xfrm>
      </p:grpSpPr>
      <p:sp>
        <p:nvSpPr>
          <p:cNvPr id="1365" name="Google Shape;1365;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366" name="Google Shape;1366;p54"/>
          <p:cNvSpPr txBox="1"/>
          <p:nvPr>
            <p:ph idx="1" type="subTitle"/>
          </p:nvPr>
        </p:nvSpPr>
        <p:spPr>
          <a:xfrm>
            <a:off x="1253225"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367" name="Google Shape;1367;p54"/>
          <p:cNvSpPr txBox="1"/>
          <p:nvPr>
            <p:ph idx="2" type="subTitle"/>
          </p:nvPr>
        </p:nvSpPr>
        <p:spPr>
          <a:xfrm>
            <a:off x="5079776"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368" name="Google Shape;1368;p54"/>
          <p:cNvSpPr txBox="1"/>
          <p:nvPr>
            <p:ph idx="3" type="subTitle"/>
          </p:nvPr>
        </p:nvSpPr>
        <p:spPr>
          <a:xfrm>
            <a:off x="1253225"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369" name="Google Shape;1369;p54"/>
          <p:cNvSpPr txBox="1"/>
          <p:nvPr>
            <p:ph idx="4" type="subTitle"/>
          </p:nvPr>
        </p:nvSpPr>
        <p:spPr>
          <a:xfrm>
            <a:off x="5079776"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370" name="Google Shape;1370;p54"/>
          <p:cNvSpPr txBox="1"/>
          <p:nvPr>
            <p:ph idx="5" type="subTitle"/>
          </p:nvPr>
        </p:nvSpPr>
        <p:spPr>
          <a:xfrm>
            <a:off x="1253225"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371" name="Google Shape;1371;p54"/>
          <p:cNvSpPr txBox="1"/>
          <p:nvPr>
            <p:ph idx="6" type="subTitle"/>
          </p:nvPr>
        </p:nvSpPr>
        <p:spPr>
          <a:xfrm>
            <a:off x="1253225"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372" name="Google Shape;1372;p54"/>
          <p:cNvSpPr txBox="1"/>
          <p:nvPr>
            <p:ph idx="7" type="subTitle"/>
          </p:nvPr>
        </p:nvSpPr>
        <p:spPr>
          <a:xfrm>
            <a:off x="5079750"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373" name="Google Shape;1373;p54"/>
          <p:cNvSpPr txBox="1"/>
          <p:nvPr>
            <p:ph idx="8" type="subTitle"/>
          </p:nvPr>
        </p:nvSpPr>
        <p:spPr>
          <a:xfrm>
            <a:off x="5079750"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374" name="Google Shape;1374;p54"/>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4"/>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6" name="Google Shape;1376;p54"/>
          <p:cNvGrpSpPr/>
          <p:nvPr/>
        </p:nvGrpSpPr>
        <p:grpSpPr>
          <a:xfrm>
            <a:off x="65066" y="4373044"/>
            <a:ext cx="878158" cy="654532"/>
            <a:chOff x="1114425" y="4361211"/>
            <a:chExt cx="573023" cy="427101"/>
          </a:xfrm>
        </p:grpSpPr>
        <p:grpSp>
          <p:nvGrpSpPr>
            <p:cNvPr id="1377" name="Google Shape;1377;p54"/>
            <p:cNvGrpSpPr/>
            <p:nvPr/>
          </p:nvGrpSpPr>
          <p:grpSpPr>
            <a:xfrm>
              <a:off x="1114425" y="4361211"/>
              <a:ext cx="573023" cy="427101"/>
              <a:chOff x="1114425" y="4361211"/>
              <a:chExt cx="573023" cy="427101"/>
            </a:xfrm>
          </p:grpSpPr>
          <p:sp>
            <p:nvSpPr>
              <p:cNvPr id="1378" name="Google Shape;1378;p54"/>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9" name="Google Shape;1379;p54"/>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0" name="Google Shape;1380;p54"/>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81" name="Google Shape;1381;p54"/>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82" name="Google Shape;1382;p54"/>
          <p:cNvGrpSpPr/>
          <p:nvPr/>
        </p:nvGrpSpPr>
        <p:grpSpPr>
          <a:xfrm>
            <a:off x="8114970" y="266839"/>
            <a:ext cx="829992" cy="750888"/>
            <a:chOff x="8114596" y="445039"/>
            <a:chExt cx="633002" cy="572716"/>
          </a:xfrm>
        </p:grpSpPr>
        <p:grpSp>
          <p:nvGrpSpPr>
            <p:cNvPr id="1383" name="Google Shape;1383;p54"/>
            <p:cNvGrpSpPr/>
            <p:nvPr/>
          </p:nvGrpSpPr>
          <p:grpSpPr>
            <a:xfrm>
              <a:off x="8114596" y="445039"/>
              <a:ext cx="633002" cy="572716"/>
              <a:chOff x="7189660" y="520827"/>
              <a:chExt cx="598074" cy="541115"/>
            </a:xfrm>
          </p:grpSpPr>
          <p:sp>
            <p:nvSpPr>
              <p:cNvPr id="1384" name="Google Shape;1384;p54"/>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85" name="Google Shape;1385;p54"/>
              <p:cNvGrpSpPr/>
              <p:nvPr/>
            </p:nvGrpSpPr>
            <p:grpSpPr>
              <a:xfrm>
                <a:off x="7579137" y="551973"/>
                <a:ext cx="164782" cy="41529"/>
                <a:chOff x="7579137" y="551973"/>
                <a:chExt cx="164782" cy="41529"/>
              </a:xfrm>
            </p:grpSpPr>
            <p:sp>
              <p:nvSpPr>
                <p:cNvPr id="1386" name="Google Shape;1386;p54"/>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7" name="Google Shape;1387;p54"/>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8" name="Google Shape;1388;p54"/>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389" name="Google Shape;1389;p54"/>
            <p:cNvGrpSpPr/>
            <p:nvPr/>
          </p:nvGrpSpPr>
          <p:grpSpPr>
            <a:xfrm>
              <a:off x="8184962" y="619646"/>
              <a:ext cx="498115" cy="257273"/>
              <a:chOff x="7256144" y="685800"/>
              <a:chExt cx="470630" cy="243077"/>
            </a:xfrm>
          </p:grpSpPr>
          <p:sp>
            <p:nvSpPr>
              <p:cNvPr id="1390" name="Google Shape;1390;p54"/>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91" name="Google Shape;1391;p54"/>
              <p:cNvGrpSpPr/>
              <p:nvPr/>
            </p:nvGrpSpPr>
            <p:grpSpPr>
              <a:xfrm>
                <a:off x="7512843" y="685800"/>
                <a:ext cx="213931" cy="243077"/>
                <a:chOff x="7512843" y="685800"/>
                <a:chExt cx="213931" cy="243077"/>
              </a:xfrm>
            </p:grpSpPr>
            <p:grpSp>
              <p:nvGrpSpPr>
                <p:cNvPr id="1392" name="Google Shape;1392;p54"/>
                <p:cNvGrpSpPr/>
                <p:nvPr/>
              </p:nvGrpSpPr>
              <p:grpSpPr>
                <a:xfrm>
                  <a:off x="7512843" y="836580"/>
                  <a:ext cx="213931" cy="92297"/>
                  <a:chOff x="7512843" y="836580"/>
                  <a:chExt cx="213931" cy="92297"/>
                </a:xfrm>
              </p:grpSpPr>
              <p:sp>
                <p:nvSpPr>
                  <p:cNvPr id="1393" name="Google Shape;1393;p54"/>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4" name="Google Shape;1394;p54"/>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95" name="Google Shape;1395;p54"/>
                <p:cNvGrpSpPr/>
                <p:nvPr/>
              </p:nvGrpSpPr>
              <p:grpSpPr>
                <a:xfrm>
                  <a:off x="7512843" y="761238"/>
                  <a:ext cx="213931" cy="92296"/>
                  <a:chOff x="7512843" y="761238"/>
                  <a:chExt cx="213931" cy="92296"/>
                </a:xfrm>
              </p:grpSpPr>
              <p:sp>
                <p:nvSpPr>
                  <p:cNvPr id="1396" name="Google Shape;1396;p54"/>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7" name="Google Shape;1397;p54"/>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98" name="Google Shape;1398;p54"/>
                <p:cNvGrpSpPr/>
                <p:nvPr/>
              </p:nvGrpSpPr>
              <p:grpSpPr>
                <a:xfrm>
                  <a:off x="7512843" y="685800"/>
                  <a:ext cx="213931" cy="92297"/>
                  <a:chOff x="7512843" y="685800"/>
                  <a:chExt cx="213931" cy="92297"/>
                </a:xfrm>
              </p:grpSpPr>
              <p:sp>
                <p:nvSpPr>
                  <p:cNvPr id="1399" name="Google Shape;1399;p54"/>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0" name="Google Shape;1400;p54"/>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401" name="Shape 1401"/>
        <p:cNvGrpSpPr/>
        <p:nvPr/>
      </p:nvGrpSpPr>
      <p:grpSpPr>
        <a:xfrm>
          <a:off x="0" y="0"/>
          <a:ext cx="0" cy="0"/>
          <a:chOff x="0" y="0"/>
          <a:chExt cx="0" cy="0"/>
        </a:xfrm>
      </p:grpSpPr>
      <p:sp>
        <p:nvSpPr>
          <p:cNvPr id="1402" name="Google Shape;1402;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403" name="Google Shape;1403;p55"/>
          <p:cNvSpPr txBox="1"/>
          <p:nvPr>
            <p:ph idx="1" type="subTitle"/>
          </p:nvPr>
        </p:nvSpPr>
        <p:spPr>
          <a:xfrm>
            <a:off x="723900" y="171015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404" name="Google Shape;1404;p55"/>
          <p:cNvSpPr txBox="1"/>
          <p:nvPr>
            <p:ph idx="2" type="subTitle"/>
          </p:nvPr>
        </p:nvSpPr>
        <p:spPr>
          <a:xfrm>
            <a:off x="3577144"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405" name="Google Shape;1405;p55"/>
          <p:cNvSpPr txBox="1"/>
          <p:nvPr>
            <p:ph idx="3" type="subTitle"/>
          </p:nvPr>
        </p:nvSpPr>
        <p:spPr>
          <a:xfrm>
            <a:off x="723900"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406" name="Google Shape;1406;p55"/>
          <p:cNvSpPr txBox="1"/>
          <p:nvPr>
            <p:ph idx="4" type="subTitle"/>
          </p:nvPr>
        </p:nvSpPr>
        <p:spPr>
          <a:xfrm>
            <a:off x="3577144"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407" name="Google Shape;1407;p55"/>
          <p:cNvSpPr txBox="1"/>
          <p:nvPr>
            <p:ph idx="5" type="subTitle"/>
          </p:nvPr>
        </p:nvSpPr>
        <p:spPr>
          <a:xfrm>
            <a:off x="6430388"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408" name="Google Shape;1408;p55"/>
          <p:cNvSpPr txBox="1"/>
          <p:nvPr>
            <p:ph idx="6" type="subTitle"/>
          </p:nvPr>
        </p:nvSpPr>
        <p:spPr>
          <a:xfrm>
            <a:off x="6430388"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409" name="Google Shape;1409;p55"/>
          <p:cNvSpPr txBox="1"/>
          <p:nvPr>
            <p:ph idx="7" type="subTitle"/>
          </p:nvPr>
        </p:nvSpPr>
        <p:spPr>
          <a:xfrm>
            <a:off x="731700" y="1060275"/>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410" name="Google Shape;1410;p55"/>
          <p:cNvSpPr txBox="1"/>
          <p:nvPr>
            <p:ph idx="8" type="subTitle"/>
          </p:nvPr>
        </p:nvSpPr>
        <p:spPr>
          <a:xfrm>
            <a:off x="3582994"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411" name="Google Shape;1411;p55"/>
          <p:cNvSpPr txBox="1"/>
          <p:nvPr>
            <p:ph idx="9" type="subTitle"/>
          </p:nvPr>
        </p:nvSpPr>
        <p:spPr>
          <a:xfrm>
            <a:off x="6434288"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412" name="Google Shape;1412;p55"/>
          <p:cNvSpPr txBox="1"/>
          <p:nvPr>
            <p:ph idx="13" type="subTitle"/>
          </p:nvPr>
        </p:nvSpPr>
        <p:spPr>
          <a:xfrm>
            <a:off x="723900" y="2845800"/>
            <a:ext cx="19860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413" name="Google Shape;1413;p55"/>
          <p:cNvSpPr txBox="1"/>
          <p:nvPr>
            <p:ph idx="14" type="subTitle"/>
          </p:nvPr>
        </p:nvSpPr>
        <p:spPr>
          <a:xfrm>
            <a:off x="3582995"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414" name="Google Shape;1414;p55"/>
          <p:cNvSpPr txBox="1"/>
          <p:nvPr>
            <p:ph idx="15" type="subTitle"/>
          </p:nvPr>
        </p:nvSpPr>
        <p:spPr>
          <a:xfrm>
            <a:off x="6434290"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415" name="Google Shape;1415;p55"/>
          <p:cNvSpPr/>
          <p:nvPr/>
        </p:nvSpPr>
        <p:spPr>
          <a:xfrm flipH="1" rot="-3263452">
            <a:off x="7372110" y="40383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5"/>
          <p:cNvSpPr/>
          <p:nvPr/>
        </p:nvSpPr>
        <p:spPr>
          <a:xfrm flipH="1" rot="531647">
            <a:off x="-1621232" y="4095570"/>
            <a:ext cx="2581069" cy="208704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5"/>
          <p:cNvSpPr/>
          <p:nvPr/>
        </p:nvSpPr>
        <p:spPr>
          <a:xfrm flipH="1" rot="460658">
            <a:off x="7344116" y="-1448948"/>
            <a:ext cx="3053845" cy="246933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8" name="Google Shape;1418;p55"/>
          <p:cNvGrpSpPr/>
          <p:nvPr/>
        </p:nvGrpSpPr>
        <p:grpSpPr>
          <a:xfrm>
            <a:off x="7931872" y="177093"/>
            <a:ext cx="997823" cy="737095"/>
            <a:chOff x="7931872" y="177093"/>
            <a:chExt cx="997823" cy="737095"/>
          </a:xfrm>
        </p:grpSpPr>
        <p:grpSp>
          <p:nvGrpSpPr>
            <p:cNvPr id="1419" name="Google Shape;1419;p55"/>
            <p:cNvGrpSpPr/>
            <p:nvPr/>
          </p:nvGrpSpPr>
          <p:grpSpPr>
            <a:xfrm>
              <a:off x="7931872" y="177093"/>
              <a:ext cx="919725" cy="318025"/>
              <a:chOff x="7230903" y="4635722"/>
              <a:chExt cx="652843" cy="225742"/>
            </a:xfrm>
          </p:grpSpPr>
          <p:sp>
            <p:nvSpPr>
              <p:cNvPr id="1420" name="Google Shape;1420;p55"/>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1" name="Google Shape;1421;p55"/>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22" name="Google Shape;1422;p55"/>
              <p:cNvGrpSpPr/>
              <p:nvPr/>
            </p:nvGrpSpPr>
            <p:grpSpPr>
              <a:xfrm>
                <a:off x="7487126" y="4676394"/>
                <a:ext cx="332041" cy="142684"/>
                <a:chOff x="7487126" y="4676394"/>
                <a:chExt cx="332041" cy="142684"/>
              </a:xfrm>
            </p:grpSpPr>
            <p:sp>
              <p:nvSpPr>
                <p:cNvPr id="1423" name="Google Shape;1423;p55"/>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4" name="Google Shape;1424;p55"/>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5" name="Google Shape;1425;p55"/>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6" name="Google Shape;1426;p55"/>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427" name="Google Shape;1427;p55"/>
            <p:cNvGrpSpPr/>
            <p:nvPr/>
          </p:nvGrpSpPr>
          <p:grpSpPr>
            <a:xfrm>
              <a:off x="7931872" y="596163"/>
              <a:ext cx="919725" cy="318025"/>
              <a:chOff x="7230903" y="4933188"/>
              <a:chExt cx="652843" cy="225742"/>
            </a:xfrm>
          </p:grpSpPr>
          <p:grpSp>
            <p:nvGrpSpPr>
              <p:cNvPr id="1428" name="Google Shape;1428;p55"/>
              <p:cNvGrpSpPr/>
              <p:nvPr/>
            </p:nvGrpSpPr>
            <p:grpSpPr>
              <a:xfrm>
                <a:off x="7230903" y="4933188"/>
                <a:ext cx="652843" cy="225742"/>
                <a:chOff x="7230903" y="4933188"/>
                <a:chExt cx="652843" cy="225742"/>
              </a:xfrm>
            </p:grpSpPr>
            <p:sp>
              <p:nvSpPr>
                <p:cNvPr id="1429" name="Google Shape;1429;p55"/>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0" name="Google Shape;1430;p55"/>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31" name="Google Shape;1431;p55"/>
                <p:cNvGrpSpPr/>
                <p:nvPr/>
              </p:nvGrpSpPr>
              <p:grpSpPr>
                <a:xfrm>
                  <a:off x="7487126" y="4973859"/>
                  <a:ext cx="332041" cy="142684"/>
                  <a:chOff x="7487126" y="4973859"/>
                  <a:chExt cx="332041" cy="142684"/>
                </a:xfrm>
              </p:grpSpPr>
              <p:sp>
                <p:nvSpPr>
                  <p:cNvPr id="1432" name="Google Shape;1432;p55"/>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3" name="Google Shape;1433;p55"/>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4" name="Google Shape;1434;p55"/>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5" name="Google Shape;1435;p55"/>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436" name="Google Shape;1436;p55"/>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37" name="Google Shape;1437;p55"/>
            <p:cNvGrpSpPr/>
            <p:nvPr/>
          </p:nvGrpSpPr>
          <p:grpSpPr>
            <a:xfrm>
              <a:off x="8756326" y="539537"/>
              <a:ext cx="173370" cy="112691"/>
              <a:chOff x="7816120" y="4892994"/>
              <a:chExt cx="123062" cy="79991"/>
            </a:xfrm>
          </p:grpSpPr>
          <p:grpSp>
            <p:nvGrpSpPr>
              <p:cNvPr id="1438" name="Google Shape;1438;p55"/>
              <p:cNvGrpSpPr/>
              <p:nvPr/>
            </p:nvGrpSpPr>
            <p:grpSpPr>
              <a:xfrm>
                <a:off x="7816120" y="4902803"/>
                <a:ext cx="123062" cy="63817"/>
                <a:chOff x="7816120" y="4902803"/>
                <a:chExt cx="123062" cy="63817"/>
              </a:xfrm>
            </p:grpSpPr>
            <p:sp>
              <p:nvSpPr>
                <p:cNvPr id="1439" name="Google Shape;1439;p55"/>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0" name="Google Shape;1440;p55"/>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41" name="Google Shape;1441;p55"/>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442" name="Shape 1442"/>
        <p:cNvGrpSpPr/>
        <p:nvPr/>
      </p:nvGrpSpPr>
      <p:grpSpPr>
        <a:xfrm>
          <a:off x="0" y="0"/>
          <a:ext cx="0" cy="0"/>
          <a:chOff x="0" y="0"/>
          <a:chExt cx="0" cy="0"/>
        </a:xfrm>
      </p:grpSpPr>
      <p:sp>
        <p:nvSpPr>
          <p:cNvPr id="1443" name="Google Shape;1443;p56"/>
          <p:cNvSpPr txBox="1"/>
          <p:nvPr>
            <p:ph hasCustomPrompt="1" type="title"/>
          </p:nvPr>
        </p:nvSpPr>
        <p:spPr>
          <a:xfrm>
            <a:off x="798388"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1444" name="Google Shape;1444;p56"/>
          <p:cNvSpPr txBox="1"/>
          <p:nvPr>
            <p:ph idx="1" type="subTitle"/>
          </p:nvPr>
        </p:nvSpPr>
        <p:spPr>
          <a:xfrm>
            <a:off x="798388"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445" name="Google Shape;1445;p56"/>
          <p:cNvSpPr txBox="1"/>
          <p:nvPr>
            <p:ph hasCustomPrompt="1" idx="2" type="title"/>
          </p:nvPr>
        </p:nvSpPr>
        <p:spPr>
          <a:xfrm>
            <a:off x="2825700" y="1029535"/>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1446" name="Google Shape;1446;p56"/>
          <p:cNvSpPr txBox="1"/>
          <p:nvPr>
            <p:ph idx="3" type="subTitle"/>
          </p:nvPr>
        </p:nvSpPr>
        <p:spPr>
          <a:xfrm>
            <a:off x="2825700" y="1804473"/>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447" name="Google Shape;1447;p56"/>
          <p:cNvSpPr txBox="1"/>
          <p:nvPr>
            <p:ph hasCustomPrompt="1" idx="4" type="title"/>
          </p:nvPr>
        </p:nvSpPr>
        <p:spPr>
          <a:xfrm>
            <a:off x="4853013"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1448" name="Google Shape;1448;p56"/>
          <p:cNvSpPr txBox="1"/>
          <p:nvPr>
            <p:ph idx="5" type="subTitle"/>
          </p:nvPr>
        </p:nvSpPr>
        <p:spPr>
          <a:xfrm>
            <a:off x="4853013"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449" name="Google Shape;1449;p56"/>
          <p:cNvSpPr/>
          <p:nvPr/>
        </p:nvSpPr>
        <p:spPr>
          <a:xfrm rot="-5710536">
            <a:off x="-1869285" y="3438573"/>
            <a:ext cx="3168438" cy="23079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6"/>
          <p:cNvSpPr/>
          <p:nvPr/>
        </p:nvSpPr>
        <p:spPr>
          <a:xfrm rot="-294905">
            <a:off x="7350387" y="3903245"/>
            <a:ext cx="3168449" cy="256199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451" name="Shape 1451"/>
        <p:cNvGrpSpPr/>
        <p:nvPr/>
      </p:nvGrpSpPr>
      <p:grpSpPr>
        <a:xfrm>
          <a:off x="0" y="0"/>
          <a:ext cx="0" cy="0"/>
          <a:chOff x="0" y="0"/>
          <a:chExt cx="0" cy="0"/>
        </a:xfrm>
      </p:grpSpPr>
      <p:sp>
        <p:nvSpPr>
          <p:cNvPr id="1452" name="Google Shape;1452;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453" name="Google Shape;1453;p57"/>
          <p:cNvSpPr/>
          <p:nvPr/>
        </p:nvSpPr>
        <p:spPr>
          <a:xfrm flipH="1" rot="337739">
            <a:off x="8212271" y="3187242"/>
            <a:ext cx="3158465" cy="3518480"/>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4" name="Google Shape;1454;p57"/>
          <p:cNvGrpSpPr/>
          <p:nvPr/>
        </p:nvGrpSpPr>
        <p:grpSpPr>
          <a:xfrm>
            <a:off x="90200" y="4214393"/>
            <a:ext cx="516117" cy="779220"/>
            <a:chOff x="10572463" y="3528536"/>
            <a:chExt cx="580168" cy="875823"/>
          </a:xfrm>
        </p:grpSpPr>
        <p:grpSp>
          <p:nvGrpSpPr>
            <p:cNvPr id="1455" name="Google Shape;1455;p57"/>
            <p:cNvGrpSpPr/>
            <p:nvPr/>
          </p:nvGrpSpPr>
          <p:grpSpPr>
            <a:xfrm>
              <a:off x="10713815" y="3528536"/>
              <a:ext cx="438816" cy="746664"/>
              <a:chOff x="10713815" y="3528536"/>
              <a:chExt cx="438816" cy="746664"/>
            </a:xfrm>
          </p:grpSpPr>
          <p:sp>
            <p:nvSpPr>
              <p:cNvPr id="1456" name="Google Shape;1456;p57"/>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57" name="Google Shape;1457;p57"/>
              <p:cNvGrpSpPr/>
              <p:nvPr/>
            </p:nvGrpSpPr>
            <p:grpSpPr>
              <a:xfrm>
                <a:off x="10776489" y="3625310"/>
                <a:ext cx="313848" cy="288226"/>
                <a:chOff x="10776489" y="3625310"/>
                <a:chExt cx="313848" cy="288226"/>
              </a:xfrm>
            </p:grpSpPr>
            <p:sp>
              <p:nvSpPr>
                <p:cNvPr id="1458" name="Google Shape;1458;p57"/>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9" name="Google Shape;1459;p57"/>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0" name="Google Shape;1460;p57"/>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1" name="Google Shape;1461;p57"/>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2" name="Google Shape;1462;p57"/>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3" name="Google Shape;1463;p57"/>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64" name="Google Shape;1464;p57"/>
              <p:cNvGrpSpPr/>
              <p:nvPr/>
            </p:nvGrpSpPr>
            <p:grpSpPr>
              <a:xfrm>
                <a:off x="10776489" y="3999547"/>
                <a:ext cx="313848" cy="181546"/>
                <a:chOff x="10776489" y="3999547"/>
                <a:chExt cx="313848" cy="181546"/>
              </a:xfrm>
            </p:grpSpPr>
            <p:sp>
              <p:nvSpPr>
                <p:cNvPr id="1465" name="Google Shape;1465;p57"/>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6" name="Google Shape;1466;p57"/>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7" name="Google Shape;1467;p57"/>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8" name="Google Shape;1468;p57"/>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69" name="Google Shape;1469;p57"/>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70" name="Google Shape;1470;p57"/>
            <p:cNvGrpSpPr/>
            <p:nvPr/>
          </p:nvGrpSpPr>
          <p:grpSpPr>
            <a:xfrm>
              <a:off x="10572463" y="3657790"/>
              <a:ext cx="438817" cy="746569"/>
              <a:chOff x="10572463" y="3657790"/>
              <a:chExt cx="438817" cy="746569"/>
            </a:xfrm>
          </p:grpSpPr>
          <p:sp>
            <p:nvSpPr>
              <p:cNvPr id="1471" name="Google Shape;1471;p57"/>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72" name="Google Shape;1472;p57"/>
              <p:cNvGrpSpPr/>
              <p:nvPr/>
            </p:nvGrpSpPr>
            <p:grpSpPr>
              <a:xfrm>
                <a:off x="10635138" y="3754469"/>
                <a:ext cx="313848" cy="288321"/>
                <a:chOff x="10635138" y="3754469"/>
                <a:chExt cx="313848" cy="288321"/>
              </a:xfrm>
            </p:grpSpPr>
            <p:sp>
              <p:nvSpPr>
                <p:cNvPr id="1473" name="Google Shape;1473;p57"/>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4" name="Google Shape;1474;p57"/>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5" name="Google Shape;1475;p57"/>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6" name="Google Shape;1476;p57"/>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7" name="Google Shape;1477;p57"/>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8" name="Google Shape;1478;p57"/>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79" name="Google Shape;1479;p57"/>
              <p:cNvGrpSpPr/>
              <p:nvPr/>
            </p:nvGrpSpPr>
            <p:grpSpPr>
              <a:xfrm>
                <a:off x="10635138" y="4128801"/>
                <a:ext cx="313848" cy="181547"/>
                <a:chOff x="10635138" y="4128801"/>
                <a:chExt cx="313848" cy="181547"/>
              </a:xfrm>
            </p:grpSpPr>
            <p:sp>
              <p:nvSpPr>
                <p:cNvPr id="1480" name="Google Shape;1480;p57"/>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1" name="Google Shape;1481;p57"/>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2" name="Google Shape;1482;p57"/>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3" name="Google Shape;1483;p57"/>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84" name="Google Shape;1484;p57"/>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485" name="Google Shape;1485;p57"/>
          <p:cNvSpPr/>
          <p:nvPr/>
        </p:nvSpPr>
        <p:spPr>
          <a:xfrm flipH="1" rot="-3657034">
            <a:off x="-1404232" y="-737971"/>
            <a:ext cx="2746020" cy="16278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6" name="Google Shape;1486;p57"/>
          <p:cNvGrpSpPr/>
          <p:nvPr/>
        </p:nvGrpSpPr>
        <p:grpSpPr>
          <a:xfrm>
            <a:off x="8114970" y="266839"/>
            <a:ext cx="829992" cy="750888"/>
            <a:chOff x="8114596" y="445039"/>
            <a:chExt cx="633002" cy="572716"/>
          </a:xfrm>
        </p:grpSpPr>
        <p:grpSp>
          <p:nvGrpSpPr>
            <p:cNvPr id="1487" name="Google Shape;1487;p57"/>
            <p:cNvGrpSpPr/>
            <p:nvPr/>
          </p:nvGrpSpPr>
          <p:grpSpPr>
            <a:xfrm>
              <a:off x="8114596" y="445039"/>
              <a:ext cx="633002" cy="572716"/>
              <a:chOff x="7189660" y="520827"/>
              <a:chExt cx="598074" cy="541115"/>
            </a:xfrm>
          </p:grpSpPr>
          <p:sp>
            <p:nvSpPr>
              <p:cNvPr id="1488" name="Google Shape;1488;p57"/>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89" name="Google Shape;1489;p57"/>
              <p:cNvGrpSpPr/>
              <p:nvPr/>
            </p:nvGrpSpPr>
            <p:grpSpPr>
              <a:xfrm>
                <a:off x="7579137" y="551973"/>
                <a:ext cx="164782" cy="41529"/>
                <a:chOff x="7579137" y="551973"/>
                <a:chExt cx="164782" cy="41529"/>
              </a:xfrm>
            </p:grpSpPr>
            <p:sp>
              <p:nvSpPr>
                <p:cNvPr id="1490" name="Google Shape;1490;p57"/>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1" name="Google Shape;1491;p57"/>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2" name="Google Shape;1492;p57"/>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493" name="Google Shape;1493;p57"/>
            <p:cNvGrpSpPr/>
            <p:nvPr/>
          </p:nvGrpSpPr>
          <p:grpSpPr>
            <a:xfrm>
              <a:off x="8184962" y="619646"/>
              <a:ext cx="498115" cy="257273"/>
              <a:chOff x="7256144" y="685800"/>
              <a:chExt cx="470630" cy="243077"/>
            </a:xfrm>
          </p:grpSpPr>
          <p:sp>
            <p:nvSpPr>
              <p:cNvPr id="1494" name="Google Shape;1494;p57"/>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95" name="Google Shape;1495;p57"/>
              <p:cNvGrpSpPr/>
              <p:nvPr/>
            </p:nvGrpSpPr>
            <p:grpSpPr>
              <a:xfrm>
                <a:off x="7512843" y="685800"/>
                <a:ext cx="213931" cy="243077"/>
                <a:chOff x="7512843" y="685800"/>
                <a:chExt cx="213931" cy="243077"/>
              </a:xfrm>
            </p:grpSpPr>
            <p:grpSp>
              <p:nvGrpSpPr>
                <p:cNvPr id="1496" name="Google Shape;1496;p57"/>
                <p:cNvGrpSpPr/>
                <p:nvPr/>
              </p:nvGrpSpPr>
              <p:grpSpPr>
                <a:xfrm>
                  <a:off x="7512843" y="836580"/>
                  <a:ext cx="213931" cy="92297"/>
                  <a:chOff x="7512843" y="836580"/>
                  <a:chExt cx="213931" cy="92297"/>
                </a:xfrm>
              </p:grpSpPr>
              <p:sp>
                <p:nvSpPr>
                  <p:cNvPr id="1497" name="Google Shape;1497;p57"/>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8" name="Google Shape;1498;p57"/>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99" name="Google Shape;1499;p57"/>
                <p:cNvGrpSpPr/>
                <p:nvPr/>
              </p:nvGrpSpPr>
              <p:grpSpPr>
                <a:xfrm>
                  <a:off x="7512843" y="761238"/>
                  <a:ext cx="213931" cy="92296"/>
                  <a:chOff x="7512843" y="761238"/>
                  <a:chExt cx="213931" cy="92296"/>
                </a:xfrm>
              </p:grpSpPr>
              <p:sp>
                <p:nvSpPr>
                  <p:cNvPr id="1500" name="Google Shape;1500;p57"/>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1" name="Google Shape;1501;p57"/>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02" name="Google Shape;1502;p57"/>
                <p:cNvGrpSpPr/>
                <p:nvPr/>
              </p:nvGrpSpPr>
              <p:grpSpPr>
                <a:xfrm>
                  <a:off x="7512843" y="685800"/>
                  <a:ext cx="213931" cy="92297"/>
                  <a:chOff x="7512843" y="685800"/>
                  <a:chExt cx="213931" cy="92297"/>
                </a:xfrm>
              </p:grpSpPr>
              <p:sp>
                <p:nvSpPr>
                  <p:cNvPr id="1503" name="Google Shape;1503;p57"/>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4" name="Google Shape;1504;p57"/>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1505" name="Shape 1505"/>
        <p:cNvGrpSpPr/>
        <p:nvPr/>
      </p:nvGrpSpPr>
      <p:grpSpPr>
        <a:xfrm>
          <a:off x="0" y="0"/>
          <a:ext cx="0" cy="0"/>
          <a:chOff x="0" y="0"/>
          <a:chExt cx="0" cy="0"/>
        </a:xfrm>
      </p:grpSpPr>
      <p:sp>
        <p:nvSpPr>
          <p:cNvPr id="1506" name="Google Shape;1506;p58"/>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1508" name="Google Shape;1508;p58"/>
          <p:cNvGrpSpPr/>
          <p:nvPr/>
        </p:nvGrpSpPr>
        <p:grpSpPr>
          <a:xfrm flipH="1">
            <a:off x="683048" y="4696520"/>
            <a:ext cx="325927" cy="404808"/>
            <a:chOff x="7385113" y="1535430"/>
            <a:chExt cx="435673" cy="541115"/>
          </a:xfrm>
        </p:grpSpPr>
        <p:sp>
          <p:nvSpPr>
            <p:cNvPr id="1509" name="Google Shape;1509;p58"/>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10" name="Google Shape;1510;p58"/>
            <p:cNvGrpSpPr/>
            <p:nvPr/>
          </p:nvGrpSpPr>
          <p:grpSpPr>
            <a:xfrm>
              <a:off x="7612094" y="1566576"/>
              <a:ext cx="164781" cy="41529"/>
              <a:chOff x="7612094" y="1566576"/>
              <a:chExt cx="164781" cy="41529"/>
            </a:xfrm>
          </p:grpSpPr>
          <p:sp>
            <p:nvSpPr>
              <p:cNvPr id="1511" name="Google Shape;1511;p58"/>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2" name="Google Shape;1512;p58"/>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3" name="Google Shape;1513;p58"/>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514" name="Google Shape;1514;p58"/>
          <p:cNvGrpSpPr/>
          <p:nvPr/>
        </p:nvGrpSpPr>
        <p:grpSpPr>
          <a:xfrm flipH="1">
            <a:off x="713902" y="4774546"/>
            <a:ext cx="268636" cy="280965"/>
            <a:chOff x="7420451" y="1639728"/>
            <a:chExt cx="359091" cy="375571"/>
          </a:xfrm>
        </p:grpSpPr>
        <p:sp>
          <p:nvSpPr>
            <p:cNvPr id="1515" name="Google Shape;1515;p58"/>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6" name="Google Shape;1516;p58"/>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17" name="Google Shape;1517;p58"/>
          <p:cNvGrpSpPr/>
          <p:nvPr/>
        </p:nvGrpSpPr>
        <p:grpSpPr>
          <a:xfrm flipH="1">
            <a:off x="96200" y="4469347"/>
            <a:ext cx="355444" cy="644072"/>
            <a:chOff x="1945386" y="5582316"/>
            <a:chExt cx="470725" cy="852963"/>
          </a:xfrm>
        </p:grpSpPr>
        <p:grpSp>
          <p:nvGrpSpPr>
            <p:cNvPr id="1518" name="Google Shape;1518;p58"/>
            <p:cNvGrpSpPr/>
            <p:nvPr/>
          </p:nvGrpSpPr>
          <p:grpSpPr>
            <a:xfrm>
              <a:off x="1945386" y="5582316"/>
              <a:ext cx="470725" cy="852963"/>
              <a:chOff x="1945386" y="5582316"/>
              <a:chExt cx="470725" cy="852963"/>
            </a:xfrm>
          </p:grpSpPr>
          <p:sp>
            <p:nvSpPr>
              <p:cNvPr id="1519" name="Google Shape;1519;p58"/>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0" name="Google Shape;1520;p58"/>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21" name="Google Shape;1521;p58"/>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22" name="Google Shape;1522;p58"/>
          <p:cNvGrpSpPr/>
          <p:nvPr/>
        </p:nvGrpSpPr>
        <p:grpSpPr>
          <a:xfrm>
            <a:off x="7975988" y="116167"/>
            <a:ext cx="1061979" cy="558999"/>
            <a:chOff x="3859815" y="2867310"/>
            <a:chExt cx="1262157" cy="664368"/>
          </a:xfrm>
        </p:grpSpPr>
        <p:sp>
          <p:nvSpPr>
            <p:cNvPr id="1523" name="Google Shape;1523;p58"/>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24" name="Google Shape;1524;p58"/>
            <p:cNvGrpSpPr/>
            <p:nvPr/>
          </p:nvGrpSpPr>
          <p:grpSpPr>
            <a:xfrm>
              <a:off x="4275677" y="3065525"/>
              <a:ext cx="334517" cy="380047"/>
              <a:chOff x="4275677" y="3065525"/>
              <a:chExt cx="334517" cy="380047"/>
            </a:xfrm>
          </p:grpSpPr>
          <p:grpSp>
            <p:nvGrpSpPr>
              <p:cNvPr id="1525" name="Google Shape;1525;p58"/>
              <p:cNvGrpSpPr/>
              <p:nvPr/>
            </p:nvGrpSpPr>
            <p:grpSpPr>
              <a:xfrm>
                <a:off x="4275677" y="3065525"/>
                <a:ext cx="334517" cy="380047"/>
                <a:chOff x="4275677" y="3065525"/>
                <a:chExt cx="334517" cy="380047"/>
              </a:xfrm>
            </p:grpSpPr>
            <p:grpSp>
              <p:nvGrpSpPr>
                <p:cNvPr id="1526" name="Google Shape;1526;p58"/>
                <p:cNvGrpSpPr/>
                <p:nvPr/>
              </p:nvGrpSpPr>
              <p:grpSpPr>
                <a:xfrm>
                  <a:off x="4275677" y="3301269"/>
                  <a:ext cx="334422" cy="144303"/>
                  <a:chOff x="4275677" y="3301269"/>
                  <a:chExt cx="334422" cy="144303"/>
                </a:xfrm>
              </p:grpSpPr>
              <p:sp>
                <p:nvSpPr>
                  <p:cNvPr id="1527" name="Google Shape;1527;p58"/>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8" name="Google Shape;1528;p58"/>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29" name="Google Shape;1529;p58"/>
                <p:cNvGrpSpPr/>
                <p:nvPr/>
              </p:nvGrpSpPr>
              <p:grpSpPr>
                <a:xfrm>
                  <a:off x="4275677" y="3183350"/>
                  <a:ext cx="334422" cy="144302"/>
                  <a:chOff x="4275677" y="3183350"/>
                  <a:chExt cx="334422" cy="144302"/>
                </a:xfrm>
              </p:grpSpPr>
              <p:sp>
                <p:nvSpPr>
                  <p:cNvPr id="1530" name="Google Shape;1530;p58"/>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1" name="Google Shape;1531;p58"/>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32" name="Google Shape;1532;p58"/>
                <p:cNvGrpSpPr/>
                <p:nvPr/>
              </p:nvGrpSpPr>
              <p:grpSpPr>
                <a:xfrm>
                  <a:off x="4275677" y="3065525"/>
                  <a:ext cx="334517" cy="144303"/>
                  <a:chOff x="4275677" y="3065525"/>
                  <a:chExt cx="334517" cy="144303"/>
                </a:xfrm>
              </p:grpSpPr>
              <p:sp>
                <p:nvSpPr>
                  <p:cNvPr id="1533" name="Google Shape;1533;p58"/>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4" name="Google Shape;1534;p58"/>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535" name="Google Shape;1535;p58"/>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6" name="Google Shape;1536;p58"/>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7" name="Google Shape;1537;p58"/>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538" name="Google Shape;1538;p58"/>
          <p:cNvGrpSpPr/>
          <p:nvPr/>
        </p:nvGrpSpPr>
        <p:grpSpPr>
          <a:xfrm flipH="1" rot="5400000">
            <a:off x="557972" y="4696603"/>
            <a:ext cx="16329" cy="218290"/>
            <a:chOff x="10809827" y="4402455"/>
            <a:chExt cx="24764" cy="330993"/>
          </a:xfrm>
        </p:grpSpPr>
        <p:sp>
          <p:nvSpPr>
            <p:cNvPr id="1539" name="Google Shape;1539;p58"/>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0" name="Google Shape;1540;p58"/>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1" name="Google Shape;1541;p58"/>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42" name="Google Shape;1542;p58"/>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8"/>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544" name="Shape 1544"/>
        <p:cNvGrpSpPr/>
        <p:nvPr/>
      </p:nvGrpSpPr>
      <p:grpSpPr>
        <a:xfrm>
          <a:off x="0" y="0"/>
          <a:ext cx="0" cy="0"/>
          <a:chOff x="0" y="0"/>
          <a:chExt cx="0" cy="0"/>
        </a:xfrm>
      </p:grpSpPr>
      <p:sp>
        <p:nvSpPr>
          <p:cNvPr id="1545" name="Google Shape;1545;p59"/>
          <p:cNvSpPr txBox="1"/>
          <p:nvPr>
            <p:ph type="title"/>
          </p:nvPr>
        </p:nvSpPr>
        <p:spPr>
          <a:xfrm>
            <a:off x="2347938" y="997200"/>
            <a:ext cx="4448100" cy="10587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sz="85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546" name="Google Shape;1546;p59"/>
          <p:cNvSpPr txBox="1"/>
          <p:nvPr>
            <p:ph idx="1" type="subTitle"/>
          </p:nvPr>
        </p:nvSpPr>
        <p:spPr>
          <a:xfrm>
            <a:off x="2347900" y="1841450"/>
            <a:ext cx="4448100" cy="105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547" name="Google Shape;1547;p59"/>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Open Sans"/>
                <a:ea typeface="Open Sans"/>
                <a:cs typeface="Open Sans"/>
                <a:sym typeface="Open Sans"/>
              </a:rPr>
              <a:t>CREDITS:</a:t>
            </a:r>
            <a:r>
              <a:rPr lang="en" sz="1200">
                <a:solidFill>
                  <a:schemeClr val="dk1"/>
                </a:solidFill>
                <a:latin typeface="Open Sans"/>
                <a:ea typeface="Open Sans"/>
                <a:cs typeface="Open Sans"/>
                <a:sym typeface="Open Sans"/>
              </a:rPr>
              <a:t> This presentation template was created by </a:t>
            </a:r>
            <a:r>
              <a:rPr b="1" lang="en" sz="1200" u="sng">
                <a:solidFill>
                  <a:schemeClr val="hlink"/>
                </a:solidFill>
                <a:latin typeface="Open Sans"/>
                <a:ea typeface="Open Sans"/>
                <a:cs typeface="Open Sans"/>
                <a:sym typeface="Open Sans"/>
                <a:hlinkClick r:id="rId2"/>
              </a:rPr>
              <a:t>Slidesgo</a:t>
            </a:r>
            <a:r>
              <a:rPr lang="en" sz="1200">
                <a:solidFill>
                  <a:schemeClr val="dk1"/>
                </a:solidFill>
                <a:latin typeface="Open Sans"/>
                <a:ea typeface="Open Sans"/>
                <a:cs typeface="Open Sans"/>
                <a:sym typeface="Open Sans"/>
              </a:rPr>
              <a:t>, and includes icons, infographics &amp; images by </a:t>
            </a:r>
            <a:r>
              <a:rPr b="1" lang="en" sz="1200" u="sng">
                <a:solidFill>
                  <a:schemeClr val="dk1"/>
                </a:solidFill>
                <a:latin typeface="Open Sans"/>
                <a:ea typeface="Open Sans"/>
                <a:cs typeface="Open Sans"/>
                <a:sym typeface="Open Sans"/>
                <a:hlinkClick r:id="rId3">
                  <a:extLst>
                    <a:ext uri="{A12FA001-AC4F-418D-AE19-62706E023703}">
                      <ahyp:hlinkClr val="tx"/>
                    </a:ext>
                  </a:extLst>
                </a:hlinkClick>
              </a:rPr>
              <a:t>Freepik</a:t>
            </a:r>
            <a:r>
              <a:rPr lang="en" sz="1200" u="sng">
                <a:solidFill>
                  <a:schemeClr val="dk1"/>
                </a:solidFill>
                <a:latin typeface="Open Sans"/>
                <a:ea typeface="Open Sans"/>
                <a:cs typeface="Open Sans"/>
                <a:sym typeface="Open Sans"/>
              </a:rPr>
              <a:t> </a:t>
            </a:r>
            <a:endParaRPr b="1" sz="1200" u="sng">
              <a:solidFill>
                <a:schemeClr val="dk1"/>
              </a:solidFill>
              <a:latin typeface="Open Sans"/>
              <a:ea typeface="Open Sans"/>
              <a:cs typeface="Open Sans"/>
              <a:sym typeface="Open Sans"/>
            </a:endParaRPr>
          </a:p>
        </p:txBody>
      </p:sp>
      <p:sp>
        <p:nvSpPr>
          <p:cNvPr id="1548" name="Google Shape;1548;p59"/>
          <p:cNvSpPr/>
          <p:nvPr/>
        </p:nvSpPr>
        <p:spPr>
          <a:xfrm flipH="1" rot="-2493044">
            <a:off x="-1086706" y="-570280"/>
            <a:ext cx="2902912" cy="23472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9"/>
          <p:cNvSpPr/>
          <p:nvPr/>
        </p:nvSpPr>
        <p:spPr>
          <a:xfrm flipH="1" rot="-5051288">
            <a:off x="7227752" y="3451481"/>
            <a:ext cx="2997828" cy="2576307"/>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9"/>
          <p:cNvSpPr/>
          <p:nvPr/>
        </p:nvSpPr>
        <p:spPr>
          <a:xfrm flipH="1" rot="460638">
            <a:off x="178423" y="3742788"/>
            <a:ext cx="1359611" cy="122255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9"/>
          <p:cNvSpPr/>
          <p:nvPr/>
        </p:nvSpPr>
        <p:spPr>
          <a:xfrm flipH="1" rot="460623">
            <a:off x="6683138" y="-2074210"/>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552" name="Shape 1552"/>
        <p:cNvGrpSpPr/>
        <p:nvPr/>
      </p:nvGrpSpPr>
      <p:grpSpPr>
        <a:xfrm>
          <a:off x="0" y="0"/>
          <a:ext cx="0" cy="0"/>
          <a:chOff x="0" y="0"/>
          <a:chExt cx="0" cy="0"/>
        </a:xfrm>
      </p:grpSpPr>
      <p:sp>
        <p:nvSpPr>
          <p:cNvPr id="1553" name="Google Shape;1553;p60"/>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0"/>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0"/>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0"/>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7" name="Google Shape;1557;p60"/>
          <p:cNvGrpSpPr/>
          <p:nvPr/>
        </p:nvGrpSpPr>
        <p:grpSpPr>
          <a:xfrm>
            <a:off x="7931872" y="177093"/>
            <a:ext cx="997823" cy="737095"/>
            <a:chOff x="7931872" y="177093"/>
            <a:chExt cx="997823" cy="737095"/>
          </a:xfrm>
        </p:grpSpPr>
        <p:grpSp>
          <p:nvGrpSpPr>
            <p:cNvPr id="1558" name="Google Shape;1558;p60"/>
            <p:cNvGrpSpPr/>
            <p:nvPr/>
          </p:nvGrpSpPr>
          <p:grpSpPr>
            <a:xfrm>
              <a:off x="7931872" y="177093"/>
              <a:ext cx="919725" cy="318025"/>
              <a:chOff x="7230903" y="4635722"/>
              <a:chExt cx="652843" cy="225742"/>
            </a:xfrm>
          </p:grpSpPr>
          <p:sp>
            <p:nvSpPr>
              <p:cNvPr id="1559" name="Google Shape;1559;p60"/>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0" name="Google Shape;1560;p60"/>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61" name="Google Shape;1561;p60"/>
              <p:cNvGrpSpPr/>
              <p:nvPr/>
            </p:nvGrpSpPr>
            <p:grpSpPr>
              <a:xfrm>
                <a:off x="7487126" y="4676394"/>
                <a:ext cx="332041" cy="142684"/>
                <a:chOff x="7487126" y="4676394"/>
                <a:chExt cx="332041" cy="142684"/>
              </a:xfrm>
            </p:grpSpPr>
            <p:sp>
              <p:nvSpPr>
                <p:cNvPr id="1562" name="Google Shape;1562;p60"/>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3" name="Google Shape;1563;p60"/>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4" name="Google Shape;1564;p60"/>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5" name="Google Shape;1565;p60"/>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566" name="Google Shape;1566;p60"/>
            <p:cNvGrpSpPr/>
            <p:nvPr/>
          </p:nvGrpSpPr>
          <p:grpSpPr>
            <a:xfrm>
              <a:off x="7931872" y="596163"/>
              <a:ext cx="919725" cy="318025"/>
              <a:chOff x="7230903" y="4933188"/>
              <a:chExt cx="652843" cy="225742"/>
            </a:xfrm>
          </p:grpSpPr>
          <p:grpSp>
            <p:nvGrpSpPr>
              <p:cNvPr id="1567" name="Google Shape;1567;p60"/>
              <p:cNvGrpSpPr/>
              <p:nvPr/>
            </p:nvGrpSpPr>
            <p:grpSpPr>
              <a:xfrm>
                <a:off x="7230903" y="4933188"/>
                <a:ext cx="652843" cy="225742"/>
                <a:chOff x="7230903" y="4933188"/>
                <a:chExt cx="652843" cy="225742"/>
              </a:xfrm>
            </p:grpSpPr>
            <p:sp>
              <p:nvSpPr>
                <p:cNvPr id="1568" name="Google Shape;1568;p60"/>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9" name="Google Shape;1569;p60"/>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70" name="Google Shape;1570;p60"/>
                <p:cNvGrpSpPr/>
                <p:nvPr/>
              </p:nvGrpSpPr>
              <p:grpSpPr>
                <a:xfrm>
                  <a:off x="7487126" y="4973859"/>
                  <a:ext cx="332041" cy="142684"/>
                  <a:chOff x="7487126" y="4973859"/>
                  <a:chExt cx="332041" cy="142684"/>
                </a:xfrm>
              </p:grpSpPr>
              <p:sp>
                <p:nvSpPr>
                  <p:cNvPr id="1571" name="Google Shape;1571;p60"/>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2" name="Google Shape;1572;p60"/>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3" name="Google Shape;1573;p60"/>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4" name="Google Shape;1574;p60"/>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575" name="Google Shape;1575;p60"/>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76" name="Google Shape;1576;p60"/>
            <p:cNvGrpSpPr/>
            <p:nvPr/>
          </p:nvGrpSpPr>
          <p:grpSpPr>
            <a:xfrm>
              <a:off x="8756326" y="539537"/>
              <a:ext cx="173370" cy="112691"/>
              <a:chOff x="7816120" y="4892994"/>
              <a:chExt cx="123062" cy="79991"/>
            </a:xfrm>
          </p:grpSpPr>
          <p:grpSp>
            <p:nvGrpSpPr>
              <p:cNvPr id="1577" name="Google Shape;1577;p60"/>
              <p:cNvGrpSpPr/>
              <p:nvPr/>
            </p:nvGrpSpPr>
            <p:grpSpPr>
              <a:xfrm>
                <a:off x="7816120" y="4902803"/>
                <a:ext cx="123062" cy="63817"/>
                <a:chOff x="7816120" y="4902803"/>
                <a:chExt cx="123062" cy="63817"/>
              </a:xfrm>
            </p:grpSpPr>
            <p:sp>
              <p:nvSpPr>
                <p:cNvPr id="1578" name="Google Shape;1578;p60"/>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9" name="Google Shape;1579;p60"/>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80" name="Google Shape;1580;p60"/>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1581" name="Shape 1581"/>
        <p:cNvGrpSpPr/>
        <p:nvPr/>
      </p:nvGrpSpPr>
      <p:grpSpPr>
        <a:xfrm>
          <a:off x="0" y="0"/>
          <a:ext cx="0" cy="0"/>
          <a:chOff x="0" y="0"/>
          <a:chExt cx="0" cy="0"/>
        </a:xfrm>
      </p:grpSpPr>
      <p:sp>
        <p:nvSpPr>
          <p:cNvPr id="1582" name="Google Shape;1582;p61"/>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1"/>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4" name="Google Shape;1584;p61"/>
          <p:cNvGrpSpPr/>
          <p:nvPr/>
        </p:nvGrpSpPr>
        <p:grpSpPr>
          <a:xfrm>
            <a:off x="65066" y="4373044"/>
            <a:ext cx="878158" cy="654532"/>
            <a:chOff x="1114425" y="4361211"/>
            <a:chExt cx="573023" cy="427101"/>
          </a:xfrm>
        </p:grpSpPr>
        <p:grpSp>
          <p:nvGrpSpPr>
            <p:cNvPr id="1585" name="Google Shape;1585;p61"/>
            <p:cNvGrpSpPr/>
            <p:nvPr/>
          </p:nvGrpSpPr>
          <p:grpSpPr>
            <a:xfrm>
              <a:off x="1114425" y="4361211"/>
              <a:ext cx="573023" cy="427101"/>
              <a:chOff x="1114425" y="4361211"/>
              <a:chExt cx="573023" cy="427101"/>
            </a:xfrm>
          </p:grpSpPr>
          <p:sp>
            <p:nvSpPr>
              <p:cNvPr id="1586" name="Google Shape;1586;p61"/>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7" name="Google Shape;1587;p61"/>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8" name="Google Shape;1588;p61"/>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89" name="Google Shape;1589;p61"/>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90" name="Google Shape;1590;p61"/>
          <p:cNvGrpSpPr/>
          <p:nvPr/>
        </p:nvGrpSpPr>
        <p:grpSpPr>
          <a:xfrm>
            <a:off x="8114970" y="266839"/>
            <a:ext cx="829992" cy="750888"/>
            <a:chOff x="8114596" y="445039"/>
            <a:chExt cx="633002" cy="572716"/>
          </a:xfrm>
        </p:grpSpPr>
        <p:grpSp>
          <p:nvGrpSpPr>
            <p:cNvPr id="1591" name="Google Shape;1591;p61"/>
            <p:cNvGrpSpPr/>
            <p:nvPr/>
          </p:nvGrpSpPr>
          <p:grpSpPr>
            <a:xfrm>
              <a:off x="8114596" y="445039"/>
              <a:ext cx="633002" cy="572716"/>
              <a:chOff x="7189660" y="520827"/>
              <a:chExt cx="598074" cy="541115"/>
            </a:xfrm>
          </p:grpSpPr>
          <p:sp>
            <p:nvSpPr>
              <p:cNvPr id="1592" name="Google Shape;1592;p61"/>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93" name="Google Shape;1593;p61"/>
              <p:cNvGrpSpPr/>
              <p:nvPr/>
            </p:nvGrpSpPr>
            <p:grpSpPr>
              <a:xfrm>
                <a:off x="7579137" y="551973"/>
                <a:ext cx="164782" cy="41529"/>
                <a:chOff x="7579137" y="551973"/>
                <a:chExt cx="164782" cy="41529"/>
              </a:xfrm>
            </p:grpSpPr>
            <p:sp>
              <p:nvSpPr>
                <p:cNvPr id="1594" name="Google Shape;1594;p61"/>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5" name="Google Shape;1595;p61"/>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6" name="Google Shape;1596;p61"/>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597" name="Google Shape;1597;p61"/>
            <p:cNvGrpSpPr/>
            <p:nvPr/>
          </p:nvGrpSpPr>
          <p:grpSpPr>
            <a:xfrm>
              <a:off x="8184962" y="619646"/>
              <a:ext cx="498115" cy="257273"/>
              <a:chOff x="7256144" y="685800"/>
              <a:chExt cx="470630" cy="243077"/>
            </a:xfrm>
          </p:grpSpPr>
          <p:sp>
            <p:nvSpPr>
              <p:cNvPr id="1598" name="Google Shape;1598;p61"/>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99" name="Google Shape;1599;p61"/>
              <p:cNvGrpSpPr/>
              <p:nvPr/>
            </p:nvGrpSpPr>
            <p:grpSpPr>
              <a:xfrm>
                <a:off x="7512843" y="685800"/>
                <a:ext cx="213931" cy="243077"/>
                <a:chOff x="7512843" y="685800"/>
                <a:chExt cx="213931" cy="243077"/>
              </a:xfrm>
            </p:grpSpPr>
            <p:grpSp>
              <p:nvGrpSpPr>
                <p:cNvPr id="1600" name="Google Shape;1600;p61"/>
                <p:cNvGrpSpPr/>
                <p:nvPr/>
              </p:nvGrpSpPr>
              <p:grpSpPr>
                <a:xfrm>
                  <a:off x="7512843" y="836580"/>
                  <a:ext cx="213931" cy="92297"/>
                  <a:chOff x="7512843" y="836580"/>
                  <a:chExt cx="213931" cy="92297"/>
                </a:xfrm>
              </p:grpSpPr>
              <p:sp>
                <p:nvSpPr>
                  <p:cNvPr id="1601" name="Google Shape;1601;p61"/>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2" name="Google Shape;1602;p61"/>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03" name="Google Shape;1603;p61"/>
                <p:cNvGrpSpPr/>
                <p:nvPr/>
              </p:nvGrpSpPr>
              <p:grpSpPr>
                <a:xfrm>
                  <a:off x="7512843" y="761238"/>
                  <a:ext cx="213931" cy="92296"/>
                  <a:chOff x="7512843" y="761238"/>
                  <a:chExt cx="213931" cy="92296"/>
                </a:xfrm>
              </p:grpSpPr>
              <p:sp>
                <p:nvSpPr>
                  <p:cNvPr id="1604" name="Google Shape;1604;p61"/>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5" name="Google Shape;1605;p61"/>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06" name="Google Shape;1606;p61"/>
                <p:cNvGrpSpPr/>
                <p:nvPr/>
              </p:nvGrpSpPr>
              <p:grpSpPr>
                <a:xfrm>
                  <a:off x="7512843" y="685800"/>
                  <a:ext cx="213931" cy="92297"/>
                  <a:chOff x="7512843" y="685800"/>
                  <a:chExt cx="213931" cy="92297"/>
                </a:xfrm>
              </p:grpSpPr>
              <p:sp>
                <p:nvSpPr>
                  <p:cNvPr id="1607" name="Google Shape;1607;p61"/>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8" name="Google Shape;1608;p61"/>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1612" name="Shape 1612"/>
        <p:cNvGrpSpPr/>
        <p:nvPr/>
      </p:nvGrpSpPr>
      <p:grpSpPr>
        <a:xfrm>
          <a:off x="0" y="0"/>
          <a:ext cx="0" cy="0"/>
          <a:chOff x="0" y="0"/>
          <a:chExt cx="0" cy="0"/>
        </a:xfrm>
      </p:grpSpPr>
      <p:sp>
        <p:nvSpPr>
          <p:cNvPr id="1613" name="Google Shape;1613;p63"/>
          <p:cNvSpPr txBox="1"/>
          <p:nvPr>
            <p:ph type="ctrTitle"/>
          </p:nvPr>
        </p:nvSpPr>
        <p:spPr>
          <a:xfrm>
            <a:off x="713225" y="1144500"/>
            <a:ext cx="4112100" cy="23787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5000">
                <a:latin typeface="Epilogue"/>
                <a:ea typeface="Epilogue"/>
                <a:cs typeface="Epilogue"/>
                <a:sym typeface="Epilogu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614" name="Google Shape;1614;p63"/>
          <p:cNvSpPr txBox="1"/>
          <p:nvPr>
            <p:ph idx="1" type="subTitle"/>
          </p:nvPr>
        </p:nvSpPr>
        <p:spPr>
          <a:xfrm>
            <a:off x="713225" y="3523200"/>
            <a:ext cx="41121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latin typeface="Lato"/>
                <a:ea typeface="Lato"/>
                <a:cs typeface="Lato"/>
                <a:sym typeface="La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615" name="Google Shape;1615;p63"/>
          <p:cNvSpPr/>
          <p:nvPr/>
        </p:nvSpPr>
        <p:spPr>
          <a:xfrm rot="10800000">
            <a:off x="-1604593" y="-845132"/>
            <a:ext cx="3281418" cy="21328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3"/>
          <p:cNvSpPr/>
          <p:nvPr/>
        </p:nvSpPr>
        <p:spPr>
          <a:xfrm flipH="1" rot="-9899992">
            <a:off x="-1515196" y="4121356"/>
            <a:ext cx="3953580" cy="192177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617" name="Shape 1617"/>
        <p:cNvGrpSpPr/>
        <p:nvPr/>
      </p:nvGrpSpPr>
      <p:grpSpPr>
        <a:xfrm>
          <a:off x="0" y="0"/>
          <a:ext cx="0" cy="0"/>
          <a:chOff x="0" y="0"/>
          <a:chExt cx="0" cy="0"/>
        </a:xfrm>
      </p:grpSpPr>
      <p:sp>
        <p:nvSpPr>
          <p:cNvPr id="1618" name="Google Shape;1618;p64"/>
          <p:cNvSpPr txBox="1"/>
          <p:nvPr>
            <p:ph type="title"/>
          </p:nvPr>
        </p:nvSpPr>
        <p:spPr>
          <a:xfrm>
            <a:off x="4047175" y="2571975"/>
            <a:ext cx="43836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619" name="Google Shape;1619;p64"/>
          <p:cNvSpPr txBox="1"/>
          <p:nvPr>
            <p:ph hasCustomPrompt="1" idx="2" type="title"/>
          </p:nvPr>
        </p:nvSpPr>
        <p:spPr>
          <a:xfrm>
            <a:off x="4047175" y="1321975"/>
            <a:ext cx="1235700" cy="841800"/>
          </a:xfrm>
          <a:prstGeom prst="rect">
            <a:avLst/>
          </a:prstGeom>
          <a:noFill/>
        </p:spPr>
        <p:txBody>
          <a:bodyPr anchorCtr="0" anchor="b"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620" name="Google Shape;1620;p64"/>
          <p:cNvSpPr/>
          <p:nvPr>
            <p:ph idx="3" type="pic"/>
          </p:nvPr>
        </p:nvSpPr>
        <p:spPr>
          <a:xfrm>
            <a:off x="484625" y="1076550"/>
            <a:ext cx="2990400" cy="2990400"/>
          </a:xfrm>
          <a:prstGeom prst="roundRect">
            <a:avLst>
              <a:gd fmla="val 16667" name="adj"/>
            </a:avLst>
          </a:prstGeom>
          <a:noFill/>
          <a:ln>
            <a:noFill/>
          </a:ln>
        </p:spPr>
      </p:sp>
      <p:sp>
        <p:nvSpPr>
          <p:cNvPr id="1621" name="Google Shape;1621;p64"/>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4"/>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4"/>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24" name="Shape 1624"/>
        <p:cNvGrpSpPr/>
        <p:nvPr/>
      </p:nvGrpSpPr>
      <p:grpSpPr>
        <a:xfrm>
          <a:off x="0" y="0"/>
          <a:ext cx="0" cy="0"/>
          <a:chOff x="0" y="0"/>
          <a:chExt cx="0" cy="0"/>
        </a:xfrm>
      </p:grpSpPr>
      <p:sp>
        <p:nvSpPr>
          <p:cNvPr id="1625" name="Google Shape;1625;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626" name="Google Shape;1626;p65"/>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1627" name="Google Shape;1627;p65"/>
          <p:cNvSpPr/>
          <p:nvPr/>
        </p:nvSpPr>
        <p:spPr>
          <a:xfrm flipH="1" rot="-4014673">
            <a:off x="-1798429" y="-1029372"/>
            <a:ext cx="3158476" cy="250963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5"/>
          <p:cNvSpPr/>
          <p:nvPr/>
        </p:nvSpPr>
        <p:spPr>
          <a:xfrm flipH="1">
            <a:off x="8355841" y="2667287"/>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29" name="Google Shape;1629;p65"/>
          <p:cNvGrpSpPr/>
          <p:nvPr/>
        </p:nvGrpSpPr>
        <p:grpSpPr>
          <a:xfrm flipH="1">
            <a:off x="8380540" y="1729933"/>
            <a:ext cx="668783" cy="959747"/>
            <a:chOff x="10519314" y="4728596"/>
            <a:chExt cx="751780" cy="1078731"/>
          </a:xfrm>
        </p:grpSpPr>
        <p:grpSp>
          <p:nvGrpSpPr>
            <p:cNvPr id="1630" name="Google Shape;1630;p65"/>
            <p:cNvGrpSpPr/>
            <p:nvPr/>
          </p:nvGrpSpPr>
          <p:grpSpPr>
            <a:xfrm>
              <a:off x="10519314" y="4728596"/>
              <a:ext cx="626662" cy="1078731"/>
              <a:chOff x="10519314" y="4728596"/>
              <a:chExt cx="626662" cy="1078731"/>
            </a:xfrm>
          </p:grpSpPr>
          <p:grpSp>
            <p:nvGrpSpPr>
              <p:cNvPr id="1631" name="Google Shape;1631;p65"/>
              <p:cNvGrpSpPr/>
              <p:nvPr/>
            </p:nvGrpSpPr>
            <p:grpSpPr>
              <a:xfrm>
                <a:off x="10903220" y="4888205"/>
                <a:ext cx="242756" cy="919122"/>
                <a:chOff x="10903220" y="4888205"/>
                <a:chExt cx="242756" cy="919122"/>
              </a:xfrm>
            </p:grpSpPr>
            <p:sp>
              <p:nvSpPr>
                <p:cNvPr id="1632" name="Google Shape;1632;p65"/>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3" name="Google Shape;1633;p65"/>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4" name="Google Shape;1634;p65"/>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35" name="Google Shape;1635;p65"/>
                <p:cNvGrpSpPr/>
                <p:nvPr/>
              </p:nvGrpSpPr>
              <p:grpSpPr>
                <a:xfrm>
                  <a:off x="11014221" y="5588618"/>
                  <a:ext cx="100021" cy="114784"/>
                  <a:chOff x="11014221" y="5588618"/>
                  <a:chExt cx="100021" cy="114784"/>
                </a:xfrm>
              </p:grpSpPr>
              <p:sp>
                <p:nvSpPr>
                  <p:cNvPr id="1636" name="Google Shape;1636;p65"/>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7" name="Google Shape;1637;p65"/>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8" name="Google Shape;1638;p65"/>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9" name="Google Shape;1639;p65"/>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640" name="Google Shape;1640;p65"/>
              <p:cNvGrpSpPr/>
              <p:nvPr/>
            </p:nvGrpSpPr>
            <p:grpSpPr>
              <a:xfrm>
                <a:off x="10718623" y="4728596"/>
                <a:ext cx="229169" cy="1075979"/>
                <a:chOff x="10718623" y="4728596"/>
                <a:chExt cx="229169" cy="1075979"/>
              </a:xfrm>
            </p:grpSpPr>
            <p:sp>
              <p:nvSpPr>
                <p:cNvPr id="1641" name="Google Shape;1641;p65"/>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2" name="Google Shape;1642;p65"/>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43" name="Google Shape;1643;p65"/>
                <p:cNvGrpSpPr/>
                <p:nvPr/>
              </p:nvGrpSpPr>
              <p:grpSpPr>
                <a:xfrm>
                  <a:off x="10765015" y="5040134"/>
                  <a:ext cx="116314" cy="49775"/>
                  <a:chOff x="10765015" y="5040134"/>
                  <a:chExt cx="116314" cy="49775"/>
                </a:xfrm>
              </p:grpSpPr>
              <p:sp>
                <p:nvSpPr>
                  <p:cNvPr id="1644" name="Google Shape;1644;p65"/>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5" name="Google Shape;1645;p65"/>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46" name="Google Shape;1646;p65"/>
                <p:cNvGrpSpPr/>
                <p:nvPr/>
              </p:nvGrpSpPr>
              <p:grpSpPr>
                <a:xfrm>
                  <a:off x="10784825" y="5436314"/>
                  <a:ext cx="116414" cy="49961"/>
                  <a:chOff x="10784825" y="5436314"/>
                  <a:chExt cx="116414" cy="49961"/>
                </a:xfrm>
              </p:grpSpPr>
              <p:sp>
                <p:nvSpPr>
                  <p:cNvPr id="1647" name="Google Shape;1647;p65"/>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8" name="Google Shape;1648;p65"/>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649" name="Google Shape;1649;p65"/>
              <p:cNvGrpSpPr/>
              <p:nvPr/>
            </p:nvGrpSpPr>
            <p:grpSpPr>
              <a:xfrm>
                <a:off x="10519314" y="4813458"/>
                <a:ext cx="202120" cy="992123"/>
                <a:chOff x="10519314" y="4813458"/>
                <a:chExt cx="202120" cy="992123"/>
              </a:xfrm>
            </p:grpSpPr>
            <p:sp>
              <p:nvSpPr>
                <p:cNvPr id="1650" name="Google Shape;1650;p65"/>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1" name="Google Shape;1651;p65"/>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52" name="Google Shape;1652;p65"/>
                <p:cNvGrpSpPr/>
                <p:nvPr/>
              </p:nvGrpSpPr>
              <p:grpSpPr>
                <a:xfrm>
                  <a:off x="10556176" y="5465730"/>
                  <a:ext cx="128397" cy="44196"/>
                  <a:chOff x="10556176" y="5465730"/>
                  <a:chExt cx="128397" cy="44196"/>
                </a:xfrm>
              </p:grpSpPr>
              <p:sp>
                <p:nvSpPr>
                  <p:cNvPr id="1653" name="Google Shape;1653;p65"/>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4" name="Google Shape;1654;p65"/>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55" name="Google Shape;1655;p65"/>
                <p:cNvGrpSpPr/>
                <p:nvPr/>
              </p:nvGrpSpPr>
              <p:grpSpPr>
                <a:xfrm>
                  <a:off x="10556176" y="5689187"/>
                  <a:ext cx="128397" cy="44196"/>
                  <a:chOff x="10556176" y="5689187"/>
                  <a:chExt cx="128397" cy="44196"/>
                </a:xfrm>
              </p:grpSpPr>
              <p:sp>
                <p:nvSpPr>
                  <p:cNvPr id="1656" name="Google Shape;1656;p65"/>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7" name="Google Shape;1657;p65"/>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658" name="Google Shape;1658;p65"/>
            <p:cNvGrpSpPr/>
            <p:nvPr/>
          </p:nvGrpSpPr>
          <p:grpSpPr>
            <a:xfrm>
              <a:off x="11058042" y="5088325"/>
              <a:ext cx="213052" cy="717953"/>
              <a:chOff x="11058042" y="5088325"/>
              <a:chExt cx="213052" cy="717953"/>
            </a:xfrm>
          </p:grpSpPr>
          <p:sp>
            <p:nvSpPr>
              <p:cNvPr id="1659" name="Google Shape;1659;p65"/>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0" name="Google Shape;1660;p65"/>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661" name="Google Shape;1661;p65"/>
          <p:cNvGrpSpPr/>
          <p:nvPr/>
        </p:nvGrpSpPr>
        <p:grpSpPr>
          <a:xfrm flipH="1">
            <a:off x="8485925" y="662239"/>
            <a:ext cx="516117" cy="779220"/>
            <a:chOff x="10572463" y="3528536"/>
            <a:chExt cx="580168" cy="875823"/>
          </a:xfrm>
        </p:grpSpPr>
        <p:grpSp>
          <p:nvGrpSpPr>
            <p:cNvPr id="1662" name="Google Shape;1662;p65"/>
            <p:cNvGrpSpPr/>
            <p:nvPr/>
          </p:nvGrpSpPr>
          <p:grpSpPr>
            <a:xfrm>
              <a:off x="10713815" y="3528536"/>
              <a:ext cx="438816" cy="746664"/>
              <a:chOff x="10713815" y="3528536"/>
              <a:chExt cx="438816" cy="746664"/>
            </a:xfrm>
          </p:grpSpPr>
          <p:sp>
            <p:nvSpPr>
              <p:cNvPr id="1663" name="Google Shape;1663;p65"/>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64" name="Google Shape;1664;p65"/>
              <p:cNvGrpSpPr/>
              <p:nvPr/>
            </p:nvGrpSpPr>
            <p:grpSpPr>
              <a:xfrm>
                <a:off x="10776489" y="3625310"/>
                <a:ext cx="313848" cy="288226"/>
                <a:chOff x="10776489" y="3625310"/>
                <a:chExt cx="313848" cy="288226"/>
              </a:xfrm>
            </p:grpSpPr>
            <p:sp>
              <p:nvSpPr>
                <p:cNvPr id="1665" name="Google Shape;1665;p65"/>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6" name="Google Shape;1666;p65"/>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7" name="Google Shape;1667;p65"/>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8" name="Google Shape;1668;p65"/>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9" name="Google Shape;1669;p65"/>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0" name="Google Shape;1670;p65"/>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71" name="Google Shape;1671;p65"/>
              <p:cNvGrpSpPr/>
              <p:nvPr/>
            </p:nvGrpSpPr>
            <p:grpSpPr>
              <a:xfrm>
                <a:off x="10776489" y="3999547"/>
                <a:ext cx="313848" cy="181546"/>
                <a:chOff x="10776489" y="3999547"/>
                <a:chExt cx="313848" cy="181546"/>
              </a:xfrm>
            </p:grpSpPr>
            <p:sp>
              <p:nvSpPr>
                <p:cNvPr id="1672" name="Google Shape;1672;p65"/>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3" name="Google Shape;1673;p65"/>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4" name="Google Shape;1674;p65"/>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5" name="Google Shape;1675;p65"/>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76" name="Google Shape;1676;p65"/>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77" name="Google Shape;1677;p65"/>
            <p:cNvGrpSpPr/>
            <p:nvPr/>
          </p:nvGrpSpPr>
          <p:grpSpPr>
            <a:xfrm>
              <a:off x="10572463" y="3657790"/>
              <a:ext cx="438817" cy="746569"/>
              <a:chOff x="10572463" y="3657790"/>
              <a:chExt cx="438817" cy="746569"/>
            </a:xfrm>
          </p:grpSpPr>
          <p:sp>
            <p:nvSpPr>
              <p:cNvPr id="1678" name="Google Shape;1678;p65"/>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79" name="Google Shape;1679;p65"/>
              <p:cNvGrpSpPr/>
              <p:nvPr/>
            </p:nvGrpSpPr>
            <p:grpSpPr>
              <a:xfrm>
                <a:off x="10635138" y="3754469"/>
                <a:ext cx="313848" cy="288321"/>
                <a:chOff x="10635138" y="3754469"/>
                <a:chExt cx="313848" cy="288321"/>
              </a:xfrm>
            </p:grpSpPr>
            <p:sp>
              <p:nvSpPr>
                <p:cNvPr id="1680" name="Google Shape;1680;p65"/>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1" name="Google Shape;1681;p65"/>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2" name="Google Shape;1682;p65"/>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3" name="Google Shape;1683;p65"/>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4" name="Google Shape;1684;p65"/>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5" name="Google Shape;1685;p65"/>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86" name="Google Shape;1686;p65"/>
              <p:cNvGrpSpPr/>
              <p:nvPr/>
            </p:nvGrpSpPr>
            <p:grpSpPr>
              <a:xfrm>
                <a:off x="10635138" y="4128801"/>
                <a:ext cx="313848" cy="181547"/>
                <a:chOff x="10635138" y="4128801"/>
                <a:chExt cx="313848" cy="181547"/>
              </a:xfrm>
            </p:grpSpPr>
            <p:sp>
              <p:nvSpPr>
                <p:cNvPr id="1687" name="Google Shape;1687;p65"/>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8" name="Google Shape;1688;p65"/>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9" name="Google Shape;1689;p65"/>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0" name="Google Shape;1690;p65"/>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91" name="Google Shape;1691;p65"/>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692" name="Google Shape;1692;p65"/>
          <p:cNvGrpSpPr/>
          <p:nvPr/>
        </p:nvGrpSpPr>
        <p:grpSpPr>
          <a:xfrm flipH="1">
            <a:off x="8768853" y="1439765"/>
            <a:ext cx="22030" cy="294484"/>
            <a:chOff x="10809827" y="4402455"/>
            <a:chExt cx="24764" cy="330993"/>
          </a:xfrm>
        </p:grpSpPr>
        <p:sp>
          <p:nvSpPr>
            <p:cNvPr id="1693" name="Google Shape;1693;p65"/>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4" name="Google Shape;1694;p65"/>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5" name="Google Shape;1695;p65"/>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96" name="Google Shape;1696;p65"/>
          <p:cNvSpPr/>
          <p:nvPr/>
        </p:nvSpPr>
        <p:spPr>
          <a:xfrm flipH="1" rot="8662747">
            <a:off x="7370974" y="4168319"/>
            <a:ext cx="2746019" cy="19216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7" name="Google Shape;1697;p65"/>
          <p:cNvGrpSpPr/>
          <p:nvPr/>
        </p:nvGrpSpPr>
        <p:grpSpPr>
          <a:xfrm flipH="1">
            <a:off x="122956" y="4228558"/>
            <a:ext cx="829992" cy="750888"/>
            <a:chOff x="8114596" y="445039"/>
            <a:chExt cx="633002" cy="572716"/>
          </a:xfrm>
        </p:grpSpPr>
        <p:grpSp>
          <p:nvGrpSpPr>
            <p:cNvPr id="1698" name="Google Shape;1698;p65"/>
            <p:cNvGrpSpPr/>
            <p:nvPr/>
          </p:nvGrpSpPr>
          <p:grpSpPr>
            <a:xfrm>
              <a:off x="8114596" y="445039"/>
              <a:ext cx="633002" cy="572716"/>
              <a:chOff x="7189660" y="520827"/>
              <a:chExt cx="598074" cy="541115"/>
            </a:xfrm>
          </p:grpSpPr>
          <p:sp>
            <p:nvSpPr>
              <p:cNvPr id="1699" name="Google Shape;1699;p65"/>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00" name="Google Shape;1700;p65"/>
              <p:cNvGrpSpPr/>
              <p:nvPr/>
            </p:nvGrpSpPr>
            <p:grpSpPr>
              <a:xfrm>
                <a:off x="7579137" y="551973"/>
                <a:ext cx="164782" cy="41529"/>
                <a:chOff x="7579137" y="551973"/>
                <a:chExt cx="164782" cy="41529"/>
              </a:xfrm>
            </p:grpSpPr>
            <p:sp>
              <p:nvSpPr>
                <p:cNvPr id="1701" name="Google Shape;1701;p65"/>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2" name="Google Shape;1702;p65"/>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3" name="Google Shape;1703;p65"/>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704" name="Google Shape;1704;p65"/>
            <p:cNvGrpSpPr/>
            <p:nvPr/>
          </p:nvGrpSpPr>
          <p:grpSpPr>
            <a:xfrm>
              <a:off x="8184962" y="619646"/>
              <a:ext cx="498115" cy="257273"/>
              <a:chOff x="7256144" y="685800"/>
              <a:chExt cx="470630" cy="243077"/>
            </a:xfrm>
          </p:grpSpPr>
          <p:sp>
            <p:nvSpPr>
              <p:cNvPr id="1705" name="Google Shape;1705;p65"/>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06" name="Google Shape;1706;p65"/>
              <p:cNvGrpSpPr/>
              <p:nvPr/>
            </p:nvGrpSpPr>
            <p:grpSpPr>
              <a:xfrm>
                <a:off x="7512843" y="685800"/>
                <a:ext cx="213931" cy="243077"/>
                <a:chOff x="7512843" y="685800"/>
                <a:chExt cx="213931" cy="243077"/>
              </a:xfrm>
            </p:grpSpPr>
            <p:grpSp>
              <p:nvGrpSpPr>
                <p:cNvPr id="1707" name="Google Shape;1707;p65"/>
                <p:cNvGrpSpPr/>
                <p:nvPr/>
              </p:nvGrpSpPr>
              <p:grpSpPr>
                <a:xfrm>
                  <a:off x="7512843" y="836580"/>
                  <a:ext cx="213931" cy="92297"/>
                  <a:chOff x="7512843" y="836580"/>
                  <a:chExt cx="213931" cy="92297"/>
                </a:xfrm>
              </p:grpSpPr>
              <p:sp>
                <p:nvSpPr>
                  <p:cNvPr id="1708" name="Google Shape;1708;p65"/>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9" name="Google Shape;1709;p65"/>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10" name="Google Shape;1710;p65"/>
                <p:cNvGrpSpPr/>
                <p:nvPr/>
              </p:nvGrpSpPr>
              <p:grpSpPr>
                <a:xfrm>
                  <a:off x="7512843" y="761238"/>
                  <a:ext cx="213931" cy="92296"/>
                  <a:chOff x="7512843" y="761238"/>
                  <a:chExt cx="213931" cy="92296"/>
                </a:xfrm>
              </p:grpSpPr>
              <p:sp>
                <p:nvSpPr>
                  <p:cNvPr id="1711" name="Google Shape;1711;p65"/>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2" name="Google Shape;1712;p65"/>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13" name="Google Shape;1713;p65"/>
                <p:cNvGrpSpPr/>
                <p:nvPr/>
              </p:nvGrpSpPr>
              <p:grpSpPr>
                <a:xfrm>
                  <a:off x="7512843" y="685800"/>
                  <a:ext cx="213931" cy="92297"/>
                  <a:chOff x="7512843" y="685800"/>
                  <a:chExt cx="213931" cy="92297"/>
                </a:xfrm>
              </p:grpSpPr>
              <p:sp>
                <p:nvSpPr>
                  <p:cNvPr id="1714" name="Google Shape;1714;p65"/>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5" name="Google Shape;1715;p65"/>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716" name="Shape 1716"/>
        <p:cNvGrpSpPr/>
        <p:nvPr/>
      </p:nvGrpSpPr>
      <p:grpSpPr>
        <a:xfrm>
          <a:off x="0" y="0"/>
          <a:ext cx="0" cy="0"/>
          <a:chOff x="0" y="0"/>
          <a:chExt cx="0" cy="0"/>
        </a:xfrm>
      </p:grpSpPr>
      <p:sp>
        <p:nvSpPr>
          <p:cNvPr id="1717" name="Google Shape;1717;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718" name="Google Shape;1718;p66"/>
          <p:cNvSpPr txBox="1"/>
          <p:nvPr>
            <p:ph idx="1" type="subTitle"/>
          </p:nvPr>
        </p:nvSpPr>
        <p:spPr>
          <a:xfrm>
            <a:off x="4679150"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719" name="Google Shape;1719;p66"/>
          <p:cNvSpPr txBox="1"/>
          <p:nvPr>
            <p:ph idx="2" type="subTitle"/>
          </p:nvPr>
        </p:nvSpPr>
        <p:spPr>
          <a:xfrm>
            <a:off x="1080525"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720" name="Google Shape;1720;p66"/>
          <p:cNvSpPr txBox="1"/>
          <p:nvPr>
            <p:ph idx="3" type="subTitle"/>
          </p:nvPr>
        </p:nvSpPr>
        <p:spPr>
          <a:xfrm>
            <a:off x="1080536"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21" name="Google Shape;1721;p66"/>
          <p:cNvSpPr txBox="1"/>
          <p:nvPr>
            <p:ph idx="4" type="subTitle"/>
          </p:nvPr>
        </p:nvSpPr>
        <p:spPr>
          <a:xfrm>
            <a:off x="4679164"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22" name="Google Shape;1722;p66"/>
          <p:cNvSpPr/>
          <p:nvPr/>
        </p:nvSpPr>
        <p:spPr>
          <a:xfrm rot="5551952">
            <a:off x="-721531" y="4084618"/>
            <a:ext cx="2053998" cy="17652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6"/>
          <p:cNvSpPr/>
          <p:nvPr/>
        </p:nvSpPr>
        <p:spPr>
          <a:xfrm rot="-460685">
            <a:off x="-850641" y="-888875"/>
            <a:ext cx="2082611" cy="168399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6"/>
          <p:cNvSpPr/>
          <p:nvPr/>
        </p:nvSpPr>
        <p:spPr>
          <a:xfrm rot="3259731">
            <a:off x="7063135" y="-804478"/>
            <a:ext cx="3168421" cy="25619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725" name="Shape 1725"/>
        <p:cNvGrpSpPr/>
        <p:nvPr/>
      </p:nvGrpSpPr>
      <p:grpSpPr>
        <a:xfrm>
          <a:off x="0" y="0"/>
          <a:ext cx="0" cy="0"/>
          <a:chOff x="0" y="0"/>
          <a:chExt cx="0" cy="0"/>
        </a:xfrm>
      </p:grpSpPr>
      <p:sp>
        <p:nvSpPr>
          <p:cNvPr id="1726" name="Google Shape;1726;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727" name="Google Shape;1727;p67"/>
          <p:cNvSpPr/>
          <p:nvPr/>
        </p:nvSpPr>
        <p:spPr>
          <a:xfrm rot="-9076707">
            <a:off x="85462" y="-755109"/>
            <a:ext cx="1683799" cy="1313891"/>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8" name="Google Shape;1728;p67"/>
          <p:cNvGrpSpPr/>
          <p:nvPr/>
        </p:nvGrpSpPr>
        <p:grpSpPr>
          <a:xfrm>
            <a:off x="6779278" y="192982"/>
            <a:ext cx="2107998" cy="297419"/>
            <a:chOff x="6108096" y="3265836"/>
            <a:chExt cx="1633727" cy="230504"/>
          </a:xfrm>
        </p:grpSpPr>
        <p:sp>
          <p:nvSpPr>
            <p:cNvPr id="1729" name="Google Shape;1729;p67"/>
            <p:cNvSpPr/>
            <p:nvPr/>
          </p:nvSpPr>
          <p:spPr>
            <a:xfrm>
              <a:off x="6108096" y="3265836"/>
              <a:ext cx="1633727" cy="230504"/>
            </a:xfrm>
            <a:custGeom>
              <a:rect b="b" l="l" r="r" t="t"/>
              <a:pathLst>
                <a:path extrusionOk="0" h="230504" w="1633727">
                  <a:moveTo>
                    <a:pt x="1518476" y="0"/>
                  </a:moveTo>
                  <a:cubicBezTo>
                    <a:pt x="1582128" y="0"/>
                    <a:pt x="1633728" y="51600"/>
                    <a:pt x="1633728" y="115253"/>
                  </a:cubicBezTo>
                  <a:lnTo>
                    <a:pt x="1633728" y="115253"/>
                  </a:lnTo>
                  <a:cubicBezTo>
                    <a:pt x="1633728" y="178905"/>
                    <a:pt x="1582128" y="230505"/>
                    <a:pt x="1518476" y="230505"/>
                  </a:cubicBezTo>
                  <a:lnTo>
                    <a:pt x="115252" y="230505"/>
                  </a:lnTo>
                  <a:cubicBezTo>
                    <a:pt x="51601" y="230505"/>
                    <a:pt x="0" y="178905"/>
                    <a:pt x="0" y="115253"/>
                  </a:cubicBezTo>
                  <a:lnTo>
                    <a:pt x="0" y="115253"/>
                  </a:lnTo>
                  <a:cubicBezTo>
                    <a:pt x="0" y="51600"/>
                    <a:pt x="51601" y="0"/>
                    <a:pt x="115252"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0" name="Google Shape;1730;p67"/>
            <p:cNvSpPr/>
            <p:nvPr/>
          </p:nvSpPr>
          <p:spPr>
            <a:xfrm>
              <a:off x="7528381" y="3292292"/>
              <a:ext cx="166485" cy="165854"/>
            </a:xfrm>
            <a:custGeom>
              <a:rect b="b" l="l" r="r" t="t"/>
              <a:pathLst>
                <a:path extrusionOk="0" h="165854" w="166485">
                  <a:moveTo>
                    <a:pt x="161532" y="137469"/>
                  </a:moveTo>
                  <a:lnTo>
                    <a:pt x="120003" y="95941"/>
                  </a:lnTo>
                  <a:lnTo>
                    <a:pt x="113336" y="102608"/>
                  </a:lnTo>
                  <a:lnTo>
                    <a:pt x="105811" y="95083"/>
                  </a:lnTo>
                  <a:cubicBezTo>
                    <a:pt x="123622" y="71842"/>
                    <a:pt x="122194" y="38600"/>
                    <a:pt x="100953" y="17359"/>
                  </a:cubicBezTo>
                  <a:cubicBezTo>
                    <a:pt x="77807" y="-5786"/>
                    <a:pt x="40374" y="-5786"/>
                    <a:pt x="17324" y="17359"/>
                  </a:cubicBezTo>
                  <a:cubicBezTo>
                    <a:pt x="-5727" y="40505"/>
                    <a:pt x="-5822" y="77938"/>
                    <a:pt x="17324" y="100989"/>
                  </a:cubicBezTo>
                  <a:cubicBezTo>
                    <a:pt x="38850" y="122515"/>
                    <a:pt x="72568" y="123754"/>
                    <a:pt x="95809" y="105275"/>
                  </a:cubicBezTo>
                  <a:lnTo>
                    <a:pt x="103334" y="112800"/>
                  </a:lnTo>
                  <a:lnTo>
                    <a:pt x="96667" y="119467"/>
                  </a:lnTo>
                  <a:lnTo>
                    <a:pt x="138196" y="160996"/>
                  </a:lnTo>
                  <a:cubicBezTo>
                    <a:pt x="144673" y="167473"/>
                    <a:pt x="155150" y="167473"/>
                    <a:pt x="161627" y="160996"/>
                  </a:cubicBezTo>
                  <a:lnTo>
                    <a:pt x="161627" y="160996"/>
                  </a:lnTo>
                  <a:cubicBezTo>
                    <a:pt x="168104" y="154519"/>
                    <a:pt x="168104" y="144042"/>
                    <a:pt x="161627" y="137565"/>
                  </a:cubicBezTo>
                  <a:close/>
                  <a:moveTo>
                    <a:pt x="59138" y="102513"/>
                  </a:moveTo>
                  <a:cubicBezTo>
                    <a:pt x="54471" y="102513"/>
                    <a:pt x="49899" y="101751"/>
                    <a:pt x="45612" y="100417"/>
                  </a:cubicBezTo>
                  <a:cubicBezTo>
                    <a:pt x="33611" y="96512"/>
                    <a:pt x="23896" y="87463"/>
                    <a:pt x="19133" y="75938"/>
                  </a:cubicBezTo>
                  <a:cubicBezTo>
                    <a:pt x="16942" y="70794"/>
                    <a:pt x="15799" y="65175"/>
                    <a:pt x="15799" y="59269"/>
                  </a:cubicBezTo>
                  <a:cubicBezTo>
                    <a:pt x="15799" y="35361"/>
                    <a:pt x="35231" y="15931"/>
                    <a:pt x="59138" y="15931"/>
                  </a:cubicBezTo>
                  <a:cubicBezTo>
                    <a:pt x="65044" y="15931"/>
                    <a:pt x="70663" y="17074"/>
                    <a:pt x="75807" y="19264"/>
                  </a:cubicBezTo>
                  <a:cubicBezTo>
                    <a:pt x="87332" y="24122"/>
                    <a:pt x="96381" y="33742"/>
                    <a:pt x="100286" y="45744"/>
                  </a:cubicBezTo>
                  <a:cubicBezTo>
                    <a:pt x="101715" y="50030"/>
                    <a:pt x="102382" y="54507"/>
                    <a:pt x="102382" y="59269"/>
                  </a:cubicBezTo>
                  <a:cubicBezTo>
                    <a:pt x="102382" y="83177"/>
                    <a:pt x="83046" y="102513"/>
                    <a:pt x="59138" y="1025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1" name="Google Shape;1731;p67"/>
            <p:cNvSpPr/>
            <p:nvPr/>
          </p:nvSpPr>
          <p:spPr>
            <a:xfrm>
              <a:off x="7475124" y="3290220"/>
              <a:ext cx="7620" cy="174307"/>
            </a:xfrm>
            <a:custGeom>
              <a:rect b="b" l="l" r="r" t="t"/>
              <a:pathLst>
                <a:path extrusionOk="0" h="174307" w="7620">
                  <a:moveTo>
                    <a:pt x="3810" y="174308"/>
                  </a:moveTo>
                  <a:lnTo>
                    <a:pt x="3810" y="174308"/>
                  </a:lnTo>
                  <a:cubicBezTo>
                    <a:pt x="1714" y="174308"/>
                    <a:pt x="0" y="172593"/>
                    <a:pt x="0" y="170497"/>
                  </a:cubicBezTo>
                  <a:lnTo>
                    <a:pt x="0" y="3810"/>
                  </a:lnTo>
                  <a:cubicBezTo>
                    <a:pt x="0" y="1714"/>
                    <a:pt x="1714" y="0"/>
                    <a:pt x="3810" y="0"/>
                  </a:cubicBezTo>
                  <a:lnTo>
                    <a:pt x="3810" y="0"/>
                  </a:lnTo>
                  <a:cubicBezTo>
                    <a:pt x="5905" y="0"/>
                    <a:pt x="7620" y="1714"/>
                    <a:pt x="7620" y="3810"/>
                  </a:cubicBezTo>
                  <a:lnTo>
                    <a:pt x="7620" y="170497"/>
                  </a:lnTo>
                  <a:cubicBezTo>
                    <a:pt x="7620" y="172593"/>
                    <a:pt x="5905" y="174308"/>
                    <a:pt x="3810" y="17430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32" name="Google Shape;1732;p67"/>
          <p:cNvSpPr/>
          <p:nvPr/>
        </p:nvSpPr>
        <p:spPr>
          <a:xfrm flipH="1" rot="532502">
            <a:off x="-514115" y="4385276"/>
            <a:ext cx="1514959" cy="122499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3" name="Google Shape;1733;p67"/>
          <p:cNvGrpSpPr/>
          <p:nvPr/>
        </p:nvGrpSpPr>
        <p:grpSpPr>
          <a:xfrm>
            <a:off x="-148774" y="4544215"/>
            <a:ext cx="784225" cy="584398"/>
            <a:chOff x="1914620" y="1930431"/>
            <a:chExt cx="572929" cy="426911"/>
          </a:xfrm>
        </p:grpSpPr>
        <p:grpSp>
          <p:nvGrpSpPr>
            <p:cNvPr id="1734" name="Google Shape;1734;p67"/>
            <p:cNvGrpSpPr/>
            <p:nvPr/>
          </p:nvGrpSpPr>
          <p:grpSpPr>
            <a:xfrm>
              <a:off x="1914620" y="1930431"/>
              <a:ext cx="572929" cy="426911"/>
              <a:chOff x="1914620" y="1930431"/>
              <a:chExt cx="572929" cy="426911"/>
            </a:xfrm>
          </p:grpSpPr>
          <p:sp>
            <p:nvSpPr>
              <p:cNvPr id="1735" name="Google Shape;1735;p67"/>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6" name="Google Shape;1736;p67"/>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7" name="Google Shape;1737;p67"/>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38" name="Google Shape;1738;p67"/>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39" name="Google Shape;1739;p67"/>
          <p:cNvSpPr/>
          <p:nvPr/>
        </p:nvSpPr>
        <p:spPr>
          <a:xfrm rot="5844200">
            <a:off x="8030548" y="2339312"/>
            <a:ext cx="2404301" cy="131859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740" name="Shape 1740"/>
        <p:cNvGrpSpPr/>
        <p:nvPr/>
      </p:nvGrpSpPr>
      <p:grpSpPr>
        <a:xfrm>
          <a:off x="0" y="0"/>
          <a:ext cx="0" cy="0"/>
          <a:chOff x="0" y="0"/>
          <a:chExt cx="0" cy="0"/>
        </a:xfrm>
      </p:grpSpPr>
      <p:sp>
        <p:nvSpPr>
          <p:cNvPr id="1741" name="Google Shape;1741;p68"/>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742" name="Google Shape;1742;p68"/>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1743" name="Google Shape;1743;p68"/>
          <p:cNvSpPr/>
          <p:nvPr>
            <p:ph idx="2" type="pic"/>
          </p:nvPr>
        </p:nvSpPr>
        <p:spPr>
          <a:xfrm>
            <a:off x="5668975" y="1076550"/>
            <a:ext cx="2990400" cy="2990400"/>
          </a:xfrm>
          <a:prstGeom prst="roundRect">
            <a:avLst>
              <a:gd fmla="val 16667" name="adj"/>
            </a:avLst>
          </a:prstGeom>
          <a:noFill/>
          <a:ln>
            <a:noFill/>
          </a:ln>
        </p:spPr>
      </p:sp>
      <p:sp>
        <p:nvSpPr>
          <p:cNvPr id="1744" name="Google Shape;1744;p68"/>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8"/>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6" name="Google Shape;1746;p68"/>
          <p:cNvGrpSpPr/>
          <p:nvPr/>
        </p:nvGrpSpPr>
        <p:grpSpPr>
          <a:xfrm>
            <a:off x="65066" y="4373044"/>
            <a:ext cx="878158" cy="654532"/>
            <a:chOff x="1114425" y="4361211"/>
            <a:chExt cx="573023" cy="427101"/>
          </a:xfrm>
        </p:grpSpPr>
        <p:grpSp>
          <p:nvGrpSpPr>
            <p:cNvPr id="1747" name="Google Shape;1747;p68"/>
            <p:cNvGrpSpPr/>
            <p:nvPr/>
          </p:nvGrpSpPr>
          <p:grpSpPr>
            <a:xfrm>
              <a:off x="1114425" y="4361211"/>
              <a:ext cx="573023" cy="427101"/>
              <a:chOff x="1114425" y="4361211"/>
              <a:chExt cx="573023" cy="427101"/>
            </a:xfrm>
          </p:grpSpPr>
          <p:sp>
            <p:nvSpPr>
              <p:cNvPr id="1748" name="Google Shape;1748;p68"/>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9" name="Google Shape;1749;p68"/>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0" name="Google Shape;1750;p68"/>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51" name="Google Shape;1751;p68"/>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752" name="Shape 1752"/>
        <p:cNvGrpSpPr/>
        <p:nvPr/>
      </p:nvGrpSpPr>
      <p:grpSpPr>
        <a:xfrm>
          <a:off x="0" y="0"/>
          <a:ext cx="0" cy="0"/>
          <a:chOff x="0" y="0"/>
          <a:chExt cx="0" cy="0"/>
        </a:xfrm>
      </p:grpSpPr>
      <p:sp>
        <p:nvSpPr>
          <p:cNvPr id="1753" name="Google Shape;1753;p69"/>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754" name="Google Shape;1754;p69"/>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9"/>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9"/>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757" name="Shape 1757"/>
        <p:cNvGrpSpPr/>
        <p:nvPr/>
      </p:nvGrpSpPr>
      <p:grpSpPr>
        <a:xfrm>
          <a:off x="0" y="0"/>
          <a:ext cx="0" cy="0"/>
          <a:chOff x="0" y="0"/>
          <a:chExt cx="0" cy="0"/>
        </a:xfrm>
      </p:grpSpPr>
      <p:sp>
        <p:nvSpPr>
          <p:cNvPr id="1758" name="Google Shape;1758;p70"/>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15000"/>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1759" name="Google Shape;1759;p70"/>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760" name="Google Shape;1760;p70"/>
          <p:cNvSpPr/>
          <p:nvPr/>
        </p:nvSpPr>
        <p:spPr>
          <a:xfrm rot="3263452">
            <a:off x="-163955"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70"/>
          <p:cNvSpPr/>
          <p:nvPr/>
        </p:nvSpPr>
        <p:spPr>
          <a:xfrm rot="-460623">
            <a:off x="-1793263"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70"/>
          <p:cNvSpPr/>
          <p:nvPr/>
        </p:nvSpPr>
        <p:spPr>
          <a:xfrm rot="4592047">
            <a:off x="7797256" y="593203"/>
            <a:ext cx="1475158" cy="11928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763" name="Shape 1763"/>
        <p:cNvGrpSpPr/>
        <p:nvPr/>
      </p:nvGrpSpPr>
      <p:grpSpPr>
        <a:xfrm>
          <a:off x="0" y="0"/>
          <a:ext cx="0" cy="0"/>
          <a:chOff x="0" y="0"/>
          <a:chExt cx="0" cy="0"/>
        </a:xfrm>
      </p:grpSpPr>
      <p:sp>
        <p:nvSpPr>
          <p:cNvPr id="1764" name="Google Shape;1764;p71"/>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algn="ctr">
              <a:spcBef>
                <a:spcPts val="0"/>
              </a:spcBef>
              <a:spcAft>
                <a:spcPts val="0"/>
              </a:spcAft>
              <a:buSzPts val="3000"/>
              <a:buNone/>
              <a:defRPr>
                <a:solidFill>
                  <a:schemeClr val="lt1"/>
                </a:solidFill>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765" name="Shape 1765"/>
        <p:cNvGrpSpPr/>
        <p:nvPr/>
      </p:nvGrpSpPr>
      <p:grpSpPr>
        <a:xfrm>
          <a:off x="0" y="0"/>
          <a:ext cx="0" cy="0"/>
          <a:chOff x="0" y="0"/>
          <a:chExt cx="0" cy="0"/>
        </a:xfrm>
      </p:grpSpPr>
      <p:sp>
        <p:nvSpPr>
          <p:cNvPr id="1766" name="Google Shape;1766;p72"/>
          <p:cNvSpPr txBox="1"/>
          <p:nvPr>
            <p:ph hasCustomPrompt="1" type="title"/>
          </p:nvPr>
        </p:nvSpPr>
        <p:spPr>
          <a:xfrm>
            <a:off x="713225" y="1477363"/>
            <a:ext cx="6576000" cy="15267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767" name="Google Shape;1767;p72"/>
          <p:cNvSpPr txBox="1"/>
          <p:nvPr>
            <p:ph idx="1" type="subTitle"/>
          </p:nvPr>
        </p:nvSpPr>
        <p:spPr>
          <a:xfrm>
            <a:off x="713225" y="3169038"/>
            <a:ext cx="6576000" cy="497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1768" name="Google Shape;1768;p72"/>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72"/>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72"/>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72"/>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2" name="Google Shape;1772;p72"/>
          <p:cNvGrpSpPr/>
          <p:nvPr/>
        </p:nvGrpSpPr>
        <p:grpSpPr>
          <a:xfrm>
            <a:off x="7441503" y="289852"/>
            <a:ext cx="1366913" cy="1382099"/>
            <a:chOff x="6568493" y="8"/>
            <a:chExt cx="1820608" cy="1840590"/>
          </a:xfrm>
        </p:grpSpPr>
        <p:sp>
          <p:nvSpPr>
            <p:cNvPr id="1773" name="Google Shape;1773;p72"/>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4" name="Google Shape;1774;p72"/>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75" name="Google Shape;1775;p72"/>
            <p:cNvGrpSpPr/>
            <p:nvPr/>
          </p:nvGrpSpPr>
          <p:grpSpPr>
            <a:xfrm>
              <a:off x="6568493" y="84720"/>
              <a:ext cx="1649109" cy="1669065"/>
              <a:chOff x="8921020" y="472154"/>
              <a:chExt cx="1959958" cy="1983676"/>
            </a:xfrm>
          </p:grpSpPr>
          <p:sp>
            <p:nvSpPr>
              <p:cNvPr id="1776" name="Google Shape;1776;p72"/>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7" name="Google Shape;1777;p72"/>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78" name="Google Shape;1778;p72"/>
              <p:cNvGrpSpPr/>
              <p:nvPr/>
            </p:nvGrpSpPr>
            <p:grpSpPr>
              <a:xfrm>
                <a:off x="9011888" y="537781"/>
                <a:ext cx="255174" cy="64389"/>
                <a:chOff x="9011888" y="537781"/>
                <a:chExt cx="255174" cy="64389"/>
              </a:xfrm>
            </p:grpSpPr>
            <p:sp>
              <p:nvSpPr>
                <p:cNvPr id="1779" name="Google Shape;1779;p72"/>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0" name="Google Shape;1780;p72"/>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1" name="Google Shape;1781;p72"/>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782" name="Google Shape;1782;p72"/>
            <p:cNvGrpSpPr/>
            <p:nvPr/>
          </p:nvGrpSpPr>
          <p:grpSpPr>
            <a:xfrm>
              <a:off x="6795939" y="406335"/>
              <a:ext cx="1194216" cy="1228757"/>
              <a:chOff x="9191339" y="854392"/>
              <a:chExt cx="1419320" cy="1460372"/>
            </a:xfrm>
          </p:grpSpPr>
          <p:grpSp>
            <p:nvGrpSpPr>
              <p:cNvPr id="1783" name="Google Shape;1783;p72"/>
              <p:cNvGrpSpPr/>
              <p:nvPr/>
            </p:nvGrpSpPr>
            <p:grpSpPr>
              <a:xfrm>
                <a:off x="9191339" y="1884045"/>
                <a:ext cx="604932" cy="420243"/>
                <a:chOff x="9191339" y="1884045"/>
                <a:chExt cx="604932" cy="420243"/>
              </a:xfrm>
            </p:grpSpPr>
            <p:sp>
              <p:nvSpPr>
                <p:cNvPr id="1784" name="Google Shape;1784;p72"/>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5" name="Google Shape;1785;p72"/>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6" name="Google Shape;1786;p72"/>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7" name="Google Shape;1787;p72"/>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8" name="Google Shape;1788;p72"/>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9" name="Google Shape;1789;p72"/>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0" name="Google Shape;1790;p72"/>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1" name="Google Shape;1791;p72"/>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2" name="Google Shape;1792;p72"/>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3" name="Google Shape;1793;p72"/>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94" name="Google Shape;1794;p72"/>
              <p:cNvGrpSpPr/>
              <p:nvPr/>
            </p:nvGrpSpPr>
            <p:grpSpPr>
              <a:xfrm>
                <a:off x="10004774" y="854392"/>
                <a:ext cx="604932" cy="420243"/>
                <a:chOff x="10004774" y="854392"/>
                <a:chExt cx="604932" cy="420243"/>
              </a:xfrm>
            </p:grpSpPr>
            <p:sp>
              <p:nvSpPr>
                <p:cNvPr id="1795" name="Google Shape;1795;p72"/>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6" name="Google Shape;1796;p72"/>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7" name="Google Shape;1797;p72"/>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8" name="Google Shape;1798;p72"/>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9" name="Google Shape;1799;p72"/>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0" name="Google Shape;1800;p72"/>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1" name="Google Shape;1801;p72"/>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2" name="Google Shape;1802;p72"/>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3" name="Google Shape;1803;p72"/>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4" name="Google Shape;1804;p72"/>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05" name="Google Shape;1805;p72"/>
              <p:cNvGrpSpPr/>
              <p:nvPr/>
            </p:nvGrpSpPr>
            <p:grpSpPr>
              <a:xfrm>
                <a:off x="10004774" y="1374362"/>
                <a:ext cx="604932" cy="303466"/>
                <a:chOff x="10004774" y="1374362"/>
                <a:chExt cx="604932" cy="303466"/>
              </a:xfrm>
            </p:grpSpPr>
            <p:sp>
              <p:nvSpPr>
                <p:cNvPr id="1806" name="Google Shape;1806;p72"/>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7" name="Google Shape;1807;p72"/>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8" name="Google Shape;1808;p72"/>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9" name="Google Shape;1809;p72"/>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0" name="Google Shape;1810;p72"/>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1" name="Google Shape;1811;p72"/>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2" name="Google Shape;1812;p72"/>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3" name="Google Shape;1813;p72"/>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14" name="Google Shape;1814;p72"/>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5" name="Google Shape;1815;p72"/>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16" name="Google Shape;1816;p72"/>
            <p:cNvGrpSpPr/>
            <p:nvPr/>
          </p:nvGrpSpPr>
          <p:grpSpPr>
            <a:xfrm>
              <a:off x="6717319" y="354723"/>
              <a:ext cx="656533" cy="799751"/>
              <a:chOff x="9097899" y="793051"/>
              <a:chExt cx="780287" cy="950500"/>
            </a:xfrm>
          </p:grpSpPr>
          <p:grpSp>
            <p:nvGrpSpPr>
              <p:cNvPr id="1817" name="Google Shape;1817;p72"/>
              <p:cNvGrpSpPr/>
              <p:nvPr/>
            </p:nvGrpSpPr>
            <p:grpSpPr>
              <a:xfrm>
                <a:off x="9118758" y="814006"/>
                <a:ext cx="747999" cy="918020"/>
                <a:chOff x="9118758" y="814006"/>
                <a:chExt cx="747999" cy="918020"/>
              </a:xfrm>
            </p:grpSpPr>
            <p:sp>
              <p:nvSpPr>
                <p:cNvPr id="1818" name="Google Shape;1818;p72"/>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9" name="Google Shape;1819;p72"/>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0" name="Google Shape;1820;p72"/>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1" name="Google Shape;1821;p72"/>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22" name="Google Shape;1822;p72"/>
              <p:cNvGrpSpPr/>
              <p:nvPr/>
            </p:nvGrpSpPr>
            <p:grpSpPr>
              <a:xfrm>
                <a:off x="9097899" y="793051"/>
                <a:ext cx="780287" cy="950500"/>
                <a:chOff x="9097899" y="793051"/>
                <a:chExt cx="780287" cy="950500"/>
              </a:xfrm>
            </p:grpSpPr>
            <p:grpSp>
              <p:nvGrpSpPr>
                <p:cNvPr id="1823" name="Google Shape;1823;p72"/>
                <p:cNvGrpSpPr/>
                <p:nvPr/>
              </p:nvGrpSpPr>
              <p:grpSpPr>
                <a:xfrm>
                  <a:off x="9097899" y="793051"/>
                  <a:ext cx="780287" cy="41909"/>
                  <a:chOff x="9097899" y="793051"/>
                  <a:chExt cx="780287" cy="41909"/>
                </a:xfrm>
              </p:grpSpPr>
              <p:sp>
                <p:nvSpPr>
                  <p:cNvPr id="1824" name="Google Shape;1824;p72"/>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5" name="Google Shape;1825;p72"/>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6" name="Google Shape;1826;p72"/>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27" name="Google Shape;1827;p72"/>
                <p:cNvGrpSpPr/>
                <p:nvPr/>
              </p:nvGrpSpPr>
              <p:grpSpPr>
                <a:xfrm>
                  <a:off x="9097899" y="1247298"/>
                  <a:ext cx="780287" cy="41910"/>
                  <a:chOff x="9097899" y="1247298"/>
                  <a:chExt cx="780287" cy="41910"/>
                </a:xfrm>
              </p:grpSpPr>
              <p:sp>
                <p:nvSpPr>
                  <p:cNvPr id="1828" name="Google Shape;1828;p72"/>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9" name="Google Shape;1829;p72"/>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30" name="Google Shape;1830;p72"/>
                <p:cNvGrpSpPr/>
                <p:nvPr/>
              </p:nvGrpSpPr>
              <p:grpSpPr>
                <a:xfrm>
                  <a:off x="9097899" y="1701641"/>
                  <a:ext cx="780287" cy="41910"/>
                  <a:chOff x="9097899" y="1701641"/>
                  <a:chExt cx="780287" cy="41910"/>
                </a:xfrm>
              </p:grpSpPr>
              <p:sp>
                <p:nvSpPr>
                  <p:cNvPr id="1831" name="Google Shape;1831;p72"/>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2" name="Google Shape;1832;p72"/>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3" name="Google Shape;1833;p72"/>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834" name="Google Shape;1834;p72"/>
            <p:cNvGrpSpPr/>
            <p:nvPr/>
          </p:nvGrpSpPr>
          <p:grpSpPr>
            <a:xfrm>
              <a:off x="7074117" y="956519"/>
              <a:ext cx="215826" cy="125825"/>
              <a:chOff x="9521952" y="1508283"/>
              <a:chExt cx="256508" cy="149542"/>
            </a:xfrm>
          </p:grpSpPr>
          <p:sp>
            <p:nvSpPr>
              <p:cNvPr id="1835" name="Google Shape;1835;p72"/>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36" name="Google Shape;1836;p72"/>
              <p:cNvGrpSpPr/>
              <p:nvPr/>
            </p:nvGrpSpPr>
            <p:grpSpPr>
              <a:xfrm>
                <a:off x="9556578" y="1534618"/>
                <a:ext cx="183763" cy="98921"/>
                <a:chOff x="9556578" y="1534618"/>
                <a:chExt cx="183763" cy="98921"/>
              </a:xfrm>
            </p:grpSpPr>
            <p:grpSp>
              <p:nvGrpSpPr>
                <p:cNvPr id="1837" name="Google Shape;1837;p72"/>
                <p:cNvGrpSpPr/>
                <p:nvPr/>
              </p:nvGrpSpPr>
              <p:grpSpPr>
                <a:xfrm>
                  <a:off x="9645396" y="1536115"/>
                  <a:ext cx="94945" cy="94946"/>
                  <a:chOff x="9645396" y="1536115"/>
                  <a:chExt cx="94945" cy="94946"/>
                </a:xfrm>
              </p:grpSpPr>
              <p:sp>
                <p:nvSpPr>
                  <p:cNvPr id="1838" name="Google Shape;1838;p72"/>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9" name="Google Shape;1839;p72"/>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40" name="Google Shape;1840;p72"/>
                <p:cNvGrpSpPr/>
                <p:nvPr/>
              </p:nvGrpSpPr>
              <p:grpSpPr>
                <a:xfrm>
                  <a:off x="9556578" y="1534618"/>
                  <a:ext cx="98773" cy="98921"/>
                  <a:chOff x="9556578" y="1534618"/>
                  <a:chExt cx="98773" cy="98921"/>
                </a:xfrm>
              </p:grpSpPr>
              <p:sp>
                <p:nvSpPr>
                  <p:cNvPr id="1841" name="Google Shape;1841;p72"/>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2" name="Google Shape;1842;p72"/>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843" name="Shape 1843"/>
        <p:cNvGrpSpPr/>
        <p:nvPr/>
      </p:nvGrpSpPr>
      <p:grpSpPr>
        <a:xfrm>
          <a:off x="0" y="0"/>
          <a:ext cx="0" cy="0"/>
          <a:chOff x="0" y="0"/>
          <a:chExt cx="0" cy="0"/>
        </a:xfrm>
      </p:grpSpPr>
    </p:spTree>
  </p:cSld>
  <p:clrMapOvr>
    <a:masterClrMapping/>
  </p:clrMapOvr>
</p:sldLayout>
</file>

<file path=ppt/slideLayouts/slideLayout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844" name="Shape 1844"/>
        <p:cNvGrpSpPr/>
        <p:nvPr/>
      </p:nvGrpSpPr>
      <p:grpSpPr>
        <a:xfrm>
          <a:off x="0" y="0"/>
          <a:ext cx="0" cy="0"/>
          <a:chOff x="0" y="0"/>
          <a:chExt cx="0" cy="0"/>
        </a:xfrm>
      </p:grpSpPr>
      <p:sp>
        <p:nvSpPr>
          <p:cNvPr id="1845" name="Google Shape;1845;p7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846" name="Google Shape;1846;p74"/>
          <p:cNvSpPr txBox="1"/>
          <p:nvPr>
            <p:ph hasCustomPrompt="1" idx="2" type="title"/>
          </p:nvPr>
        </p:nvSpPr>
        <p:spPr>
          <a:xfrm>
            <a:off x="110097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847" name="Google Shape;1847;p74"/>
          <p:cNvSpPr txBox="1"/>
          <p:nvPr>
            <p:ph hasCustomPrompt="1" idx="3" type="title"/>
          </p:nvPr>
        </p:nvSpPr>
        <p:spPr>
          <a:xfrm>
            <a:off x="110097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848" name="Google Shape;1848;p74"/>
          <p:cNvSpPr txBox="1"/>
          <p:nvPr>
            <p:ph hasCustomPrompt="1" idx="4" type="title"/>
          </p:nvPr>
        </p:nvSpPr>
        <p:spPr>
          <a:xfrm>
            <a:off x="3419250"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849" name="Google Shape;1849;p74"/>
          <p:cNvSpPr txBox="1"/>
          <p:nvPr>
            <p:ph hasCustomPrompt="1" idx="5" type="title"/>
          </p:nvPr>
        </p:nvSpPr>
        <p:spPr>
          <a:xfrm>
            <a:off x="3419250"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850" name="Google Shape;1850;p74"/>
          <p:cNvSpPr txBox="1"/>
          <p:nvPr>
            <p:ph hasCustomPrompt="1" idx="6" type="title"/>
          </p:nvPr>
        </p:nvSpPr>
        <p:spPr>
          <a:xfrm>
            <a:off x="573752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851" name="Google Shape;1851;p74"/>
          <p:cNvSpPr txBox="1"/>
          <p:nvPr>
            <p:ph hasCustomPrompt="1" idx="7" type="title"/>
          </p:nvPr>
        </p:nvSpPr>
        <p:spPr>
          <a:xfrm>
            <a:off x="573752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852" name="Google Shape;1852;p74"/>
          <p:cNvSpPr txBox="1"/>
          <p:nvPr>
            <p:ph idx="1" type="subTitle"/>
          </p:nvPr>
        </p:nvSpPr>
        <p:spPr>
          <a:xfrm>
            <a:off x="110097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853" name="Google Shape;1853;p74"/>
          <p:cNvSpPr txBox="1"/>
          <p:nvPr>
            <p:ph idx="8" type="subTitle"/>
          </p:nvPr>
        </p:nvSpPr>
        <p:spPr>
          <a:xfrm>
            <a:off x="3419250"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854" name="Google Shape;1854;p74"/>
          <p:cNvSpPr txBox="1"/>
          <p:nvPr>
            <p:ph idx="9" type="subTitle"/>
          </p:nvPr>
        </p:nvSpPr>
        <p:spPr>
          <a:xfrm>
            <a:off x="573752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855" name="Google Shape;1855;p74"/>
          <p:cNvSpPr txBox="1"/>
          <p:nvPr>
            <p:ph idx="13" type="subTitle"/>
          </p:nvPr>
        </p:nvSpPr>
        <p:spPr>
          <a:xfrm>
            <a:off x="110097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856" name="Google Shape;1856;p74"/>
          <p:cNvSpPr txBox="1"/>
          <p:nvPr>
            <p:ph idx="14" type="subTitle"/>
          </p:nvPr>
        </p:nvSpPr>
        <p:spPr>
          <a:xfrm>
            <a:off x="3419250"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857" name="Google Shape;1857;p74"/>
          <p:cNvSpPr txBox="1"/>
          <p:nvPr>
            <p:ph idx="15" type="subTitle"/>
          </p:nvPr>
        </p:nvSpPr>
        <p:spPr>
          <a:xfrm>
            <a:off x="573752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858" name="Google Shape;1858;p74"/>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4"/>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0" name="Google Shape;1860;p74"/>
          <p:cNvGrpSpPr/>
          <p:nvPr/>
        </p:nvGrpSpPr>
        <p:grpSpPr>
          <a:xfrm>
            <a:off x="8114970" y="266839"/>
            <a:ext cx="829992" cy="750888"/>
            <a:chOff x="8114596" y="445039"/>
            <a:chExt cx="633002" cy="572716"/>
          </a:xfrm>
        </p:grpSpPr>
        <p:grpSp>
          <p:nvGrpSpPr>
            <p:cNvPr id="1861" name="Google Shape;1861;p74"/>
            <p:cNvGrpSpPr/>
            <p:nvPr/>
          </p:nvGrpSpPr>
          <p:grpSpPr>
            <a:xfrm>
              <a:off x="8114596" y="445039"/>
              <a:ext cx="633002" cy="572716"/>
              <a:chOff x="7189660" y="520827"/>
              <a:chExt cx="598074" cy="541115"/>
            </a:xfrm>
          </p:grpSpPr>
          <p:sp>
            <p:nvSpPr>
              <p:cNvPr id="1862" name="Google Shape;1862;p74"/>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63" name="Google Shape;1863;p74"/>
              <p:cNvGrpSpPr/>
              <p:nvPr/>
            </p:nvGrpSpPr>
            <p:grpSpPr>
              <a:xfrm>
                <a:off x="7579137" y="551973"/>
                <a:ext cx="164782" cy="41529"/>
                <a:chOff x="7579137" y="551973"/>
                <a:chExt cx="164782" cy="41529"/>
              </a:xfrm>
            </p:grpSpPr>
            <p:sp>
              <p:nvSpPr>
                <p:cNvPr id="1864" name="Google Shape;1864;p74"/>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5" name="Google Shape;1865;p74"/>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6" name="Google Shape;1866;p74"/>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867" name="Google Shape;1867;p74"/>
            <p:cNvGrpSpPr/>
            <p:nvPr/>
          </p:nvGrpSpPr>
          <p:grpSpPr>
            <a:xfrm>
              <a:off x="8184962" y="619646"/>
              <a:ext cx="498115" cy="257273"/>
              <a:chOff x="7256144" y="685800"/>
              <a:chExt cx="470630" cy="243077"/>
            </a:xfrm>
          </p:grpSpPr>
          <p:sp>
            <p:nvSpPr>
              <p:cNvPr id="1868" name="Google Shape;1868;p74"/>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69" name="Google Shape;1869;p74"/>
              <p:cNvGrpSpPr/>
              <p:nvPr/>
            </p:nvGrpSpPr>
            <p:grpSpPr>
              <a:xfrm>
                <a:off x="7512843" y="685800"/>
                <a:ext cx="213931" cy="243077"/>
                <a:chOff x="7512843" y="685800"/>
                <a:chExt cx="213931" cy="243077"/>
              </a:xfrm>
            </p:grpSpPr>
            <p:grpSp>
              <p:nvGrpSpPr>
                <p:cNvPr id="1870" name="Google Shape;1870;p74"/>
                <p:cNvGrpSpPr/>
                <p:nvPr/>
              </p:nvGrpSpPr>
              <p:grpSpPr>
                <a:xfrm>
                  <a:off x="7512843" y="836580"/>
                  <a:ext cx="213931" cy="92297"/>
                  <a:chOff x="7512843" y="836580"/>
                  <a:chExt cx="213931" cy="92297"/>
                </a:xfrm>
              </p:grpSpPr>
              <p:sp>
                <p:nvSpPr>
                  <p:cNvPr id="1871" name="Google Shape;1871;p74"/>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2" name="Google Shape;1872;p74"/>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73" name="Google Shape;1873;p74"/>
                <p:cNvGrpSpPr/>
                <p:nvPr/>
              </p:nvGrpSpPr>
              <p:grpSpPr>
                <a:xfrm>
                  <a:off x="7512843" y="761238"/>
                  <a:ext cx="213931" cy="92296"/>
                  <a:chOff x="7512843" y="761238"/>
                  <a:chExt cx="213931" cy="92296"/>
                </a:xfrm>
              </p:grpSpPr>
              <p:sp>
                <p:nvSpPr>
                  <p:cNvPr id="1874" name="Google Shape;1874;p74"/>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5" name="Google Shape;1875;p74"/>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76" name="Google Shape;1876;p74"/>
                <p:cNvGrpSpPr/>
                <p:nvPr/>
              </p:nvGrpSpPr>
              <p:grpSpPr>
                <a:xfrm>
                  <a:off x="7512843" y="685800"/>
                  <a:ext cx="213931" cy="92297"/>
                  <a:chOff x="7512843" y="685800"/>
                  <a:chExt cx="213931" cy="92297"/>
                </a:xfrm>
              </p:grpSpPr>
              <p:sp>
                <p:nvSpPr>
                  <p:cNvPr id="1877" name="Google Shape;1877;p74"/>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8" name="Google Shape;1878;p74"/>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
        <p:nvSpPr>
          <p:cNvPr id="1879" name="Google Shape;1879;p74"/>
          <p:cNvSpPr/>
          <p:nvPr/>
        </p:nvSpPr>
        <p:spPr>
          <a:xfrm>
            <a:off x="62832" y="4828541"/>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80" name="Google Shape;1880;p74"/>
          <p:cNvGrpSpPr/>
          <p:nvPr/>
        </p:nvGrpSpPr>
        <p:grpSpPr>
          <a:xfrm>
            <a:off x="103395" y="3891186"/>
            <a:ext cx="668783" cy="959747"/>
            <a:chOff x="10519314" y="4728596"/>
            <a:chExt cx="751780" cy="1078731"/>
          </a:xfrm>
        </p:grpSpPr>
        <p:grpSp>
          <p:nvGrpSpPr>
            <p:cNvPr id="1881" name="Google Shape;1881;p74"/>
            <p:cNvGrpSpPr/>
            <p:nvPr/>
          </p:nvGrpSpPr>
          <p:grpSpPr>
            <a:xfrm>
              <a:off x="10519314" y="4728596"/>
              <a:ext cx="626662" cy="1078731"/>
              <a:chOff x="10519314" y="4728596"/>
              <a:chExt cx="626662" cy="1078731"/>
            </a:xfrm>
          </p:grpSpPr>
          <p:grpSp>
            <p:nvGrpSpPr>
              <p:cNvPr id="1882" name="Google Shape;1882;p74"/>
              <p:cNvGrpSpPr/>
              <p:nvPr/>
            </p:nvGrpSpPr>
            <p:grpSpPr>
              <a:xfrm>
                <a:off x="10903220" y="4888205"/>
                <a:ext cx="242756" cy="919122"/>
                <a:chOff x="10903220" y="4888205"/>
                <a:chExt cx="242756" cy="919122"/>
              </a:xfrm>
            </p:grpSpPr>
            <p:sp>
              <p:nvSpPr>
                <p:cNvPr id="1883" name="Google Shape;1883;p74"/>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4" name="Google Shape;1884;p74"/>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5" name="Google Shape;1885;p74"/>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86" name="Google Shape;1886;p74"/>
                <p:cNvGrpSpPr/>
                <p:nvPr/>
              </p:nvGrpSpPr>
              <p:grpSpPr>
                <a:xfrm>
                  <a:off x="11014221" y="5588618"/>
                  <a:ext cx="100021" cy="114784"/>
                  <a:chOff x="11014221" y="5588618"/>
                  <a:chExt cx="100021" cy="114784"/>
                </a:xfrm>
              </p:grpSpPr>
              <p:sp>
                <p:nvSpPr>
                  <p:cNvPr id="1887" name="Google Shape;1887;p74"/>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8" name="Google Shape;1888;p74"/>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9" name="Google Shape;1889;p74"/>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0" name="Google Shape;1890;p74"/>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891" name="Google Shape;1891;p74"/>
              <p:cNvGrpSpPr/>
              <p:nvPr/>
            </p:nvGrpSpPr>
            <p:grpSpPr>
              <a:xfrm>
                <a:off x="10718623" y="4728596"/>
                <a:ext cx="229169" cy="1075979"/>
                <a:chOff x="10718623" y="4728596"/>
                <a:chExt cx="229169" cy="1075979"/>
              </a:xfrm>
            </p:grpSpPr>
            <p:sp>
              <p:nvSpPr>
                <p:cNvPr id="1892" name="Google Shape;1892;p74"/>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3" name="Google Shape;1893;p74"/>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94" name="Google Shape;1894;p74"/>
                <p:cNvGrpSpPr/>
                <p:nvPr/>
              </p:nvGrpSpPr>
              <p:grpSpPr>
                <a:xfrm>
                  <a:off x="10765015" y="5040134"/>
                  <a:ext cx="116314" cy="49775"/>
                  <a:chOff x="10765015" y="5040134"/>
                  <a:chExt cx="116314" cy="49775"/>
                </a:xfrm>
              </p:grpSpPr>
              <p:sp>
                <p:nvSpPr>
                  <p:cNvPr id="1895" name="Google Shape;1895;p74"/>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6" name="Google Shape;1896;p74"/>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97" name="Google Shape;1897;p74"/>
                <p:cNvGrpSpPr/>
                <p:nvPr/>
              </p:nvGrpSpPr>
              <p:grpSpPr>
                <a:xfrm>
                  <a:off x="10784825" y="5436314"/>
                  <a:ext cx="116414" cy="49961"/>
                  <a:chOff x="10784825" y="5436314"/>
                  <a:chExt cx="116414" cy="49961"/>
                </a:xfrm>
              </p:grpSpPr>
              <p:sp>
                <p:nvSpPr>
                  <p:cNvPr id="1898" name="Google Shape;1898;p74"/>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9" name="Google Shape;1899;p74"/>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900" name="Google Shape;1900;p74"/>
              <p:cNvGrpSpPr/>
              <p:nvPr/>
            </p:nvGrpSpPr>
            <p:grpSpPr>
              <a:xfrm>
                <a:off x="10519314" y="4813458"/>
                <a:ext cx="202120" cy="992123"/>
                <a:chOff x="10519314" y="4813458"/>
                <a:chExt cx="202120" cy="992123"/>
              </a:xfrm>
            </p:grpSpPr>
            <p:sp>
              <p:nvSpPr>
                <p:cNvPr id="1901" name="Google Shape;1901;p74"/>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2" name="Google Shape;1902;p74"/>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03" name="Google Shape;1903;p74"/>
                <p:cNvGrpSpPr/>
                <p:nvPr/>
              </p:nvGrpSpPr>
              <p:grpSpPr>
                <a:xfrm>
                  <a:off x="10556176" y="5465730"/>
                  <a:ext cx="128397" cy="44196"/>
                  <a:chOff x="10556176" y="5465730"/>
                  <a:chExt cx="128397" cy="44196"/>
                </a:xfrm>
              </p:grpSpPr>
              <p:sp>
                <p:nvSpPr>
                  <p:cNvPr id="1904" name="Google Shape;1904;p74"/>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5" name="Google Shape;1905;p74"/>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06" name="Google Shape;1906;p74"/>
                <p:cNvGrpSpPr/>
                <p:nvPr/>
              </p:nvGrpSpPr>
              <p:grpSpPr>
                <a:xfrm>
                  <a:off x="10556176" y="5689187"/>
                  <a:ext cx="128397" cy="44196"/>
                  <a:chOff x="10556176" y="5689187"/>
                  <a:chExt cx="128397" cy="44196"/>
                </a:xfrm>
              </p:grpSpPr>
              <p:sp>
                <p:nvSpPr>
                  <p:cNvPr id="1907" name="Google Shape;1907;p74"/>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8" name="Google Shape;1908;p74"/>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909" name="Google Shape;1909;p74"/>
            <p:cNvGrpSpPr/>
            <p:nvPr/>
          </p:nvGrpSpPr>
          <p:grpSpPr>
            <a:xfrm>
              <a:off x="11058042" y="5088325"/>
              <a:ext cx="213052" cy="717953"/>
              <a:chOff x="11058042" y="5088325"/>
              <a:chExt cx="213052" cy="717953"/>
            </a:xfrm>
          </p:grpSpPr>
          <p:sp>
            <p:nvSpPr>
              <p:cNvPr id="1910" name="Google Shape;1910;p74"/>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1" name="Google Shape;1911;p74"/>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912" name="Google Shape;1912;p74"/>
          <p:cNvGrpSpPr/>
          <p:nvPr/>
        </p:nvGrpSpPr>
        <p:grpSpPr>
          <a:xfrm>
            <a:off x="150676" y="2823493"/>
            <a:ext cx="516117" cy="779220"/>
            <a:chOff x="10572463" y="3528536"/>
            <a:chExt cx="580168" cy="875823"/>
          </a:xfrm>
        </p:grpSpPr>
        <p:grpSp>
          <p:nvGrpSpPr>
            <p:cNvPr id="1913" name="Google Shape;1913;p74"/>
            <p:cNvGrpSpPr/>
            <p:nvPr/>
          </p:nvGrpSpPr>
          <p:grpSpPr>
            <a:xfrm>
              <a:off x="10713815" y="3528536"/>
              <a:ext cx="438816" cy="746664"/>
              <a:chOff x="10713815" y="3528536"/>
              <a:chExt cx="438816" cy="746664"/>
            </a:xfrm>
          </p:grpSpPr>
          <p:sp>
            <p:nvSpPr>
              <p:cNvPr id="1914" name="Google Shape;1914;p74"/>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15" name="Google Shape;1915;p74"/>
              <p:cNvGrpSpPr/>
              <p:nvPr/>
            </p:nvGrpSpPr>
            <p:grpSpPr>
              <a:xfrm>
                <a:off x="10776489" y="3625310"/>
                <a:ext cx="313848" cy="288226"/>
                <a:chOff x="10776489" y="3625310"/>
                <a:chExt cx="313848" cy="288226"/>
              </a:xfrm>
            </p:grpSpPr>
            <p:sp>
              <p:nvSpPr>
                <p:cNvPr id="1916" name="Google Shape;1916;p74"/>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7" name="Google Shape;1917;p74"/>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8" name="Google Shape;1918;p74"/>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9" name="Google Shape;1919;p74"/>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0" name="Google Shape;1920;p74"/>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1" name="Google Shape;1921;p74"/>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22" name="Google Shape;1922;p74"/>
              <p:cNvGrpSpPr/>
              <p:nvPr/>
            </p:nvGrpSpPr>
            <p:grpSpPr>
              <a:xfrm>
                <a:off x="10776489" y="3999547"/>
                <a:ext cx="313848" cy="181546"/>
                <a:chOff x="10776489" y="3999547"/>
                <a:chExt cx="313848" cy="181546"/>
              </a:xfrm>
            </p:grpSpPr>
            <p:sp>
              <p:nvSpPr>
                <p:cNvPr id="1923" name="Google Shape;1923;p74"/>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4" name="Google Shape;1924;p74"/>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5" name="Google Shape;1925;p74"/>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6" name="Google Shape;1926;p74"/>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927" name="Google Shape;1927;p74"/>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28" name="Google Shape;1928;p74"/>
            <p:cNvGrpSpPr/>
            <p:nvPr/>
          </p:nvGrpSpPr>
          <p:grpSpPr>
            <a:xfrm>
              <a:off x="10572463" y="3657790"/>
              <a:ext cx="438817" cy="746569"/>
              <a:chOff x="10572463" y="3657790"/>
              <a:chExt cx="438817" cy="746569"/>
            </a:xfrm>
          </p:grpSpPr>
          <p:sp>
            <p:nvSpPr>
              <p:cNvPr id="1929" name="Google Shape;1929;p74"/>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30" name="Google Shape;1930;p74"/>
              <p:cNvGrpSpPr/>
              <p:nvPr/>
            </p:nvGrpSpPr>
            <p:grpSpPr>
              <a:xfrm>
                <a:off x="10635138" y="3754469"/>
                <a:ext cx="313848" cy="288321"/>
                <a:chOff x="10635138" y="3754469"/>
                <a:chExt cx="313848" cy="288321"/>
              </a:xfrm>
            </p:grpSpPr>
            <p:sp>
              <p:nvSpPr>
                <p:cNvPr id="1931" name="Google Shape;1931;p74"/>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2" name="Google Shape;1932;p74"/>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3" name="Google Shape;1933;p74"/>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4" name="Google Shape;1934;p74"/>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5" name="Google Shape;1935;p74"/>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6" name="Google Shape;1936;p74"/>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37" name="Google Shape;1937;p74"/>
              <p:cNvGrpSpPr/>
              <p:nvPr/>
            </p:nvGrpSpPr>
            <p:grpSpPr>
              <a:xfrm>
                <a:off x="10635138" y="4128801"/>
                <a:ext cx="313848" cy="181547"/>
                <a:chOff x="10635138" y="4128801"/>
                <a:chExt cx="313848" cy="181547"/>
              </a:xfrm>
            </p:grpSpPr>
            <p:sp>
              <p:nvSpPr>
                <p:cNvPr id="1938" name="Google Shape;1938;p74"/>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9" name="Google Shape;1939;p74"/>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0" name="Google Shape;1940;p74"/>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1" name="Google Shape;1941;p74"/>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942" name="Google Shape;1942;p74"/>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943" name="Google Shape;1943;p74"/>
          <p:cNvGrpSpPr/>
          <p:nvPr/>
        </p:nvGrpSpPr>
        <p:grpSpPr>
          <a:xfrm>
            <a:off x="361835" y="3601018"/>
            <a:ext cx="22030" cy="294484"/>
            <a:chOff x="10809827" y="4402455"/>
            <a:chExt cx="24764" cy="330993"/>
          </a:xfrm>
        </p:grpSpPr>
        <p:sp>
          <p:nvSpPr>
            <p:cNvPr id="1944" name="Google Shape;1944;p74"/>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5" name="Google Shape;1945;p74"/>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6" name="Google Shape;1946;p74"/>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1947" name="Shape 1947"/>
        <p:cNvGrpSpPr/>
        <p:nvPr/>
      </p:nvGrpSpPr>
      <p:grpSpPr>
        <a:xfrm>
          <a:off x="0" y="0"/>
          <a:ext cx="0" cy="0"/>
          <a:chOff x="0" y="0"/>
          <a:chExt cx="0" cy="0"/>
        </a:xfrm>
      </p:grpSpPr>
      <p:sp>
        <p:nvSpPr>
          <p:cNvPr id="1948" name="Google Shape;1948;p75"/>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949" name="Google Shape;1949;p75"/>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1950" name="Google Shape;1950;p75"/>
          <p:cNvSpPr/>
          <p:nvPr>
            <p:ph idx="2" type="pic"/>
          </p:nvPr>
        </p:nvSpPr>
        <p:spPr>
          <a:xfrm>
            <a:off x="5668975" y="1076550"/>
            <a:ext cx="2990400" cy="2990400"/>
          </a:xfrm>
          <a:prstGeom prst="roundRect">
            <a:avLst>
              <a:gd fmla="val 16667" name="adj"/>
            </a:avLst>
          </a:prstGeom>
          <a:noFill/>
          <a:ln>
            <a:noFill/>
          </a:ln>
        </p:spPr>
      </p:sp>
      <p:sp>
        <p:nvSpPr>
          <p:cNvPr id="1951" name="Google Shape;1951;p75"/>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75"/>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3" name="Google Shape;1953;p75"/>
          <p:cNvGrpSpPr/>
          <p:nvPr/>
        </p:nvGrpSpPr>
        <p:grpSpPr>
          <a:xfrm>
            <a:off x="65066" y="4373044"/>
            <a:ext cx="878158" cy="654532"/>
            <a:chOff x="1114425" y="4361211"/>
            <a:chExt cx="573023" cy="427101"/>
          </a:xfrm>
        </p:grpSpPr>
        <p:grpSp>
          <p:nvGrpSpPr>
            <p:cNvPr id="1954" name="Google Shape;1954;p75"/>
            <p:cNvGrpSpPr/>
            <p:nvPr/>
          </p:nvGrpSpPr>
          <p:grpSpPr>
            <a:xfrm>
              <a:off x="1114425" y="4361211"/>
              <a:ext cx="573023" cy="427101"/>
              <a:chOff x="1114425" y="4361211"/>
              <a:chExt cx="573023" cy="427101"/>
            </a:xfrm>
          </p:grpSpPr>
          <p:sp>
            <p:nvSpPr>
              <p:cNvPr id="1955" name="Google Shape;1955;p75"/>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6" name="Google Shape;1956;p75"/>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7" name="Google Shape;1957;p75"/>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958" name="Google Shape;1958;p75"/>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_1">
    <p:spTree>
      <p:nvGrpSpPr>
        <p:cNvPr id="1959" name="Shape 1959"/>
        <p:cNvGrpSpPr/>
        <p:nvPr/>
      </p:nvGrpSpPr>
      <p:grpSpPr>
        <a:xfrm>
          <a:off x="0" y="0"/>
          <a:ext cx="0" cy="0"/>
          <a:chOff x="0" y="0"/>
          <a:chExt cx="0" cy="0"/>
        </a:xfrm>
      </p:grpSpPr>
      <p:sp>
        <p:nvSpPr>
          <p:cNvPr id="1960" name="Google Shape;1960;p76"/>
          <p:cNvSpPr txBox="1"/>
          <p:nvPr>
            <p:ph type="title"/>
          </p:nvPr>
        </p:nvSpPr>
        <p:spPr>
          <a:xfrm>
            <a:off x="2013850" y="841075"/>
            <a:ext cx="5116200" cy="13905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sz="4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961" name="Google Shape;1961;p76"/>
          <p:cNvSpPr txBox="1"/>
          <p:nvPr>
            <p:ph idx="1" type="subTitle"/>
          </p:nvPr>
        </p:nvSpPr>
        <p:spPr>
          <a:xfrm>
            <a:off x="2013850" y="2231525"/>
            <a:ext cx="51162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1962" name="Google Shape;1962;p76"/>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3" name="Google Shape;1963;p76"/>
          <p:cNvGrpSpPr/>
          <p:nvPr/>
        </p:nvGrpSpPr>
        <p:grpSpPr>
          <a:xfrm flipH="1">
            <a:off x="683048" y="4696520"/>
            <a:ext cx="325927" cy="404808"/>
            <a:chOff x="7385113" y="1535430"/>
            <a:chExt cx="435673" cy="541115"/>
          </a:xfrm>
        </p:grpSpPr>
        <p:sp>
          <p:nvSpPr>
            <p:cNvPr id="1964" name="Google Shape;1964;p76"/>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65" name="Google Shape;1965;p76"/>
            <p:cNvGrpSpPr/>
            <p:nvPr/>
          </p:nvGrpSpPr>
          <p:grpSpPr>
            <a:xfrm>
              <a:off x="7612094" y="1566576"/>
              <a:ext cx="164781" cy="41529"/>
              <a:chOff x="7612094" y="1566576"/>
              <a:chExt cx="164781" cy="41529"/>
            </a:xfrm>
          </p:grpSpPr>
          <p:sp>
            <p:nvSpPr>
              <p:cNvPr id="1966" name="Google Shape;1966;p76"/>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7" name="Google Shape;1967;p76"/>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8" name="Google Shape;1968;p76"/>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969" name="Google Shape;1969;p76"/>
          <p:cNvGrpSpPr/>
          <p:nvPr/>
        </p:nvGrpSpPr>
        <p:grpSpPr>
          <a:xfrm flipH="1">
            <a:off x="713902" y="4774546"/>
            <a:ext cx="268636" cy="280965"/>
            <a:chOff x="7420451" y="1639728"/>
            <a:chExt cx="359091" cy="375571"/>
          </a:xfrm>
        </p:grpSpPr>
        <p:sp>
          <p:nvSpPr>
            <p:cNvPr id="1970" name="Google Shape;1970;p76"/>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1" name="Google Shape;1971;p76"/>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72" name="Google Shape;1972;p76"/>
          <p:cNvGrpSpPr/>
          <p:nvPr/>
        </p:nvGrpSpPr>
        <p:grpSpPr>
          <a:xfrm flipH="1">
            <a:off x="96200" y="4469347"/>
            <a:ext cx="355444" cy="644072"/>
            <a:chOff x="1945386" y="5582316"/>
            <a:chExt cx="470725" cy="852963"/>
          </a:xfrm>
        </p:grpSpPr>
        <p:grpSp>
          <p:nvGrpSpPr>
            <p:cNvPr id="1973" name="Google Shape;1973;p76"/>
            <p:cNvGrpSpPr/>
            <p:nvPr/>
          </p:nvGrpSpPr>
          <p:grpSpPr>
            <a:xfrm>
              <a:off x="1945386" y="5582316"/>
              <a:ext cx="470725" cy="852963"/>
              <a:chOff x="1945386" y="5582316"/>
              <a:chExt cx="470725" cy="852963"/>
            </a:xfrm>
          </p:grpSpPr>
          <p:sp>
            <p:nvSpPr>
              <p:cNvPr id="1974" name="Google Shape;1974;p76"/>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5" name="Google Shape;1975;p76"/>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976" name="Google Shape;1976;p76"/>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77" name="Google Shape;1977;p76"/>
          <p:cNvGrpSpPr/>
          <p:nvPr/>
        </p:nvGrpSpPr>
        <p:grpSpPr>
          <a:xfrm>
            <a:off x="7975988" y="116167"/>
            <a:ext cx="1061979" cy="558999"/>
            <a:chOff x="3859815" y="2867310"/>
            <a:chExt cx="1262157" cy="664368"/>
          </a:xfrm>
        </p:grpSpPr>
        <p:sp>
          <p:nvSpPr>
            <p:cNvPr id="1978" name="Google Shape;1978;p76"/>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79" name="Google Shape;1979;p76"/>
            <p:cNvGrpSpPr/>
            <p:nvPr/>
          </p:nvGrpSpPr>
          <p:grpSpPr>
            <a:xfrm>
              <a:off x="4275677" y="3065525"/>
              <a:ext cx="334517" cy="380047"/>
              <a:chOff x="4275677" y="3065525"/>
              <a:chExt cx="334517" cy="380047"/>
            </a:xfrm>
          </p:grpSpPr>
          <p:grpSp>
            <p:nvGrpSpPr>
              <p:cNvPr id="1980" name="Google Shape;1980;p76"/>
              <p:cNvGrpSpPr/>
              <p:nvPr/>
            </p:nvGrpSpPr>
            <p:grpSpPr>
              <a:xfrm>
                <a:off x="4275677" y="3065525"/>
                <a:ext cx="334517" cy="380047"/>
                <a:chOff x="4275677" y="3065525"/>
                <a:chExt cx="334517" cy="380047"/>
              </a:xfrm>
            </p:grpSpPr>
            <p:grpSp>
              <p:nvGrpSpPr>
                <p:cNvPr id="1981" name="Google Shape;1981;p76"/>
                <p:cNvGrpSpPr/>
                <p:nvPr/>
              </p:nvGrpSpPr>
              <p:grpSpPr>
                <a:xfrm>
                  <a:off x="4275677" y="3301269"/>
                  <a:ext cx="334422" cy="144303"/>
                  <a:chOff x="4275677" y="3301269"/>
                  <a:chExt cx="334422" cy="144303"/>
                </a:xfrm>
              </p:grpSpPr>
              <p:sp>
                <p:nvSpPr>
                  <p:cNvPr id="1982" name="Google Shape;1982;p76"/>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3" name="Google Shape;1983;p76"/>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84" name="Google Shape;1984;p76"/>
                <p:cNvGrpSpPr/>
                <p:nvPr/>
              </p:nvGrpSpPr>
              <p:grpSpPr>
                <a:xfrm>
                  <a:off x="4275677" y="3183350"/>
                  <a:ext cx="334422" cy="144302"/>
                  <a:chOff x="4275677" y="3183350"/>
                  <a:chExt cx="334422" cy="144302"/>
                </a:xfrm>
              </p:grpSpPr>
              <p:sp>
                <p:nvSpPr>
                  <p:cNvPr id="1985" name="Google Shape;1985;p76"/>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6" name="Google Shape;1986;p76"/>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87" name="Google Shape;1987;p76"/>
                <p:cNvGrpSpPr/>
                <p:nvPr/>
              </p:nvGrpSpPr>
              <p:grpSpPr>
                <a:xfrm>
                  <a:off x="4275677" y="3065525"/>
                  <a:ext cx="334517" cy="144303"/>
                  <a:chOff x="4275677" y="3065525"/>
                  <a:chExt cx="334517" cy="144303"/>
                </a:xfrm>
              </p:grpSpPr>
              <p:sp>
                <p:nvSpPr>
                  <p:cNvPr id="1988" name="Google Shape;1988;p76"/>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9" name="Google Shape;1989;p76"/>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990" name="Google Shape;1990;p76"/>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1" name="Google Shape;1991;p76"/>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2" name="Google Shape;1992;p76"/>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993" name="Google Shape;1993;p76"/>
          <p:cNvGrpSpPr/>
          <p:nvPr/>
        </p:nvGrpSpPr>
        <p:grpSpPr>
          <a:xfrm flipH="1" rot="5400000">
            <a:off x="557972" y="4696603"/>
            <a:ext cx="16329" cy="218290"/>
            <a:chOff x="10809827" y="4402455"/>
            <a:chExt cx="24764" cy="330993"/>
          </a:xfrm>
        </p:grpSpPr>
        <p:sp>
          <p:nvSpPr>
            <p:cNvPr id="1994" name="Google Shape;1994;p76"/>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5" name="Google Shape;1995;p76"/>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6" name="Google Shape;1996;p76"/>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997" name="Google Shape;1997;p76"/>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6"/>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999" name="Shape 1999"/>
        <p:cNvGrpSpPr/>
        <p:nvPr/>
      </p:nvGrpSpPr>
      <p:grpSpPr>
        <a:xfrm>
          <a:off x="0" y="0"/>
          <a:ext cx="0" cy="0"/>
          <a:chOff x="0" y="0"/>
          <a:chExt cx="0" cy="0"/>
        </a:xfrm>
      </p:grpSpPr>
      <p:sp>
        <p:nvSpPr>
          <p:cNvPr id="2000" name="Google Shape;2000;p7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001" name="Google Shape;2001;p77"/>
          <p:cNvSpPr txBox="1"/>
          <p:nvPr>
            <p:ph idx="1" type="subTitle"/>
          </p:nvPr>
        </p:nvSpPr>
        <p:spPr>
          <a:xfrm>
            <a:off x="93762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002" name="Google Shape;2002;p77"/>
          <p:cNvSpPr txBox="1"/>
          <p:nvPr>
            <p:ph idx="2" type="subTitle"/>
          </p:nvPr>
        </p:nvSpPr>
        <p:spPr>
          <a:xfrm>
            <a:off x="3484347"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003" name="Google Shape;2003;p77"/>
          <p:cNvSpPr txBox="1"/>
          <p:nvPr>
            <p:ph idx="3" type="subTitle"/>
          </p:nvPr>
        </p:nvSpPr>
        <p:spPr>
          <a:xfrm>
            <a:off x="603107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004" name="Google Shape;2004;p77"/>
          <p:cNvSpPr txBox="1"/>
          <p:nvPr>
            <p:ph idx="4" type="subTitle"/>
          </p:nvPr>
        </p:nvSpPr>
        <p:spPr>
          <a:xfrm>
            <a:off x="93762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005" name="Google Shape;2005;p77"/>
          <p:cNvSpPr txBox="1"/>
          <p:nvPr>
            <p:ph idx="5" type="subTitle"/>
          </p:nvPr>
        </p:nvSpPr>
        <p:spPr>
          <a:xfrm>
            <a:off x="3484350"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006" name="Google Shape;2006;p77"/>
          <p:cNvSpPr txBox="1"/>
          <p:nvPr>
            <p:ph idx="6" type="subTitle"/>
          </p:nvPr>
        </p:nvSpPr>
        <p:spPr>
          <a:xfrm>
            <a:off x="603107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007" name="Google Shape;2007;p77"/>
          <p:cNvSpPr/>
          <p:nvPr/>
        </p:nvSpPr>
        <p:spPr>
          <a:xfrm flipH="1" rot="8800738">
            <a:off x="7902412" y="4181666"/>
            <a:ext cx="1680262" cy="1358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7"/>
          <p:cNvSpPr/>
          <p:nvPr/>
        </p:nvSpPr>
        <p:spPr>
          <a:xfrm flipH="1" rot="-8942362">
            <a:off x="-983149" y="4040244"/>
            <a:ext cx="2474148" cy="2000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7"/>
          <p:cNvSpPr/>
          <p:nvPr/>
        </p:nvSpPr>
        <p:spPr>
          <a:xfrm flipH="1" rot="1554271">
            <a:off x="7563507" y="-664049"/>
            <a:ext cx="2112334" cy="200257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7"/>
          <p:cNvSpPr/>
          <p:nvPr/>
        </p:nvSpPr>
        <p:spPr>
          <a:xfrm>
            <a:off x="62825" y="1725386"/>
            <a:ext cx="606206" cy="37384"/>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11" name="Google Shape;2011;p77"/>
          <p:cNvGrpSpPr/>
          <p:nvPr/>
        </p:nvGrpSpPr>
        <p:grpSpPr>
          <a:xfrm>
            <a:off x="96399" y="951293"/>
            <a:ext cx="552408" cy="792759"/>
            <a:chOff x="10519314" y="4728596"/>
            <a:chExt cx="751780" cy="1078731"/>
          </a:xfrm>
        </p:grpSpPr>
        <p:grpSp>
          <p:nvGrpSpPr>
            <p:cNvPr id="2012" name="Google Shape;2012;p77"/>
            <p:cNvGrpSpPr/>
            <p:nvPr/>
          </p:nvGrpSpPr>
          <p:grpSpPr>
            <a:xfrm>
              <a:off x="10519314" y="4728596"/>
              <a:ext cx="626662" cy="1078731"/>
              <a:chOff x="10519314" y="4728596"/>
              <a:chExt cx="626662" cy="1078731"/>
            </a:xfrm>
          </p:grpSpPr>
          <p:grpSp>
            <p:nvGrpSpPr>
              <p:cNvPr id="2013" name="Google Shape;2013;p77"/>
              <p:cNvGrpSpPr/>
              <p:nvPr/>
            </p:nvGrpSpPr>
            <p:grpSpPr>
              <a:xfrm>
                <a:off x="10903220" y="4888205"/>
                <a:ext cx="242756" cy="919122"/>
                <a:chOff x="10903220" y="4888205"/>
                <a:chExt cx="242756" cy="919122"/>
              </a:xfrm>
            </p:grpSpPr>
            <p:sp>
              <p:nvSpPr>
                <p:cNvPr id="2014" name="Google Shape;2014;p77"/>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5" name="Google Shape;2015;p77"/>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6" name="Google Shape;2016;p77"/>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17" name="Google Shape;2017;p77"/>
                <p:cNvGrpSpPr/>
                <p:nvPr/>
              </p:nvGrpSpPr>
              <p:grpSpPr>
                <a:xfrm>
                  <a:off x="11014221" y="5588618"/>
                  <a:ext cx="100021" cy="114784"/>
                  <a:chOff x="11014221" y="5588618"/>
                  <a:chExt cx="100021" cy="114784"/>
                </a:xfrm>
              </p:grpSpPr>
              <p:sp>
                <p:nvSpPr>
                  <p:cNvPr id="2018" name="Google Shape;2018;p77"/>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9" name="Google Shape;2019;p77"/>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0" name="Google Shape;2020;p77"/>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1" name="Google Shape;2021;p77"/>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022" name="Google Shape;2022;p77"/>
              <p:cNvGrpSpPr/>
              <p:nvPr/>
            </p:nvGrpSpPr>
            <p:grpSpPr>
              <a:xfrm>
                <a:off x="10718623" y="4728596"/>
                <a:ext cx="229169" cy="1075979"/>
                <a:chOff x="10718623" y="4728596"/>
                <a:chExt cx="229169" cy="1075979"/>
              </a:xfrm>
            </p:grpSpPr>
            <p:sp>
              <p:nvSpPr>
                <p:cNvPr id="2023" name="Google Shape;2023;p77"/>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4" name="Google Shape;2024;p77"/>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25" name="Google Shape;2025;p77"/>
                <p:cNvGrpSpPr/>
                <p:nvPr/>
              </p:nvGrpSpPr>
              <p:grpSpPr>
                <a:xfrm>
                  <a:off x="10765015" y="5040134"/>
                  <a:ext cx="116314" cy="49775"/>
                  <a:chOff x="10765015" y="5040134"/>
                  <a:chExt cx="116314" cy="49775"/>
                </a:xfrm>
              </p:grpSpPr>
              <p:sp>
                <p:nvSpPr>
                  <p:cNvPr id="2026" name="Google Shape;2026;p77"/>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7" name="Google Shape;2027;p77"/>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28" name="Google Shape;2028;p77"/>
                <p:cNvGrpSpPr/>
                <p:nvPr/>
              </p:nvGrpSpPr>
              <p:grpSpPr>
                <a:xfrm>
                  <a:off x="10784825" y="5436314"/>
                  <a:ext cx="116414" cy="49961"/>
                  <a:chOff x="10784825" y="5436314"/>
                  <a:chExt cx="116414" cy="49961"/>
                </a:xfrm>
              </p:grpSpPr>
              <p:sp>
                <p:nvSpPr>
                  <p:cNvPr id="2029" name="Google Shape;2029;p77"/>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0" name="Google Shape;2030;p77"/>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031" name="Google Shape;2031;p77"/>
              <p:cNvGrpSpPr/>
              <p:nvPr/>
            </p:nvGrpSpPr>
            <p:grpSpPr>
              <a:xfrm>
                <a:off x="10519314" y="4813458"/>
                <a:ext cx="202120" cy="992123"/>
                <a:chOff x="10519314" y="4813458"/>
                <a:chExt cx="202120" cy="992123"/>
              </a:xfrm>
            </p:grpSpPr>
            <p:sp>
              <p:nvSpPr>
                <p:cNvPr id="2032" name="Google Shape;2032;p77"/>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3" name="Google Shape;2033;p77"/>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34" name="Google Shape;2034;p77"/>
                <p:cNvGrpSpPr/>
                <p:nvPr/>
              </p:nvGrpSpPr>
              <p:grpSpPr>
                <a:xfrm>
                  <a:off x="10556176" y="5465730"/>
                  <a:ext cx="128397" cy="44196"/>
                  <a:chOff x="10556176" y="5465730"/>
                  <a:chExt cx="128397" cy="44196"/>
                </a:xfrm>
              </p:grpSpPr>
              <p:sp>
                <p:nvSpPr>
                  <p:cNvPr id="2035" name="Google Shape;2035;p77"/>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6" name="Google Shape;2036;p77"/>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37" name="Google Shape;2037;p77"/>
                <p:cNvGrpSpPr/>
                <p:nvPr/>
              </p:nvGrpSpPr>
              <p:grpSpPr>
                <a:xfrm>
                  <a:off x="10556176" y="5689187"/>
                  <a:ext cx="128397" cy="44196"/>
                  <a:chOff x="10556176" y="5689187"/>
                  <a:chExt cx="128397" cy="44196"/>
                </a:xfrm>
              </p:grpSpPr>
              <p:sp>
                <p:nvSpPr>
                  <p:cNvPr id="2038" name="Google Shape;2038;p77"/>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9" name="Google Shape;2039;p77"/>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2040" name="Google Shape;2040;p77"/>
            <p:cNvGrpSpPr/>
            <p:nvPr/>
          </p:nvGrpSpPr>
          <p:grpSpPr>
            <a:xfrm>
              <a:off x="11058042" y="5088325"/>
              <a:ext cx="213052" cy="717953"/>
              <a:chOff x="11058042" y="5088325"/>
              <a:chExt cx="213052" cy="717953"/>
            </a:xfrm>
          </p:grpSpPr>
          <p:sp>
            <p:nvSpPr>
              <p:cNvPr id="2041" name="Google Shape;2041;p77"/>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2" name="Google Shape;2042;p77"/>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043" name="Google Shape;2043;p77"/>
          <p:cNvGrpSpPr/>
          <p:nvPr/>
        </p:nvGrpSpPr>
        <p:grpSpPr>
          <a:xfrm>
            <a:off x="135453" y="69369"/>
            <a:ext cx="426307" cy="643642"/>
            <a:chOff x="10572463" y="3528536"/>
            <a:chExt cx="580168" cy="875823"/>
          </a:xfrm>
        </p:grpSpPr>
        <p:grpSp>
          <p:nvGrpSpPr>
            <p:cNvPr id="2044" name="Google Shape;2044;p77"/>
            <p:cNvGrpSpPr/>
            <p:nvPr/>
          </p:nvGrpSpPr>
          <p:grpSpPr>
            <a:xfrm>
              <a:off x="10713815" y="3528536"/>
              <a:ext cx="438816" cy="746664"/>
              <a:chOff x="10713815" y="3528536"/>
              <a:chExt cx="438816" cy="746664"/>
            </a:xfrm>
          </p:grpSpPr>
          <p:sp>
            <p:nvSpPr>
              <p:cNvPr id="2045" name="Google Shape;2045;p77"/>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46" name="Google Shape;2046;p77"/>
              <p:cNvGrpSpPr/>
              <p:nvPr/>
            </p:nvGrpSpPr>
            <p:grpSpPr>
              <a:xfrm>
                <a:off x="10776489" y="3625310"/>
                <a:ext cx="313848" cy="288226"/>
                <a:chOff x="10776489" y="3625310"/>
                <a:chExt cx="313848" cy="288226"/>
              </a:xfrm>
            </p:grpSpPr>
            <p:sp>
              <p:nvSpPr>
                <p:cNvPr id="2047" name="Google Shape;2047;p77"/>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8" name="Google Shape;2048;p77"/>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9" name="Google Shape;2049;p77"/>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0" name="Google Shape;2050;p77"/>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1" name="Google Shape;2051;p77"/>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2" name="Google Shape;2052;p77"/>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53" name="Google Shape;2053;p77"/>
              <p:cNvGrpSpPr/>
              <p:nvPr/>
            </p:nvGrpSpPr>
            <p:grpSpPr>
              <a:xfrm>
                <a:off x="10776489" y="3999547"/>
                <a:ext cx="313848" cy="181546"/>
                <a:chOff x="10776489" y="3999547"/>
                <a:chExt cx="313848" cy="181546"/>
              </a:xfrm>
            </p:grpSpPr>
            <p:sp>
              <p:nvSpPr>
                <p:cNvPr id="2054" name="Google Shape;2054;p77"/>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5" name="Google Shape;2055;p77"/>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6" name="Google Shape;2056;p77"/>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7" name="Google Shape;2057;p77"/>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58" name="Google Shape;2058;p77"/>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59" name="Google Shape;2059;p77"/>
            <p:cNvGrpSpPr/>
            <p:nvPr/>
          </p:nvGrpSpPr>
          <p:grpSpPr>
            <a:xfrm>
              <a:off x="10572463" y="3657790"/>
              <a:ext cx="438817" cy="746569"/>
              <a:chOff x="10572463" y="3657790"/>
              <a:chExt cx="438817" cy="746569"/>
            </a:xfrm>
          </p:grpSpPr>
          <p:sp>
            <p:nvSpPr>
              <p:cNvPr id="2060" name="Google Shape;2060;p77"/>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61" name="Google Shape;2061;p77"/>
              <p:cNvGrpSpPr/>
              <p:nvPr/>
            </p:nvGrpSpPr>
            <p:grpSpPr>
              <a:xfrm>
                <a:off x="10635138" y="3754469"/>
                <a:ext cx="313848" cy="288321"/>
                <a:chOff x="10635138" y="3754469"/>
                <a:chExt cx="313848" cy="288321"/>
              </a:xfrm>
            </p:grpSpPr>
            <p:sp>
              <p:nvSpPr>
                <p:cNvPr id="2062" name="Google Shape;2062;p77"/>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3" name="Google Shape;2063;p77"/>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4" name="Google Shape;2064;p77"/>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5" name="Google Shape;2065;p77"/>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6" name="Google Shape;2066;p77"/>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7" name="Google Shape;2067;p77"/>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68" name="Google Shape;2068;p77"/>
              <p:cNvGrpSpPr/>
              <p:nvPr/>
            </p:nvGrpSpPr>
            <p:grpSpPr>
              <a:xfrm>
                <a:off x="10635138" y="4128801"/>
                <a:ext cx="313848" cy="181547"/>
                <a:chOff x="10635138" y="4128801"/>
                <a:chExt cx="313848" cy="181547"/>
              </a:xfrm>
            </p:grpSpPr>
            <p:sp>
              <p:nvSpPr>
                <p:cNvPr id="2069" name="Google Shape;2069;p77"/>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0" name="Google Shape;2070;p77"/>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1" name="Google Shape;2071;p77"/>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2" name="Google Shape;2072;p77"/>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73" name="Google Shape;2073;p77"/>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074" name="Google Shape;2074;p77"/>
          <p:cNvGrpSpPr/>
          <p:nvPr/>
        </p:nvGrpSpPr>
        <p:grpSpPr>
          <a:xfrm>
            <a:off x="309868" y="711612"/>
            <a:ext cx="18197" cy="243247"/>
            <a:chOff x="10809827" y="4402455"/>
            <a:chExt cx="24764" cy="330993"/>
          </a:xfrm>
        </p:grpSpPr>
        <p:sp>
          <p:nvSpPr>
            <p:cNvPr id="2075" name="Google Shape;2075;p77"/>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6" name="Google Shape;2076;p77"/>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7" name="Google Shape;2077;p77"/>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78" name="Google Shape;2078;p77"/>
          <p:cNvGrpSpPr/>
          <p:nvPr/>
        </p:nvGrpSpPr>
        <p:grpSpPr>
          <a:xfrm>
            <a:off x="8421644" y="1045085"/>
            <a:ext cx="396068" cy="717683"/>
            <a:chOff x="1945386" y="5582316"/>
            <a:chExt cx="470725" cy="852963"/>
          </a:xfrm>
        </p:grpSpPr>
        <p:grpSp>
          <p:nvGrpSpPr>
            <p:cNvPr id="2079" name="Google Shape;2079;p77"/>
            <p:cNvGrpSpPr/>
            <p:nvPr/>
          </p:nvGrpSpPr>
          <p:grpSpPr>
            <a:xfrm>
              <a:off x="1945386" y="5582316"/>
              <a:ext cx="470725" cy="852963"/>
              <a:chOff x="1945386" y="5582316"/>
              <a:chExt cx="470725" cy="852963"/>
            </a:xfrm>
          </p:grpSpPr>
          <p:sp>
            <p:nvSpPr>
              <p:cNvPr id="2080" name="Google Shape;2080;p77"/>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1" name="Google Shape;2081;p77"/>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82" name="Google Shape;2082;p77"/>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83" name="Google Shape;2083;p77"/>
          <p:cNvGrpSpPr/>
          <p:nvPr/>
        </p:nvGrpSpPr>
        <p:grpSpPr>
          <a:xfrm>
            <a:off x="8088695" y="57742"/>
            <a:ext cx="1061979" cy="558999"/>
            <a:chOff x="3859815" y="2867310"/>
            <a:chExt cx="1262157" cy="664368"/>
          </a:xfrm>
        </p:grpSpPr>
        <p:sp>
          <p:nvSpPr>
            <p:cNvPr id="2084" name="Google Shape;2084;p77"/>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85" name="Google Shape;2085;p77"/>
            <p:cNvGrpSpPr/>
            <p:nvPr/>
          </p:nvGrpSpPr>
          <p:grpSpPr>
            <a:xfrm>
              <a:off x="4275677" y="3065525"/>
              <a:ext cx="334517" cy="380047"/>
              <a:chOff x="4275677" y="3065525"/>
              <a:chExt cx="334517" cy="380047"/>
            </a:xfrm>
          </p:grpSpPr>
          <p:grpSp>
            <p:nvGrpSpPr>
              <p:cNvPr id="2086" name="Google Shape;2086;p77"/>
              <p:cNvGrpSpPr/>
              <p:nvPr/>
            </p:nvGrpSpPr>
            <p:grpSpPr>
              <a:xfrm>
                <a:off x="4275677" y="3065525"/>
                <a:ext cx="334517" cy="380047"/>
                <a:chOff x="4275677" y="3065525"/>
                <a:chExt cx="334517" cy="380047"/>
              </a:xfrm>
            </p:grpSpPr>
            <p:grpSp>
              <p:nvGrpSpPr>
                <p:cNvPr id="2087" name="Google Shape;2087;p77"/>
                <p:cNvGrpSpPr/>
                <p:nvPr/>
              </p:nvGrpSpPr>
              <p:grpSpPr>
                <a:xfrm>
                  <a:off x="4275677" y="3301269"/>
                  <a:ext cx="334422" cy="144303"/>
                  <a:chOff x="4275677" y="3301269"/>
                  <a:chExt cx="334422" cy="144303"/>
                </a:xfrm>
              </p:grpSpPr>
              <p:sp>
                <p:nvSpPr>
                  <p:cNvPr id="2088" name="Google Shape;2088;p77"/>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9" name="Google Shape;2089;p77"/>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90" name="Google Shape;2090;p77"/>
                <p:cNvGrpSpPr/>
                <p:nvPr/>
              </p:nvGrpSpPr>
              <p:grpSpPr>
                <a:xfrm>
                  <a:off x="4275677" y="3183350"/>
                  <a:ext cx="334422" cy="144302"/>
                  <a:chOff x="4275677" y="3183350"/>
                  <a:chExt cx="334422" cy="144302"/>
                </a:xfrm>
              </p:grpSpPr>
              <p:sp>
                <p:nvSpPr>
                  <p:cNvPr id="2091" name="Google Shape;2091;p77"/>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2" name="Google Shape;2092;p77"/>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93" name="Google Shape;2093;p77"/>
                <p:cNvGrpSpPr/>
                <p:nvPr/>
              </p:nvGrpSpPr>
              <p:grpSpPr>
                <a:xfrm>
                  <a:off x="4275677" y="3065525"/>
                  <a:ext cx="334517" cy="144303"/>
                  <a:chOff x="4275677" y="3065525"/>
                  <a:chExt cx="334517" cy="144303"/>
                </a:xfrm>
              </p:grpSpPr>
              <p:sp>
                <p:nvSpPr>
                  <p:cNvPr id="2094" name="Google Shape;2094;p77"/>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5" name="Google Shape;2095;p77"/>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096" name="Google Shape;2096;p77"/>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7" name="Google Shape;2097;p77"/>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8" name="Google Shape;2098;p77"/>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099" name="Google Shape;2099;p77"/>
          <p:cNvGrpSpPr/>
          <p:nvPr/>
        </p:nvGrpSpPr>
        <p:grpSpPr>
          <a:xfrm>
            <a:off x="8582238" y="611818"/>
            <a:ext cx="33124" cy="442802"/>
            <a:chOff x="10809827" y="4402455"/>
            <a:chExt cx="24764" cy="330993"/>
          </a:xfrm>
        </p:grpSpPr>
        <p:sp>
          <p:nvSpPr>
            <p:cNvPr id="2100" name="Google Shape;2100;p77"/>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1" name="Google Shape;2101;p77"/>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2" name="Google Shape;2102;p77"/>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2103" name="Shape 2103"/>
        <p:cNvGrpSpPr/>
        <p:nvPr/>
      </p:nvGrpSpPr>
      <p:grpSpPr>
        <a:xfrm>
          <a:off x="0" y="0"/>
          <a:ext cx="0" cy="0"/>
          <a:chOff x="0" y="0"/>
          <a:chExt cx="0" cy="0"/>
        </a:xfrm>
      </p:grpSpPr>
      <p:sp>
        <p:nvSpPr>
          <p:cNvPr id="2104" name="Google Shape;2104;p7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105" name="Google Shape;2105;p78"/>
          <p:cNvSpPr txBox="1"/>
          <p:nvPr>
            <p:ph idx="1" type="subTitle"/>
          </p:nvPr>
        </p:nvSpPr>
        <p:spPr>
          <a:xfrm>
            <a:off x="1253225"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106" name="Google Shape;2106;p78"/>
          <p:cNvSpPr txBox="1"/>
          <p:nvPr>
            <p:ph idx="2" type="subTitle"/>
          </p:nvPr>
        </p:nvSpPr>
        <p:spPr>
          <a:xfrm>
            <a:off x="5079776"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107" name="Google Shape;2107;p78"/>
          <p:cNvSpPr txBox="1"/>
          <p:nvPr>
            <p:ph idx="3" type="subTitle"/>
          </p:nvPr>
        </p:nvSpPr>
        <p:spPr>
          <a:xfrm>
            <a:off x="1253225"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108" name="Google Shape;2108;p78"/>
          <p:cNvSpPr txBox="1"/>
          <p:nvPr>
            <p:ph idx="4" type="subTitle"/>
          </p:nvPr>
        </p:nvSpPr>
        <p:spPr>
          <a:xfrm>
            <a:off x="5079776"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109" name="Google Shape;2109;p78"/>
          <p:cNvSpPr txBox="1"/>
          <p:nvPr>
            <p:ph idx="5" type="subTitle"/>
          </p:nvPr>
        </p:nvSpPr>
        <p:spPr>
          <a:xfrm>
            <a:off x="1253225"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110" name="Google Shape;2110;p78"/>
          <p:cNvSpPr txBox="1"/>
          <p:nvPr>
            <p:ph idx="6" type="subTitle"/>
          </p:nvPr>
        </p:nvSpPr>
        <p:spPr>
          <a:xfrm>
            <a:off x="1253225"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111" name="Google Shape;2111;p78"/>
          <p:cNvSpPr txBox="1"/>
          <p:nvPr>
            <p:ph idx="7" type="subTitle"/>
          </p:nvPr>
        </p:nvSpPr>
        <p:spPr>
          <a:xfrm>
            <a:off x="5079750"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112" name="Google Shape;2112;p78"/>
          <p:cNvSpPr txBox="1"/>
          <p:nvPr>
            <p:ph idx="8" type="subTitle"/>
          </p:nvPr>
        </p:nvSpPr>
        <p:spPr>
          <a:xfrm>
            <a:off x="5079750"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113" name="Google Shape;2113;p78"/>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8"/>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5" name="Google Shape;2115;p78"/>
          <p:cNvGrpSpPr/>
          <p:nvPr/>
        </p:nvGrpSpPr>
        <p:grpSpPr>
          <a:xfrm>
            <a:off x="65066" y="4373044"/>
            <a:ext cx="878158" cy="654532"/>
            <a:chOff x="1114425" y="4361211"/>
            <a:chExt cx="573023" cy="427101"/>
          </a:xfrm>
        </p:grpSpPr>
        <p:grpSp>
          <p:nvGrpSpPr>
            <p:cNvPr id="2116" name="Google Shape;2116;p78"/>
            <p:cNvGrpSpPr/>
            <p:nvPr/>
          </p:nvGrpSpPr>
          <p:grpSpPr>
            <a:xfrm>
              <a:off x="1114425" y="4361211"/>
              <a:ext cx="573023" cy="427101"/>
              <a:chOff x="1114425" y="4361211"/>
              <a:chExt cx="573023" cy="427101"/>
            </a:xfrm>
          </p:grpSpPr>
          <p:sp>
            <p:nvSpPr>
              <p:cNvPr id="2117" name="Google Shape;2117;p78"/>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8" name="Google Shape;2118;p78"/>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9" name="Google Shape;2119;p78"/>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20" name="Google Shape;2120;p78"/>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21" name="Google Shape;2121;p78"/>
          <p:cNvGrpSpPr/>
          <p:nvPr/>
        </p:nvGrpSpPr>
        <p:grpSpPr>
          <a:xfrm>
            <a:off x="8114970" y="266839"/>
            <a:ext cx="829992" cy="750888"/>
            <a:chOff x="8114596" y="445039"/>
            <a:chExt cx="633002" cy="572716"/>
          </a:xfrm>
        </p:grpSpPr>
        <p:grpSp>
          <p:nvGrpSpPr>
            <p:cNvPr id="2122" name="Google Shape;2122;p78"/>
            <p:cNvGrpSpPr/>
            <p:nvPr/>
          </p:nvGrpSpPr>
          <p:grpSpPr>
            <a:xfrm>
              <a:off x="8114596" y="445039"/>
              <a:ext cx="633002" cy="572716"/>
              <a:chOff x="7189660" y="520827"/>
              <a:chExt cx="598074" cy="541115"/>
            </a:xfrm>
          </p:grpSpPr>
          <p:sp>
            <p:nvSpPr>
              <p:cNvPr id="2123" name="Google Shape;2123;p78"/>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24" name="Google Shape;2124;p78"/>
              <p:cNvGrpSpPr/>
              <p:nvPr/>
            </p:nvGrpSpPr>
            <p:grpSpPr>
              <a:xfrm>
                <a:off x="7579137" y="551973"/>
                <a:ext cx="164782" cy="41529"/>
                <a:chOff x="7579137" y="551973"/>
                <a:chExt cx="164782" cy="41529"/>
              </a:xfrm>
            </p:grpSpPr>
            <p:sp>
              <p:nvSpPr>
                <p:cNvPr id="2125" name="Google Shape;2125;p78"/>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6" name="Google Shape;2126;p78"/>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7" name="Google Shape;2127;p78"/>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128" name="Google Shape;2128;p78"/>
            <p:cNvGrpSpPr/>
            <p:nvPr/>
          </p:nvGrpSpPr>
          <p:grpSpPr>
            <a:xfrm>
              <a:off x="8184962" y="619646"/>
              <a:ext cx="498115" cy="257273"/>
              <a:chOff x="7256144" y="685800"/>
              <a:chExt cx="470630" cy="243077"/>
            </a:xfrm>
          </p:grpSpPr>
          <p:sp>
            <p:nvSpPr>
              <p:cNvPr id="2129" name="Google Shape;2129;p78"/>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30" name="Google Shape;2130;p78"/>
              <p:cNvGrpSpPr/>
              <p:nvPr/>
            </p:nvGrpSpPr>
            <p:grpSpPr>
              <a:xfrm>
                <a:off x="7512843" y="685800"/>
                <a:ext cx="213931" cy="243077"/>
                <a:chOff x="7512843" y="685800"/>
                <a:chExt cx="213931" cy="243077"/>
              </a:xfrm>
            </p:grpSpPr>
            <p:grpSp>
              <p:nvGrpSpPr>
                <p:cNvPr id="2131" name="Google Shape;2131;p78"/>
                <p:cNvGrpSpPr/>
                <p:nvPr/>
              </p:nvGrpSpPr>
              <p:grpSpPr>
                <a:xfrm>
                  <a:off x="7512843" y="836580"/>
                  <a:ext cx="213931" cy="92297"/>
                  <a:chOff x="7512843" y="836580"/>
                  <a:chExt cx="213931" cy="92297"/>
                </a:xfrm>
              </p:grpSpPr>
              <p:sp>
                <p:nvSpPr>
                  <p:cNvPr id="2132" name="Google Shape;2132;p78"/>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3" name="Google Shape;2133;p78"/>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34" name="Google Shape;2134;p78"/>
                <p:cNvGrpSpPr/>
                <p:nvPr/>
              </p:nvGrpSpPr>
              <p:grpSpPr>
                <a:xfrm>
                  <a:off x="7512843" y="761238"/>
                  <a:ext cx="213931" cy="92296"/>
                  <a:chOff x="7512843" y="761238"/>
                  <a:chExt cx="213931" cy="92296"/>
                </a:xfrm>
              </p:grpSpPr>
              <p:sp>
                <p:nvSpPr>
                  <p:cNvPr id="2135" name="Google Shape;2135;p78"/>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6" name="Google Shape;2136;p78"/>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37" name="Google Shape;2137;p78"/>
                <p:cNvGrpSpPr/>
                <p:nvPr/>
              </p:nvGrpSpPr>
              <p:grpSpPr>
                <a:xfrm>
                  <a:off x="7512843" y="685800"/>
                  <a:ext cx="213931" cy="92297"/>
                  <a:chOff x="7512843" y="685800"/>
                  <a:chExt cx="213931" cy="92297"/>
                </a:xfrm>
              </p:grpSpPr>
              <p:sp>
                <p:nvSpPr>
                  <p:cNvPr id="2138" name="Google Shape;2138;p78"/>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9" name="Google Shape;2139;p78"/>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2140" name="Shape 2140"/>
        <p:cNvGrpSpPr/>
        <p:nvPr/>
      </p:nvGrpSpPr>
      <p:grpSpPr>
        <a:xfrm>
          <a:off x="0" y="0"/>
          <a:ext cx="0" cy="0"/>
          <a:chOff x="0" y="0"/>
          <a:chExt cx="0" cy="0"/>
        </a:xfrm>
      </p:grpSpPr>
      <p:sp>
        <p:nvSpPr>
          <p:cNvPr id="2141" name="Google Shape;2141;p7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142" name="Google Shape;2142;p79"/>
          <p:cNvSpPr txBox="1"/>
          <p:nvPr>
            <p:ph idx="1" type="subTitle"/>
          </p:nvPr>
        </p:nvSpPr>
        <p:spPr>
          <a:xfrm>
            <a:off x="723900" y="171015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143" name="Google Shape;2143;p79"/>
          <p:cNvSpPr txBox="1"/>
          <p:nvPr>
            <p:ph idx="2" type="subTitle"/>
          </p:nvPr>
        </p:nvSpPr>
        <p:spPr>
          <a:xfrm>
            <a:off x="3577144"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144" name="Google Shape;2144;p79"/>
          <p:cNvSpPr txBox="1"/>
          <p:nvPr>
            <p:ph idx="3" type="subTitle"/>
          </p:nvPr>
        </p:nvSpPr>
        <p:spPr>
          <a:xfrm>
            <a:off x="723900"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145" name="Google Shape;2145;p79"/>
          <p:cNvSpPr txBox="1"/>
          <p:nvPr>
            <p:ph idx="4" type="subTitle"/>
          </p:nvPr>
        </p:nvSpPr>
        <p:spPr>
          <a:xfrm>
            <a:off x="3577144"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146" name="Google Shape;2146;p79"/>
          <p:cNvSpPr txBox="1"/>
          <p:nvPr>
            <p:ph idx="5" type="subTitle"/>
          </p:nvPr>
        </p:nvSpPr>
        <p:spPr>
          <a:xfrm>
            <a:off x="6430388"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147" name="Google Shape;2147;p79"/>
          <p:cNvSpPr txBox="1"/>
          <p:nvPr>
            <p:ph idx="6" type="subTitle"/>
          </p:nvPr>
        </p:nvSpPr>
        <p:spPr>
          <a:xfrm>
            <a:off x="6430388"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148" name="Google Shape;2148;p79"/>
          <p:cNvSpPr txBox="1"/>
          <p:nvPr>
            <p:ph idx="7" type="subTitle"/>
          </p:nvPr>
        </p:nvSpPr>
        <p:spPr>
          <a:xfrm>
            <a:off x="731700" y="1060275"/>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149" name="Google Shape;2149;p79"/>
          <p:cNvSpPr txBox="1"/>
          <p:nvPr>
            <p:ph idx="8" type="subTitle"/>
          </p:nvPr>
        </p:nvSpPr>
        <p:spPr>
          <a:xfrm>
            <a:off x="3582994"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150" name="Google Shape;2150;p79"/>
          <p:cNvSpPr txBox="1"/>
          <p:nvPr>
            <p:ph idx="9" type="subTitle"/>
          </p:nvPr>
        </p:nvSpPr>
        <p:spPr>
          <a:xfrm>
            <a:off x="6434288"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151" name="Google Shape;2151;p79"/>
          <p:cNvSpPr txBox="1"/>
          <p:nvPr>
            <p:ph idx="13" type="subTitle"/>
          </p:nvPr>
        </p:nvSpPr>
        <p:spPr>
          <a:xfrm>
            <a:off x="723900" y="2845800"/>
            <a:ext cx="19860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152" name="Google Shape;2152;p79"/>
          <p:cNvSpPr txBox="1"/>
          <p:nvPr>
            <p:ph idx="14" type="subTitle"/>
          </p:nvPr>
        </p:nvSpPr>
        <p:spPr>
          <a:xfrm>
            <a:off x="3582995"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153" name="Google Shape;2153;p79"/>
          <p:cNvSpPr txBox="1"/>
          <p:nvPr>
            <p:ph idx="15" type="subTitle"/>
          </p:nvPr>
        </p:nvSpPr>
        <p:spPr>
          <a:xfrm>
            <a:off x="6434290"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154" name="Google Shape;2154;p79"/>
          <p:cNvSpPr/>
          <p:nvPr/>
        </p:nvSpPr>
        <p:spPr>
          <a:xfrm flipH="1" rot="-3263452">
            <a:off x="7372110" y="40383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9"/>
          <p:cNvSpPr/>
          <p:nvPr/>
        </p:nvSpPr>
        <p:spPr>
          <a:xfrm flipH="1" rot="531647">
            <a:off x="-1621232" y="4095570"/>
            <a:ext cx="2581069" cy="208704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9"/>
          <p:cNvSpPr/>
          <p:nvPr/>
        </p:nvSpPr>
        <p:spPr>
          <a:xfrm flipH="1" rot="460658">
            <a:off x="7344116" y="-1448948"/>
            <a:ext cx="3053845" cy="246933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7" name="Google Shape;2157;p79"/>
          <p:cNvGrpSpPr/>
          <p:nvPr/>
        </p:nvGrpSpPr>
        <p:grpSpPr>
          <a:xfrm>
            <a:off x="7931872" y="177093"/>
            <a:ext cx="997823" cy="737095"/>
            <a:chOff x="7931872" y="177093"/>
            <a:chExt cx="997823" cy="737095"/>
          </a:xfrm>
        </p:grpSpPr>
        <p:grpSp>
          <p:nvGrpSpPr>
            <p:cNvPr id="2158" name="Google Shape;2158;p79"/>
            <p:cNvGrpSpPr/>
            <p:nvPr/>
          </p:nvGrpSpPr>
          <p:grpSpPr>
            <a:xfrm>
              <a:off x="7931872" y="177093"/>
              <a:ext cx="919725" cy="318025"/>
              <a:chOff x="7230903" y="4635722"/>
              <a:chExt cx="652843" cy="225742"/>
            </a:xfrm>
          </p:grpSpPr>
          <p:sp>
            <p:nvSpPr>
              <p:cNvPr id="2159" name="Google Shape;2159;p79"/>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0" name="Google Shape;2160;p79"/>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61" name="Google Shape;2161;p79"/>
              <p:cNvGrpSpPr/>
              <p:nvPr/>
            </p:nvGrpSpPr>
            <p:grpSpPr>
              <a:xfrm>
                <a:off x="7487126" y="4676394"/>
                <a:ext cx="332041" cy="142684"/>
                <a:chOff x="7487126" y="4676394"/>
                <a:chExt cx="332041" cy="142684"/>
              </a:xfrm>
            </p:grpSpPr>
            <p:sp>
              <p:nvSpPr>
                <p:cNvPr id="2162" name="Google Shape;2162;p79"/>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3" name="Google Shape;2163;p79"/>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4" name="Google Shape;2164;p79"/>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5" name="Google Shape;2165;p79"/>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166" name="Google Shape;2166;p79"/>
            <p:cNvGrpSpPr/>
            <p:nvPr/>
          </p:nvGrpSpPr>
          <p:grpSpPr>
            <a:xfrm>
              <a:off x="7931872" y="596163"/>
              <a:ext cx="919725" cy="318025"/>
              <a:chOff x="7230903" y="4933188"/>
              <a:chExt cx="652843" cy="225742"/>
            </a:xfrm>
          </p:grpSpPr>
          <p:grpSp>
            <p:nvGrpSpPr>
              <p:cNvPr id="2167" name="Google Shape;2167;p79"/>
              <p:cNvGrpSpPr/>
              <p:nvPr/>
            </p:nvGrpSpPr>
            <p:grpSpPr>
              <a:xfrm>
                <a:off x="7230903" y="4933188"/>
                <a:ext cx="652843" cy="225742"/>
                <a:chOff x="7230903" y="4933188"/>
                <a:chExt cx="652843" cy="225742"/>
              </a:xfrm>
            </p:grpSpPr>
            <p:sp>
              <p:nvSpPr>
                <p:cNvPr id="2168" name="Google Shape;2168;p79"/>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9" name="Google Shape;2169;p79"/>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70" name="Google Shape;2170;p79"/>
                <p:cNvGrpSpPr/>
                <p:nvPr/>
              </p:nvGrpSpPr>
              <p:grpSpPr>
                <a:xfrm>
                  <a:off x="7487126" y="4973859"/>
                  <a:ext cx="332041" cy="142684"/>
                  <a:chOff x="7487126" y="4973859"/>
                  <a:chExt cx="332041" cy="142684"/>
                </a:xfrm>
              </p:grpSpPr>
              <p:sp>
                <p:nvSpPr>
                  <p:cNvPr id="2171" name="Google Shape;2171;p79"/>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2" name="Google Shape;2172;p79"/>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3" name="Google Shape;2173;p79"/>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4" name="Google Shape;2174;p79"/>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175" name="Google Shape;2175;p79"/>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76" name="Google Shape;2176;p79"/>
            <p:cNvGrpSpPr/>
            <p:nvPr/>
          </p:nvGrpSpPr>
          <p:grpSpPr>
            <a:xfrm>
              <a:off x="8756326" y="539537"/>
              <a:ext cx="173370" cy="112691"/>
              <a:chOff x="7816120" y="4892994"/>
              <a:chExt cx="123062" cy="79991"/>
            </a:xfrm>
          </p:grpSpPr>
          <p:grpSp>
            <p:nvGrpSpPr>
              <p:cNvPr id="2177" name="Google Shape;2177;p79"/>
              <p:cNvGrpSpPr/>
              <p:nvPr/>
            </p:nvGrpSpPr>
            <p:grpSpPr>
              <a:xfrm>
                <a:off x="7816120" y="4902803"/>
                <a:ext cx="123062" cy="63817"/>
                <a:chOff x="7816120" y="4902803"/>
                <a:chExt cx="123062" cy="63817"/>
              </a:xfrm>
            </p:grpSpPr>
            <p:sp>
              <p:nvSpPr>
                <p:cNvPr id="2178" name="Google Shape;2178;p79"/>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9" name="Google Shape;2179;p79"/>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80" name="Google Shape;2180;p79"/>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2181" name="Shape 2181"/>
        <p:cNvGrpSpPr/>
        <p:nvPr/>
      </p:nvGrpSpPr>
      <p:grpSpPr>
        <a:xfrm>
          <a:off x="0" y="0"/>
          <a:ext cx="0" cy="0"/>
          <a:chOff x="0" y="0"/>
          <a:chExt cx="0" cy="0"/>
        </a:xfrm>
      </p:grpSpPr>
      <p:sp>
        <p:nvSpPr>
          <p:cNvPr id="2182" name="Google Shape;2182;p80"/>
          <p:cNvSpPr txBox="1"/>
          <p:nvPr>
            <p:ph hasCustomPrompt="1" type="title"/>
          </p:nvPr>
        </p:nvSpPr>
        <p:spPr>
          <a:xfrm>
            <a:off x="798388"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2183" name="Google Shape;2183;p80"/>
          <p:cNvSpPr txBox="1"/>
          <p:nvPr>
            <p:ph idx="1" type="subTitle"/>
          </p:nvPr>
        </p:nvSpPr>
        <p:spPr>
          <a:xfrm>
            <a:off x="798388"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2184" name="Google Shape;2184;p80"/>
          <p:cNvSpPr txBox="1"/>
          <p:nvPr>
            <p:ph hasCustomPrompt="1" idx="2" type="title"/>
          </p:nvPr>
        </p:nvSpPr>
        <p:spPr>
          <a:xfrm>
            <a:off x="2825700" y="1029535"/>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2185" name="Google Shape;2185;p80"/>
          <p:cNvSpPr txBox="1"/>
          <p:nvPr>
            <p:ph idx="3" type="subTitle"/>
          </p:nvPr>
        </p:nvSpPr>
        <p:spPr>
          <a:xfrm>
            <a:off x="2825700" y="1804473"/>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2186" name="Google Shape;2186;p80"/>
          <p:cNvSpPr txBox="1"/>
          <p:nvPr>
            <p:ph hasCustomPrompt="1" idx="4" type="title"/>
          </p:nvPr>
        </p:nvSpPr>
        <p:spPr>
          <a:xfrm>
            <a:off x="4853013"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2187" name="Google Shape;2187;p80"/>
          <p:cNvSpPr txBox="1"/>
          <p:nvPr>
            <p:ph idx="5" type="subTitle"/>
          </p:nvPr>
        </p:nvSpPr>
        <p:spPr>
          <a:xfrm>
            <a:off x="4853013"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2188" name="Google Shape;2188;p80"/>
          <p:cNvSpPr/>
          <p:nvPr/>
        </p:nvSpPr>
        <p:spPr>
          <a:xfrm rot="-5710536">
            <a:off x="-1869285" y="3438573"/>
            <a:ext cx="3168438" cy="23079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80"/>
          <p:cNvSpPr/>
          <p:nvPr/>
        </p:nvSpPr>
        <p:spPr>
          <a:xfrm rot="-294905">
            <a:off x="7350387" y="3903245"/>
            <a:ext cx="3168449" cy="256199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2190" name="Shape 2190"/>
        <p:cNvGrpSpPr/>
        <p:nvPr/>
      </p:nvGrpSpPr>
      <p:grpSpPr>
        <a:xfrm>
          <a:off x="0" y="0"/>
          <a:ext cx="0" cy="0"/>
          <a:chOff x="0" y="0"/>
          <a:chExt cx="0" cy="0"/>
        </a:xfrm>
      </p:grpSpPr>
      <p:sp>
        <p:nvSpPr>
          <p:cNvPr id="2191" name="Google Shape;2191;p8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192" name="Google Shape;2192;p81"/>
          <p:cNvSpPr/>
          <p:nvPr/>
        </p:nvSpPr>
        <p:spPr>
          <a:xfrm flipH="1" rot="337739">
            <a:off x="8212271" y="3187242"/>
            <a:ext cx="3158465" cy="3518480"/>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3" name="Google Shape;2193;p81"/>
          <p:cNvGrpSpPr/>
          <p:nvPr/>
        </p:nvGrpSpPr>
        <p:grpSpPr>
          <a:xfrm>
            <a:off x="90200" y="4214393"/>
            <a:ext cx="516117" cy="779220"/>
            <a:chOff x="10572463" y="3528536"/>
            <a:chExt cx="580168" cy="875823"/>
          </a:xfrm>
        </p:grpSpPr>
        <p:grpSp>
          <p:nvGrpSpPr>
            <p:cNvPr id="2194" name="Google Shape;2194;p81"/>
            <p:cNvGrpSpPr/>
            <p:nvPr/>
          </p:nvGrpSpPr>
          <p:grpSpPr>
            <a:xfrm>
              <a:off x="10713815" y="3528536"/>
              <a:ext cx="438816" cy="746664"/>
              <a:chOff x="10713815" y="3528536"/>
              <a:chExt cx="438816" cy="746664"/>
            </a:xfrm>
          </p:grpSpPr>
          <p:sp>
            <p:nvSpPr>
              <p:cNvPr id="2195" name="Google Shape;2195;p81"/>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96" name="Google Shape;2196;p81"/>
              <p:cNvGrpSpPr/>
              <p:nvPr/>
            </p:nvGrpSpPr>
            <p:grpSpPr>
              <a:xfrm>
                <a:off x="10776489" y="3625310"/>
                <a:ext cx="313848" cy="288226"/>
                <a:chOff x="10776489" y="3625310"/>
                <a:chExt cx="313848" cy="288226"/>
              </a:xfrm>
            </p:grpSpPr>
            <p:sp>
              <p:nvSpPr>
                <p:cNvPr id="2197" name="Google Shape;2197;p81"/>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8" name="Google Shape;2198;p81"/>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9" name="Google Shape;2199;p81"/>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0" name="Google Shape;2200;p81"/>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1" name="Google Shape;2201;p81"/>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2" name="Google Shape;2202;p81"/>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03" name="Google Shape;2203;p81"/>
              <p:cNvGrpSpPr/>
              <p:nvPr/>
            </p:nvGrpSpPr>
            <p:grpSpPr>
              <a:xfrm>
                <a:off x="10776489" y="3999547"/>
                <a:ext cx="313848" cy="181546"/>
                <a:chOff x="10776489" y="3999547"/>
                <a:chExt cx="313848" cy="181546"/>
              </a:xfrm>
            </p:grpSpPr>
            <p:sp>
              <p:nvSpPr>
                <p:cNvPr id="2204" name="Google Shape;2204;p81"/>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5" name="Google Shape;2205;p81"/>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6" name="Google Shape;2206;p81"/>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7" name="Google Shape;2207;p81"/>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208" name="Google Shape;2208;p81"/>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09" name="Google Shape;2209;p81"/>
            <p:cNvGrpSpPr/>
            <p:nvPr/>
          </p:nvGrpSpPr>
          <p:grpSpPr>
            <a:xfrm>
              <a:off x="10572463" y="3657790"/>
              <a:ext cx="438817" cy="746569"/>
              <a:chOff x="10572463" y="3657790"/>
              <a:chExt cx="438817" cy="746569"/>
            </a:xfrm>
          </p:grpSpPr>
          <p:sp>
            <p:nvSpPr>
              <p:cNvPr id="2210" name="Google Shape;2210;p81"/>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11" name="Google Shape;2211;p81"/>
              <p:cNvGrpSpPr/>
              <p:nvPr/>
            </p:nvGrpSpPr>
            <p:grpSpPr>
              <a:xfrm>
                <a:off x="10635138" y="3754469"/>
                <a:ext cx="313848" cy="288321"/>
                <a:chOff x="10635138" y="3754469"/>
                <a:chExt cx="313848" cy="288321"/>
              </a:xfrm>
            </p:grpSpPr>
            <p:sp>
              <p:nvSpPr>
                <p:cNvPr id="2212" name="Google Shape;2212;p81"/>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3" name="Google Shape;2213;p81"/>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4" name="Google Shape;2214;p81"/>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5" name="Google Shape;2215;p81"/>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6" name="Google Shape;2216;p81"/>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7" name="Google Shape;2217;p81"/>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18" name="Google Shape;2218;p81"/>
              <p:cNvGrpSpPr/>
              <p:nvPr/>
            </p:nvGrpSpPr>
            <p:grpSpPr>
              <a:xfrm>
                <a:off x="10635138" y="4128801"/>
                <a:ext cx="313848" cy="181547"/>
                <a:chOff x="10635138" y="4128801"/>
                <a:chExt cx="313848" cy="181547"/>
              </a:xfrm>
            </p:grpSpPr>
            <p:sp>
              <p:nvSpPr>
                <p:cNvPr id="2219" name="Google Shape;2219;p81"/>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0" name="Google Shape;2220;p81"/>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1" name="Google Shape;2221;p81"/>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2" name="Google Shape;2222;p81"/>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223" name="Google Shape;2223;p81"/>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224" name="Google Shape;2224;p81"/>
          <p:cNvSpPr/>
          <p:nvPr/>
        </p:nvSpPr>
        <p:spPr>
          <a:xfrm flipH="1" rot="-3657034">
            <a:off x="-1404232" y="-737971"/>
            <a:ext cx="2746020" cy="16278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5" name="Google Shape;2225;p81"/>
          <p:cNvGrpSpPr/>
          <p:nvPr/>
        </p:nvGrpSpPr>
        <p:grpSpPr>
          <a:xfrm>
            <a:off x="8114970" y="266839"/>
            <a:ext cx="829992" cy="750888"/>
            <a:chOff x="8114596" y="445039"/>
            <a:chExt cx="633002" cy="572716"/>
          </a:xfrm>
        </p:grpSpPr>
        <p:grpSp>
          <p:nvGrpSpPr>
            <p:cNvPr id="2226" name="Google Shape;2226;p81"/>
            <p:cNvGrpSpPr/>
            <p:nvPr/>
          </p:nvGrpSpPr>
          <p:grpSpPr>
            <a:xfrm>
              <a:off x="8114596" y="445039"/>
              <a:ext cx="633002" cy="572716"/>
              <a:chOff x="7189660" y="520827"/>
              <a:chExt cx="598074" cy="541115"/>
            </a:xfrm>
          </p:grpSpPr>
          <p:sp>
            <p:nvSpPr>
              <p:cNvPr id="2227" name="Google Shape;2227;p81"/>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28" name="Google Shape;2228;p81"/>
              <p:cNvGrpSpPr/>
              <p:nvPr/>
            </p:nvGrpSpPr>
            <p:grpSpPr>
              <a:xfrm>
                <a:off x="7579137" y="551973"/>
                <a:ext cx="164782" cy="41529"/>
                <a:chOff x="7579137" y="551973"/>
                <a:chExt cx="164782" cy="41529"/>
              </a:xfrm>
            </p:grpSpPr>
            <p:sp>
              <p:nvSpPr>
                <p:cNvPr id="2229" name="Google Shape;2229;p81"/>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0" name="Google Shape;2230;p81"/>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1" name="Google Shape;2231;p81"/>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232" name="Google Shape;2232;p81"/>
            <p:cNvGrpSpPr/>
            <p:nvPr/>
          </p:nvGrpSpPr>
          <p:grpSpPr>
            <a:xfrm>
              <a:off x="8184962" y="619646"/>
              <a:ext cx="498115" cy="257273"/>
              <a:chOff x="7256144" y="685800"/>
              <a:chExt cx="470630" cy="243077"/>
            </a:xfrm>
          </p:grpSpPr>
          <p:sp>
            <p:nvSpPr>
              <p:cNvPr id="2233" name="Google Shape;2233;p81"/>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34" name="Google Shape;2234;p81"/>
              <p:cNvGrpSpPr/>
              <p:nvPr/>
            </p:nvGrpSpPr>
            <p:grpSpPr>
              <a:xfrm>
                <a:off x="7512843" y="685800"/>
                <a:ext cx="213931" cy="243077"/>
                <a:chOff x="7512843" y="685800"/>
                <a:chExt cx="213931" cy="243077"/>
              </a:xfrm>
            </p:grpSpPr>
            <p:grpSp>
              <p:nvGrpSpPr>
                <p:cNvPr id="2235" name="Google Shape;2235;p81"/>
                <p:cNvGrpSpPr/>
                <p:nvPr/>
              </p:nvGrpSpPr>
              <p:grpSpPr>
                <a:xfrm>
                  <a:off x="7512843" y="836580"/>
                  <a:ext cx="213931" cy="92297"/>
                  <a:chOff x="7512843" y="836580"/>
                  <a:chExt cx="213931" cy="92297"/>
                </a:xfrm>
              </p:grpSpPr>
              <p:sp>
                <p:nvSpPr>
                  <p:cNvPr id="2236" name="Google Shape;2236;p81"/>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7" name="Google Shape;2237;p81"/>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38" name="Google Shape;2238;p81"/>
                <p:cNvGrpSpPr/>
                <p:nvPr/>
              </p:nvGrpSpPr>
              <p:grpSpPr>
                <a:xfrm>
                  <a:off x="7512843" y="761238"/>
                  <a:ext cx="213931" cy="92296"/>
                  <a:chOff x="7512843" y="761238"/>
                  <a:chExt cx="213931" cy="92296"/>
                </a:xfrm>
              </p:grpSpPr>
              <p:sp>
                <p:nvSpPr>
                  <p:cNvPr id="2239" name="Google Shape;2239;p81"/>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0" name="Google Shape;2240;p81"/>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41" name="Google Shape;2241;p81"/>
                <p:cNvGrpSpPr/>
                <p:nvPr/>
              </p:nvGrpSpPr>
              <p:grpSpPr>
                <a:xfrm>
                  <a:off x="7512843" y="685800"/>
                  <a:ext cx="213931" cy="92297"/>
                  <a:chOff x="7512843" y="685800"/>
                  <a:chExt cx="213931" cy="92297"/>
                </a:xfrm>
              </p:grpSpPr>
              <p:sp>
                <p:nvSpPr>
                  <p:cNvPr id="2242" name="Google Shape;2242;p81"/>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3" name="Google Shape;2243;p81"/>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2244" name="Shape 2244"/>
        <p:cNvGrpSpPr/>
        <p:nvPr/>
      </p:nvGrpSpPr>
      <p:grpSpPr>
        <a:xfrm>
          <a:off x="0" y="0"/>
          <a:ext cx="0" cy="0"/>
          <a:chOff x="0" y="0"/>
          <a:chExt cx="0" cy="0"/>
        </a:xfrm>
      </p:grpSpPr>
      <p:sp>
        <p:nvSpPr>
          <p:cNvPr id="2245" name="Google Shape;2245;p82"/>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8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2247" name="Google Shape;2247;p82"/>
          <p:cNvGrpSpPr/>
          <p:nvPr/>
        </p:nvGrpSpPr>
        <p:grpSpPr>
          <a:xfrm flipH="1">
            <a:off x="683048" y="4696520"/>
            <a:ext cx="325927" cy="404808"/>
            <a:chOff x="7385113" y="1535430"/>
            <a:chExt cx="435673" cy="541115"/>
          </a:xfrm>
        </p:grpSpPr>
        <p:sp>
          <p:nvSpPr>
            <p:cNvPr id="2248" name="Google Shape;2248;p82"/>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49" name="Google Shape;2249;p82"/>
            <p:cNvGrpSpPr/>
            <p:nvPr/>
          </p:nvGrpSpPr>
          <p:grpSpPr>
            <a:xfrm>
              <a:off x="7612094" y="1566576"/>
              <a:ext cx="164781" cy="41529"/>
              <a:chOff x="7612094" y="1566576"/>
              <a:chExt cx="164781" cy="41529"/>
            </a:xfrm>
          </p:grpSpPr>
          <p:sp>
            <p:nvSpPr>
              <p:cNvPr id="2250" name="Google Shape;2250;p82"/>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1" name="Google Shape;2251;p82"/>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2" name="Google Shape;2252;p82"/>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253" name="Google Shape;2253;p82"/>
          <p:cNvGrpSpPr/>
          <p:nvPr/>
        </p:nvGrpSpPr>
        <p:grpSpPr>
          <a:xfrm flipH="1">
            <a:off x="713902" y="4774546"/>
            <a:ext cx="268636" cy="280965"/>
            <a:chOff x="7420451" y="1639728"/>
            <a:chExt cx="359091" cy="375571"/>
          </a:xfrm>
        </p:grpSpPr>
        <p:sp>
          <p:nvSpPr>
            <p:cNvPr id="2254" name="Google Shape;2254;p82"/>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5" name="Google Shape;2255;p82"/>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56" name="Google Shape;2256;p82"/>
          <p:cNvGrpSpPr/>
          <p:nvPr/>
        </p:nvGrpSpPr>
        <p:grpSpPr>
          <a:xfrm flipH="1">
            <a:off x="96200" y="4469347"/>
            <a:ext cx="355444" cy="644072"/>
            <a:chOff x="1945386" y="5582316"/>
            <a:chExt cx="470725" cy="852963"/>
          </a:xfrm>
        </p:grpSpPr>
        <p:grpSp>
          <p:nvGrpSpPr>
            <p:cNvPr id="2257" name="Google Shape;2257;p82"/>
            <p:cNvGrpSpPr/>
            <p:nvPr/>
          </p:nvGrpSpPr>
          <p:grpSpPr>
            <a:xfrm>
              <a:off x="1945386" y="5582316"/>
              <a:ext cx="470725" cy="852963"/>
              <a:chOff x="1945386" y="5582316"/>
              <a:chExt cx="470725" cy="852963"/>
            </a:xfrm>
          </p:grpSpPr>
          <p:sp>
            <p:nvSpPr>
              <p:cNvPr id="2258" name="Google Shape;2258;p82"/>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9" name="Google Shape;2259;p82"/>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260" name="Google Shape;2260;p82"/>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61" name="Google Shape;2261;p82"/>
          <p:cNvGrpSpPr/>
          <p:nvPr/>
        </p:nvGrpSpPr>
        <p:grpSpPr>
          <a:xfrm>
            <a:off x="7975988" y="116167"/>
            <a:ext cx="1061979" cy="558999"/>
            <a:chOff x="3859815" y="2867310"/>
            <a:chExt cx="1262157" cy="664368"/>
          </a:xfrm>
        </p:grpSpPr>
        <p:sp>
          <p:nvSpPr>
            <p:cNvPr id="2262" name="Google Shape;2262;p82"/>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63" name="Google Shape;2263;p82"/>
            <p:cNvGrpSpPr/>
            <p:nvPr/>
          </p:nvGrpSpPr>
          <p:grpSpPr>
            <a:xfrm>
              <a:off x="4275677" y="3065525"/>
              <a:ext cx="334517" cy="380047"/>
              <a:chOff x="4275677" y="3065525"/>
              <a:chExt cx="334517" cy="380047"/>
            </a:xfrm>
          </p:grpSpPr>
          <p:grpSp>
            <p:nvGrpSpPr>
              <p:cNvPr id="2264" name="Google Shape;2264;p82"/>
              <p:cNvGrpSpPr/>
              <p:nvPr/>
            </p:nvGrpSpPr>
            <p:grpSpPr>
              <a:xfrm>
                <a:off x="4275677" y="3065525"/>
                <a:ext cx="334517" cy="380047"/>
                <a:chOff x="4275677" y="3065525"/>
                <a:chExt cx="334517" cy="380047"/>
              </a:xfrm>
            </p:grpSpPr>
            <p:grpSp>
              <p:nvGrpSpPr>
                <p:cNvPr id="2265" name="Google Shape;2265;p82"/>
                <p:cNvGrpSpPr/>
                <p:nvPr/>
              </p:nvGrpSpPr>
              <p:grpSpPr>
                <a:xfrm>
                  <a:off x="4275677" y="3301269"/>
                  <a:ext cx="334422" cy="144303"/>
                  <a:chOff x="4275677" y="3301269"/>
                  <a:chExt cx="334422" cy="144303"/>
                </a:xfrm>
              </p:grpSpPr>
              <p:sp>
                <p:nvSpPr>
                  <p:cNvPr id="2266" name="Google Shape;2266;p82"/>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7" name="Google Shape;2267;p82"/>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68" name="Google Shape;2268;p82"/>
                <p:cNvGrpSpPr/>
                <p:nvPr/>
              </p:nvGrpSpPr>
              <p:grpSpPr>
                <a:xfrm>
                  <a:off x="4275677" y="3183350"/>
                  <a:ext cx="334422" cy="144302"/>
                  <a:chOff x="4275677" y="3183350"/>
                  <a:chExt cx="334422" cy="144302"/>
                </a:xfrm>
              </p:grpSpPr>
              <p:sp>
                <p:nvSpPr>
                  <p:cNvPr id="2269" name="Google Shape;2269;p82"/>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0" name="Google Shape;2270;p82"/>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71" name="Google Shape;2271;p82"/>
                <p:cNvGrpSpPr/>
                <p:nvPr/>
              </p:nvGrpSpPr>
              <p:grpSpPr>
                <a:xfrm>
                  <a:off x="4275677" y="3065525"/>
                  <a:ext cx="334517" cy="144303"/>
                  <a:chOff x="4275677" y="3065525"/>
                  <a:chExt cx="334517" cy="144303"/>
                </a:xfrm>
              </p:grpSpPr>
              <p:sp>
                <p:nvSpPr>
                  <p:cNvPr id="2272" name="Google Shape;2272;p82"/>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3" name="Google Shape;2273;p82"/>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274" name="Google Shape;2274;p82"/>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5" name="Google Shape;2275;p82"/>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6" name="Google Shape;2276;p82"/>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277" name="Google Shape;2277;p82"/>
          <p:cNvGrpSpPr/>
          <p:nvPr/>
        </p:nvGrpSpPr>
        <p:grpSpPr>
          <a:xfrm flipH="1" rot="5400000">
            <a:off x="557972" y="4696603"/>
            <a:ext cx="16329" cy="218290"/>
            <a:chOff x="10809827" y="4402455"/>
            <a:chExt cx="24764" cy="330993"/>
          </a:xfrm>
        </p:grpSpPr>
        <p:sp>
          <p:nvSpPr>
            <p:cNvPr id="2278" name="Google Shape;2278;p82"/>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9" name="Google Shape;2279;p82"/>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0" name="Google Shape;2280;p82"/>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281" name="Google Shape;2281;p82"/>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82"/>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283" name="Shape 2283"/>
        <p:cNvGrpSpPr/>
        <p:nvPr/>
      </p:nvGrpSpPr>
      <p:grpSpPr>
        <a:xfrm>
          <a:off x="0" y="0"/>
          <a:ext cx="0" cy="0"/>
          <a:chOff x="0" y="0"/>
          <a:chExt cx="0" cy="0"/>
        </a:xfrm>
      </p:grpSpPr>
      <p:sp>
        <p:nvSpPr>
          <p:cNvPr id="2284" name="Google Shape;2284;p83"/>
          <p:cNvSpPr txBox="1"/>
          <p:nvPr>
            <p:ph type="title"/>
          </p:nvPr>
        </p:nvSpPr>
        <p:spPr>
          <a:xfrm>
            <a:off x="2347938" y="997200"/>
            <a:ext cx="4448100" cy="10587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sz="85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285" name="Google Shape;2285;p83"/>
          <p:cNvSpPr txBox="1"/>
          <p:nvPr>
            <p:ph idx="1" type="subTitle"/>
          </p:nvPr>
        </p:nvSpPr>
        <p:spPr>
          <a:xfrm>
            <a:off x="2347900" y="1841450"/>
            <a:ext cx="4448100" cy="105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286" name="Google Shape;2286;p83"/>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Open Sans"/>
                <a:ea typeface="Open Sans"/>
                <a:cs typeface="Open Sans"/>
                <a:sym typeface="Open Sans"/>
              </a:rPr>
              <a:t>CREDITS:</a:t>
            </a:r>
            <a:r>
              <a:rPr lang="en" sz="1200">
                <a:solidFill>
                  <a:schemeClr val="dk1"/>
                </a:solidFill>
                <a:latin typeface="Open Sans"/>
                <a:ea typeface="Open Sans"/>
                <a:cs typeface="Open Sans"/>
                <a:sym typeface="Open Sans"/>
              </a:rPr>
              <a:t> This presentation template was created by </a:t>
            </a:r>
            <a:r>
              <a:rPr b="1" lang="en" sz="1200" u="sng">
                <a:solidFill>
                  <a:schemeClr val="hlink"/>
                </a:solidFill>
                <a:latin typeface="Open Sans"/>
                <a:ea typeface="Open Sans"/>
                <a:cs typeface="Open Sans"/>
                <a:sym typeface="Open Sans"/>
                <a:hlinkClick r:id="rId2"/>
              </a:rPr>
              <a:t>Slidesgo</a:t>
            </a:r>
            <a:r>
              <a:rPr lang="en" sz="1200">
                <a:solidFill>
                  <a:schemeClr val="dk1"/>
                </a:solidFill>
                <a:latin typeface="Open Sans"/>
                <a:ea typeface="Open Sans"/>
                <a:cs typeface="Open Sans"/>
                <a:sym typeface="Open Sans"/>
              </a:rPr>
              <a:t>, and includes icons, infographics &amp; images by </a:t>
            </a:r>
            <a:r>
              <a:rPr b="1" lang="en" sz="1200" u="sng">
                <a:solidFill>
                  <a:schemeClr val="dk1"/>
                </a:solidFill>
                <a:latin typeface="Open Sans"/>
                <a:ea typeface="Open Sans"/>
                <a:cs typeface="Open Sans"/>
                <a:sym typeface="Open Sans"/>
                <a:hlinkClick r:id="rId3">
                  <a:extLst>
                    <a:ext uri="{A12FA001-AC4F-418D-AE19-62706E023703}">
                      <ahyp:hlinkClr val="tx"/>
                    </a:ext>
                  </a:extLst>
                </a:hlinkClick>
              </a:rPr>
              <a:t>Freepik</a:t>
            </a:r>
            <a:r>
              <a:rPr lang="en" sz="1200" u="sng">
                <a:solidFill>
                  <a:schemeClr val="dk1"/>
                </a:solidFill>
                <a:latin typeface="Open Sans"/>
                <a:ea typeface="Open Sans"/>
                <a:cs typeface="Open Sans"/>
                <a:sym typeface="Open Sans"/>
              </a:rPr>
              <a:t> </a:t>
            </a:r>
            <a:endParaRPr b="1" sz="1200" u="sng">
              <a:solidFill>
                <a:schemeClr val="dk1"/>
              </a:solidFill>
              <a:latin typeface="Open Sans"/>
              <a:ea typeface="Open Sans"/>
              <a:cs typeface="Open Sans"/>
              <a:sym typeface="Open Sans"/>
            </a:endParaRPr>
          </a:p>
        </p:txBody>
      </p:sp>
      <p:sp>
        <p:nvSpPr>
          <p:cNvPr id="2287" name="Google Shape;2287;p83"/>
          <p:cNvSpPr/>
          <p:nvPr/>
        </p:nvSpPr>
        <p:spPr>
          <a:xfrm flipH="1" rot="-2493044">
            <a:off x="-1086706" y="-570280"/>
            <a:ext cx="2902912" cy="23472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83"/>
          <p:cNvSpPr/>
          <p:nvPr/>
        </p:nvSpPr>
        <p:spPr>
          <a:xfrm flipH="1" rot="-5051288">
            <a:off x="7227752" y="3451481"/>
            <a:ext cx="2997828" cy="2576307"/>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83"/>
          <p:cNvSpPr/>
          <p:nvPr/>
        </p:nvSpPr>
        <p:spPr>
          <a:xfrm flipH="1" rot="460638">
            <a:off x="178423" y="3742788"/>
            <a:ext cx="1359611" cy="122255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83"/>
          <p:cNvSpPr/>
          <p:nvPr/>
        </p:nvSpPr>
        <p:spPr>
          <a:xfrm flipH="1" rot="460623">
            <a:off x="6683138" y="-2074210"/>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2291" name="Shape 2291"/>
        <p:cNvGrpSpPr/>
        <p:nvPr/>
      </p:nvGrpSpPr>
      <p:grpSpPr>
        <a:xfrm>
          <a:off x="0" y="0"/>
          <a:ext cx="0" cy="0"/>
          <a:chOff x="0" y="0"/>
          <a:chExt cx="0" cy="0"/>
        </a:xfrm>
      </p:grpSpPr>
      <p:sp>
        <p:nvSpPr>
          <p:cNvPr id="2292" name="Google Shape;2292;p84"/>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84"/>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84"/>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84"/>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96" name="Google Shape;2296;p84"/>
          <p:cNvGrpSpPr/>
          <p:nvPr/>
        </p:nvGrpSpPr>
        <p:grpSpPr>
          <a:xfrm>
            <a:off x="7931872" y="177093"/>
            <a:ext cx="997823" cy="737095"/>
            <a:chOff x="7931872" y="177093"/>
            <a:chExt cx="997823" cy="737095"/>
          </a:xfrm>
        </p:grpSpPr>
        <p:grpSp>
          <p:nvGrpSpPr>
            <p:cNvPr id="2297" name="Google Shape;2297;p84"/>
            <p:cNvGrpSpPr/>
            <p:nvPr/>
          </p:nvGrpSpPr>
          <p:grpSpPr>
            <a:xfrm>
              <a:off x="7931872" y="177093"/>
              <a:ext cx="919725" cy="318025"/>
              <a:chOff x="7230903" y="4635722"/>
              <a:chExt cx="652843" cy="225742"/>
            </a:xfrm>
          </p:grpSpPr>
          <p:sp>
            <p:nvSpPr>
              <p:cNvPr id="2298" name="Google Shape;2298;p84"/>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9" name="Google Shape;2299;p84"/>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00" name="Google Shape;2300;p84"/>
              <p:cNvGrpSpPr/>
              <p:nvPr/>
            </p:nvGrpSpPr>
            <p:grpSpPr>
              <a:xfrm>
                <a:off x="7487126" y="4676394"/>
                <a:ext cx="332041" cy="142684"/>
                <a:chOff x="7487126" y="4676394"/>
                <a:chExt cx="332041" cy="142684"/>
              </a:xfrm>
            </p:grpSpPr>
            <p:sp>
              <p:nvSpPr>
                <p:cNvPr id="2301" name="Google Shape;2301;p84"/>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2" name="Google Shape;2302;p84"/>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3" name="Google Shape;2303;p84"/>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4" name="Google Shape;2304;p84"/>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305" name="Google Shape;2305;p84"/>
            <p:cNvGrpSpPr/>
            <p:nvPr/>
          </p:nvGrpSpPr>
          <p:grpSpPr>
            <a:xfrm>
              <a:off x="7931872" y="596163"/>
              <a:ext cx="919725" cy="318025"/>
              <a:chOff x="7230903" y="4933188"/>
              <a:chExt cx="652843" cy="225742"/>
            </a:xfrm>
          </p:grpSpPr>
          <p:grpSp>
            <p:nvGrpSpPr>
              <p:cNvPr id="2306" name="Google Shape;2306;p84"/>
              <p:cNvGrpSpPr/>
              <p:nvPr/>
            </p:nvGrpSpPr>
            <p:grpSpPr>
              <a:xfrm>
                <a:off x="7230903" y="4933188"/>
                <a:ext cx="652843" cy="225742"/>
                <a:chOff x="7230903" y="4933188"/>
                <a:chExt cx="652843" cy="225742"/>
              </a:xfrm>
            </p:grpSpPr>
            <p:sp>
              <p:nvSpPr>
                <p:cNvPr id="2307" name="Google Shape;2307;p84"/>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8" name="Google Shape;2308;p84"/>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09" name="Google Shape;2309;p84"/>
                <p:cNvGrpSpPr/>
                <p:nvPr/>
              </p:nvGrpSpPr>
              <p:grpSpPr>
                <a:xfrm>
                  <a:off x="7487126" y="4973859"/>
                  <a:ext cx="332041" cy="142684"/>
                  <a:chOff x="7487126" y="4973859"/>
                  <a:chExt cx="332041" cy="142684"/>
                </a:xfrm>
              </p:grpSpPr>
              <p:sp>
                <p:nvSpPr>
                  <p:cNvPr id="2310" name="Google Shape;2310;p84"/>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1" name="Google Shape;2311;p84"/>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2" name="Google Shape;2312;p84"/>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3" name="Google Shape;2313;p84"/>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314" name="Google Shape;2314;p84"/>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15" name="Google Shape;2315;p84"/>
            <p:cNvGrpSpPr/>
            <p:nvPr/>
          </p:nvGrpSpPr>
          <p:grpSpPr>
            <a:xfrm>
              <a:off x="8756326" y="539537"/>
              <a:ext cx="173370" cy="112691"/>
              <a:chOff x="7816120" y="4892994"/>
              <a:chExt cx="123062" cy="79991"/>
            </a:xfrm>
          </p:grpSpPr>
          <p:grpSp>
            <p:nvGrpSpPr>
              <p:cNvPr id="2316" name="Google Shape;2316;p84"/>
              <p:cNvGrpSpPr/>
              <p:nvPr/>
            </p:nvGrpSpPr>
            <p:grpSpPr>
              <a:xfrm>
                <a:off x="7816120" y="4902803"/>
                <a:ext cx="123062" cy="63817"/>
                <a:chOff x="7816120" y="4902803"/>
                <a:chExt cx="123062" cy="63817"/>
              </a:xfrm>
            </p:grpSpPr>
            <p:sp>
              <p:nvSpPr>
                <p:cNvPr id="2317" name="Google Shape;2317;p84"/>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8" name="Google Shape;2318;p84"/>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319" name="Google Shape;2319;p84"/>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2320" name="Shape 2320"/>
        <p:cNvGrpSpPr/>
        <p:nvPr/>
      </p:nvGrpSpPr>
      <p:grpSpPr>
        <a:xfrm>
          <a:off x="0" y="0"/>
          <a:ext cx="0" cy="0"/>
          <a:chOff x="0" y="0"/>
          <a:chExt cx="0" cy="0"/>
        </a:xfrm>
      </p:grpSpPr>
      <p:sp>
        <p:nvSpPr>
          <p:cNvPr id="2321" name="Google Shape;2321;p85"/>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85"/>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3" name="Google Shape;2323;p85"/>
          <p:cNvGrpSpPr/>
          <p:nvPr/>
        </p:nvGrpSpPr>
        <p:grpSpPr>
          <a:xfrm>
            <a:off x="65066" y="4373044"/>
            <a:ext cx="878158" cy="654532"/>
            <a:chOff x="1114425" y="4361211"/>
            <a:chExt cx="573023" cy="427101"/>
          </a:xfrm>
        </p:grpSpPr>
        <p:grpSp>
          <p:nvGrpSpPr>
            <p:cNvPr id="2324" name="Google Shape;2324;p85"/>
            <p:cNvGrpSpPr/>
            <p:nvPr/>
          </p:nvGrpSpPr>
          <p:grpSpPr>
            <a:xfrm>
              <a:off x="1114425" y="4361211"/>
              <a:ext cx="573023" cy="427101"/>
              <a:chOff x="1114425" y="4361211"/>
              <a:chExt cx="573023" cy="427101"/>
            </a:xfrm>
          </p:grpSpPr>
          <p:sp>
            <p:nvSpPr>
              <p:cNvPr id="2325" name="Google Shape;2325;p85"/>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6" name="Google Shape;2326;p85"/>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7" name="Google Shape;2327;p85"/>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328" name="Google Shape;2328;p85"/>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29" name="Google Shape;2329;p85"/>
          <p:cNvGrpSpPr/>
          <p:nvPr/>
        </p:nvGrpSpPr>
        <p:grpSpPr>
          <a:xfrm>
            <a:off x="8114970" y="266839"/>
            <a:ext cx="829992" cy="750888"/>
            <a:chOff x="8114596" y="445039"/>
            <a:chExt cx="633002" cy="572716"/>
          </a:xfrm>
        </p:grpSpPr>
        <p:grpSp>
          <p:nvGrpSpPr>
            <p:cNvPr id="2330" name="Google Shape;2330;p85"/>
            <p:cNvGrpSpPr/>
            <p:nvPr/>
          </p:nvGrpSpPr>
          <p:grpSpPr>
            <a:xfrm>
              <a:off x="8114596" y="445039"/>
              <a:ext cx="633002" cy="572716"/>
              <a:chOff x="7189660" y="520827"/>
              <a:chExt cx="598074" cy="541115"/>
            </a:xfrm>
          </p:grpSpPr>
          <p:sp>
            <p:nvSpPr>
              <p:cNvPr id="2331" name="Google Shape;2331;p85"/>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32" name="Google Shape;2332;p85"/>
              <p:cNvGrpSpPr/>
              <p:nvPr/>
            </p:nvGrpSpPr>
            <p:grpSpPr>
              <a:xfrm>
                <a:off x="7579137" y="551973"/>
                <a:ext cx="164782" cy="41529"/>
                <a:chOff x="7579137" y="551973"/>
                <a:chExt cx="164782" cy="41529"/>
              </a:xfrm>
            </p:grpSpPr>
            <p:sp>
              <p:nvSpPr>
                <p:cNvPr id="2333" name="Google Shape;2333;p85"/>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4" name="Google Shape;2334;p85"/>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5" name="Google Shape;2335;p85"/>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336" name="Google Shape;2336;p85"/>
            <p:cNvGrpSpPr/>
            <p:nvPr/>
          </p:nvGrpSpPr>
          <p:grpSpPr>
            <a:xfrm>
              <a:off x="8184962" y="619646"/>
              <a:ext cx="498115" cy="257273"/>
              <a:chOff x="7256144" y="685800"/>
              <a:chExt cx="470630" cy="243077"/>
            </a:xfrm>
          </p:grpSpPr>
          <p:sp>
            <p:nvSpPr>
              <p:cNvPr id="2337" name="Google Shape;2337;p85"/>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38" name="Google Shape;2338;p85"/>
              <p:cNvGrpSpPr/>
              <p:nvPr/>
            </p:nvGrpSpPr>
            <p:grpSpPr>
              <a:xfrm>
                <a:off x="7512843" y="685800"/>
                <a:ext cx="213931" cy="243077"/>
                <a:chOff x="7512843" y="685800"/>
                <a:chExt cx="213931" cy="243077"/>
              </a:xfrm>
            </p:grpSpPr>
            <p:grpSp>
              <p:nvGrpSpPr>
                <p:cNvPr id="2339" name="Google Shape;2339;p85"/>
                <p:cNvGrpSpPr/>
                <p:nvPr/>
              </p:nvGrpSpPr>
              <p:grpSpPr>
                <a:xfrm>
                  <a:off x="7512843" y="836580"/>
                  <a:ext cx="213931" cy="92297"/>
                  <a:chOff x="7512843" y="836580"/>
                  <a:chExt cx="213931" cy="92297"/>
                </a:xfrm>
              </p:grpSpPr>
              <p:sp>
                <p:nvSpPr>
                  <p:cNvPr id="2340" name="Google Shape;2340;p85"/>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1" name="Google Shape;2341;p85"/>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42" name="Google Shape;2342;p85"/>
                <p:cNvGrpSpPr/>
                <p:nvPr/>
              </p:nvGrpSpPr>
              <p:grpSpPr>
                <a:xfrm>
                  <a:off x="7512843" y="761238"/>
                  <a:ext cx="213931" cy="92296"/>
                  <a:chOff x="7512843" y="761238"/>
                  <a:chExt cx="213931" cy="92296"/>
                </a:xfrm>
              </p:grpSpPr>
              <p:sp>
                <p:nvSpPr>
                  <p:cNvPr id="2343" name="Google Shape;2343;p85"/>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4" name="Google Shape;2344;p85"/>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45" name="Google Shape;2345;p85"/>
                <p:cNvGrpSpPr/>
                <p:nvPr/>
              </p:nvGrpSpPr>
              <p:grpSpPr>
                <a:xfrm>
                  <a:off x="7512843" y="685800"/>
                  <a:ext cx="213931" cy="92297"/>
                  <a:chOff x="7512843" y="685800"/>
                  <a:chExt cx="213931" cy="92297"/>
                </a:xfrm>
              </p:grpSpPr>
              <p:sp>
                <p:nvSpPr>
                  <p:cNvPr id="2346" name="Google Shape;2346;p85"/>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7" name="Google Shape;2347;p85"/>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2351" name="Shape 2351"/>
        <p:cNvGrpSpPr/>
        <p:nvPr/>
      </p:nvGrpSpPr>
      <p:grpSpPr>
        <a:xfrm>
          <a:off x="0" y="0"/>
          <a:ext cx="0" cy="0"/>
          <a:chOff x="0" y="0"/>
          <a:chExt cx="0" cy="0"/>
        </a:xfrm>
      </p:grpSpPr>
      <p:sp>
        <p:nvSpPr>
          <p:cNvPr id="2352" name="Google Shape;2352;p87"/>
          <p:cNvSpPr txBox="1"/>
          <p:nvPr>
            <p:ph type="ctrTitle"/>
          </p:nvPr>
        </p:nvSpPr>
        <p:spPr>
          <a:xfrm>
            <a:off x="713225" y="1144500"/>
            <a:ext cx="4112100" cy="23787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5000">
                <a:latin typeface="Epilogue"/>
                <a:ea typeface="Epilogue"/>
                <a:cs typeface="Epilogue"/>
                <a:sym typeface="Epilogu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2353" name="Google Shape;2353;p87"/>
          <p:cNvSpPr txBox="1"/>
          <p:nvPr>
            <p:ph idx="1" type="subTitle"/>
          </p:nvPr>
        </p:nvSpPr>
        <p:spPr>
          <a:xfrm>
            <a:off x="713225" y="3523200"/>
            <a:ext cx="41121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latin typeface="Lato"/>
                <a:ea typeface="Lato"/>
                <a:cs typeface="Lato"/>
                <a:sym typeface="La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2354" name="Google Shape;2354;p87"/>
          <p:cNvSpPr/>
          <p:nvPr/>
        </p:nvSpPr>
        <p:spPr>
          <a:xfrm rot="10800000">
            <a:off x="-1604593" y="-845132"/>
            <a:ext cx="3281418" cy="21328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87"/>
          <p:cNvSpPr/>
          <p:nvPr/>
        </p:nvSpPr>
        <p:spPr>
          <a:xfrm flipH="1" rot="-9899992">
            <a:off x="-1515196" y="4121356"/>
            <a:ext cx="3953580" cy="192177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356" name="Shape 2356"/>
        <p:cNvGrpSpPr/>
        <p:nvPr/>
      </p:nvGrpSpPr>
      <p:grpSpPr>
        <a:xfrm>
          <a:off x="0" y="0"/>
          <a:ext cx="0" cy="0"/>
          <a:chOff x="0" y="0"/>
          <a:chExt cx="0" cy="0"/>
        </a:xfrm>
      </p:grpSpPr>
      <p:sp>
        <p:nvSpPr>
          <p:cNvPr id="2357" name="Google Shape;2357;p88"/>
          <p:cNvSpPr txBox="1"/>
          <p:nvPr>
            <p:ph type="title"/>
          </p:nvPr>
        </p:nvSpPr>
        <p:spPr>
          <a:xfrm>
            <a:off x="4047175" y="2571975"/>
            <a:ext cx="43836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358" name="Google Shape;2358;p88"/>
          <p:cNvSpPr txBox="1"/>
          <p:nvPr>
            <p:ph hasCustomPrompt="1" idx="2" type="title"/>
          </p:nvPr>
        </p:nvSpPr>
        <p:spPr>
          <a:xfrm>
            <a:off x="4047175" y="1321975"/>
            <a:ext cx="1235700" cy="841800"/>
          </a:xfrm>
          <a:prstGeom prst="rect">
            <a:avLst/>
          </a:prstGeom>
          <a:noFill/>
        </p:spPr>
        <p:txBody>
          <a:bodyPr anchorCtr="0" anchor="b"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2359" name="Google Shape;2359;p88"/>
          <p:cNvSpPr/>
          <p:nvPr>
            <p:ph idx="3" type="pic"/>
          </p:nvPr>
        </p:nvSpPr>
        <p:spPr>
          <a:xfrm>
            <a:off x="484625" y="1076550"/>
            <a:ext cx="2990400" cy="2990400"/>
          </a:xfrm>
          <a:prstGeom prst="roundRect">
            <a:avLst>
              <a:gd fmla="val 16667" name="adj"/>
            </a:avLst>
          </a:prstGeom>
          <a:noFill/>
          <a:ln>
            <a:noFill/>
          </a:ln>
        </p:spPr>
      </p:sp>
      <p:sp>
        <p:nvSpPr>
          <p:cNvPr id="2360" name="Google Shape;2360;p88"/>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88"/>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88"/>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363" name="Shape 2363"/>
        <p:cNvGrpSpPr/>
        <p:nvPr/>
      </p:nvGrpSpPr>
      <p:grpSpPr>
        <a:xfrm>
          <a:off x="0" y="0"/>
          <a:ext cx="0" cy="0"/>
          <a:chOff x="0" y="0"/>
          <a:chExt cx="0" cy="0"/>
        </a:xfrm>
      </p:grpSpPr>
      <p:sp>
        <p:nvSpPr>
          <p:cNvPr id="2364" name="Google Shape;2364;p8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365" name="Google Shape;2365;p89"/>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2366" name="Google Shape;2366;p89"/>
          <p:cNvSpPr/>
          <p:nvPr/>
        </p:nvSpPr>
        <p:spPr>
          <a:xfrm flipH="1" rot="-4014673">
            <a:off x="-1798429" y="-1029372"/>
            <a:ext cx="3158476" cy="250963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89"/>
          <p:cNvSpPr/>
          <p:nvPr/>
        </p:nvSpPr>
        <p:spPr>
          <a:xfrm flipH="1">
            <a:off x="8355841" y="2667287"/>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68" name="Google Shape;2368;p89"/>
          <p:cNvGrpSpPr/>
          <p:nvPr/>
        </p:nvGrpSpPr>
        <p:grpSpPr>
          <a:xfrm flipH="1">
            <a:off x="8380540" y="1729933"/>
            <a:ext cx="668783" cy="959747"/>
            <a:chOff x="10519314" y="4728596"/>
            <a:chExt cx="751780" cy="1078731"/>
          </a:xfrm>
        </p:grpSpPr>
        <p:grpSp>
          <p:nvGrpSpPr>
            <p:cNvPr id="2369" name="Google Shape;2369;p89"/>
            <p:cNvGrpSpPr/>
            <p:nvPr/>
          </p:nvGrpSpPr>
          <p:grpSpPr>
            <a:xfrm>
              <a:off x="10519314" y="4728596"/>
              <a:ext cx="626662" cy="1078731"/>
              <a:chOff x="10519314" y="4728596"/>
              <a:chExt cx="626662" cy="1078731"/>
            </a:xfrm>
          </p:grpSpPr>
          <p:grpSp>
            <p:nvGrpSpPr>
              <p:cNvPr id="2370" name="Google Shape;2370;p89"/>
              <p:cNvGrpSpPr/>
              <p:nvPr/>
            </p:nvGrpSpPr>
            <p:grpSpPr>
              <a:xfrm>
                <a:off x="10903220" y="4888205"/>
                <a:ext cx="242756" cy="919122"/>
                <a:chOff x="10903220" y="4888205"/>
                <a:chExt cx="242756" cy="919122"/>
              </a:xfrm>
            </p:grpSpPr>
            <p:sp>
              <p:nvSpPr>
                <p:cNvPr id="2371" name="Google Shape;2371;p89"/>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2" name="Google Shape;2372;p89"/>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3" name="Google Shape;2373;p89"/>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74" name="Google Shape;2374;p89"/>
                <p:cNvGrpSpPr/>
                <p:nvPr/>
              </p:nvGrpSpPr>
              <p:grpSpPr>
                <a:xfrm>
                  <a:off x="11014221" y="5588618"/>
                  <a:ext cx="100021" cy="114784"/>
                  <a:chOff x="11014221" y="5588618"/>
                  <a:chExt cx="100021" cy="114784"/>
                </a:xfrm>
              </p:grpSpPr>
              <p:sp>
                <p:nvSpPr>
                  <p:cNvPr id="2375" name="Google Shape;2375;p89"/>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6" name="Google Shape;2376;p89"/>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7" name="Google Shape;2377;p89"/>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8" name="Google Shape;2378;p89"/>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379" name="Google Shape;2379;p89"/>
              <p:cNvGrpSpPr/>
              <p:nvPr/>
            </p:nvGrpSpPr>
            <p:grpSpPr>
              <a:xfrm>
                <a:off x="10718623" y="4728596"/>
                <a:ext cx="229169" cy="1075979"/>
                <a:chOff x="10718623" y="4728596"/>
                <a:chExt cx="229169" cy="1075979"/>
              </a:xfrm>
            </p:grpSpPr>
            <p:sp>
              <p:nvSpPr>
                <p:cNvPr id="2380" name="Google Shape;2380;p89"/>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1" name="Google Shape;2381;p89"/>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82" name="Google Shape;2382;p89"/>
                <p:cNvGrpSpPr/>
                <p:nvPr/>
              </p:nvGrpSpPr>
              <p:grpSpPr>
                <a:xfrm>
                  <a:off x="10765015" y="5040134"/>
                  <a:ext cx="116314" cy="49775"/>
                  <a:chOff x="10765015" y="5040134"/>
                  <a:chExt cx="116314" cy="49775"/>
                </a:xfrm>
              </p:grpSpPr>
              <p:sp>
                <p:nvSpPr>
                  <p:cNvPr id="2383" name="Google Shape;2383;p89"/>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4" name="Google Shape;2384;p89"/>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85" name="Google Shape;2385;p89"/>
                <p:cNvGrpSpPr/>
                <p:nvPr/>
              </p:nvGrpSpPr>
              <p:grpSpPr>
                <a:xfrm>
                  <a:off x="10784825" y="5436314"/>
                  <a:ext cx="116414" cy="49961"/>
                  <a:chOff x="10784825" y="5436314"/>
                  <a:chExt cx="116414" cy="49961"/>
                </a:xfrm>
              </p:grpSpPr>
              <p:sp>
                <p:nvSpPr>
                  <p:cNvPr id="2386" name="Google Shape;2386;p89"/>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7" name="Google Shape;2387;p89"/>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388" name="Google Shape;2388;p89"/>
              <p:cNvGrpSpPr/>
              <p:nvPr/>
            </p:nvGrpSpPr>
            <p:grpSpPr>
              <a:xfrm>
                <a:off x="10519314" y="4813458"/>
                <a:ext cx="202120" cy="992123"/>
                <a:chOff x="10519314" y="4813458"/>
                <a:chExt cx="202120" cy="992123"/>
              </a:xfrm>
            </p:grpSpPr>
            <p:sp>
              <p:nvSpPr>
                <p:cNvPr id="2389" name="Google Shape;2389;p89"/>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0" name="Google Shape;2390;p89"/>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91" name="Google Shape;2391;p89"/>
                <p:cNvGrpSpPr/>
                <p:nvPr/>
              </p:nvGrpSpPr>
              <p:grpSpPr>
                <a:xfrm>
                  <a:off x="10556176" y="5465730"/>
                  <a:ext cx="128397" cy="44196"/>
                  <a:chOff x="10556176" y="5465730"/>
                  <a:chExt cx="128397" cy="44196"/>
                </a:xfrm>
              </p:grpSpPr>
              <p:sp>
                <p:nvSpPr>
                  <p:cNvPr id="2392" name="Google Shape;2392;p89"/>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3" name="Google Shape;2393;p89"/>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94" name="Google Shape;2394;p89"/>
                <p:cNvGrpSpPr/>
                <p:nvPr/>
              </p:nvGrpSpPr>
              <p:grpSpPr>
                <a:xfrm>
                  <a:off x="10556176" y="5689187"/>
                  <a:ext cx="128397" cy="44196"/>
                  <a:chOff x="10556176" y="5689187"/>
                  <a:chExt cx="128397" cy="44196"/>
                </a:xfrm>
              </p:grpSpPr>
              <p:sp>
                <p:nvSpPr>
                  <p:cNvPr id="2395" name="Google Shape;2395;p89"/>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6" name="Google Shape;2396;p89"/>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2397" name="Google Shape;2397;p89"/>
            <p:cNvGrpSpPr/>
            <p:nvPr/>
          </p:nvGrpSpPr>
          <p:grpSpPr>
            <a:xfrm>
              <a:off x="11058042" y="5088325"/>
              <a:ext cx="213052" cy="717953"/>
              <a:chOff x="11058042" y="5088325"/>
              <a:chExt cx="213052" cy="717953"/>
            </a:xfrm>
          </p:grpSpPr>
          <p:sp>
            <p:nvSpPr>
              <p:cNvPr id="2398" name="Google Shape;2398;p89"/>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9" name="Google Shape;2399;p89"/>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400" name="Google Shape;2400;p89"/>
          <p:cNvGrpSpPr/>
          <p:nvPr/>
        </p:nvGrpSpPr>
        <p:grpSpPr>
          <a:xfrm flipH="1">
            <a:off x="8485925" y="662239"/>
            <a:ext cx="516117" cy="779220"/>
            <a:chOff x="10572463" y="3528536"/>
            <a:chExt cx="580168" cy="875823"/>
          </a:xfrm>
        </p:grpSpPr>
        <p:grpSp>
          <p:nvGrpSpPr>
            <p:cNvPr id="2401" name="Google Shape;2401;p89"/>
            <p:cNvGrpSpPr/>
            <p:nvPr/>
          </p:nvGrpSpPr>
          <p:grpSpPr>
            <a:xfrm>
              <a:off x="10713815" y="3528536"/>
              <a:ext cx="438816" cy="746664"/>
              <a:chOff x="10713815" y="3528536"/>
              <a:chExt cx="438816" cy="746664"/>
            </a:xfrm>
          </p:grpSpPr>
          <p:sp>
            <p:nvSpPr>
              <p:cNvPr id="2402" name="Google Shape;2402;p89"/>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403" name="Google Shape;2403;p89"/>
              <p:cNvGrpSpPr/>
              <p:nvPr/>
            </p:nvGrpSpPr>
            <p:grpSpPr>
              <a:xfrm>
                <a:off x="10776489" y="3625310"/>
                <a:ext cx="313848" cy="288226"/>
                <a:chOff x="10776489" y="3625310"/>
                <a:chExt cx="313848" cy="288226"/>
              </a:xfrm>
            </p:grpSpPr>
            <p:sp>
              <p:nvSpPr>
                <p:cNvPr id="2404" name="Google Shape;2404;p89"/>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5" name="Google Shape;2405;p89"/>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6" name="Google Shape;2406;p89"/>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7" name="Google Shape;2407;p89"/>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8" name="Google Shape;2408;p89"/>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9" name="Google Shape;2409;p89"/>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10" name="Google Shape;2410;p89"/>
              <p:cNvGrpSpPr/>
              <p:nvPr/>
            </p:nvGrpSpPr>
            <p:grpSpPr>
              <a:xfrm>
                <a:off x="10776489" y="3999547"/>
                <a:ext cx="313848" cy="181546"/>
                <a:chOff x="10776489" y="3999547"/>
                <a:chExt cx="313848" cy="181546"/>
              </a:xfrm>
            </p:grpSpPr>
            <p:sp>
              <p:nvSpPr>
                <p:cNvPr id="2411" name="Google Shape;2411;p89"/>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2" name="Google Shape;2412;p89"/>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3" name="Google Shape;2413;p89"/>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4" name="Google Shape;2414;p89"/>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415" name="Google Shape;2415;p89"/>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16" name="Google Shape;2416;p89"/>
            <p:cNvGrpSpPr/>
            <p:nvPr/>
          </p:nvGrpSpPr>
          <p:grpSpPr>
            <a:xfrm>
              <a:off x="10572463" y="3657790"/>
              <a:ext cx="438817" cy="746569"/>
              <a:chOff x="10572463" y="3657790"/>
              <a:chExt cx="438817" cy="746569"/>
            </a:xfrm>
          </p:grpSpPr>
          <p:sp>
            <p:nvSpPr>
              <p:cNvPr id="2417" name="Google Shape;2417;p89"/>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418" name="Google Shape;2418;p89"/>
              <p:cNvGrpSpPr/>
              <p:nvPr/>
            </p:nvGrpSpPr>
            <p:grpSpPr>
              <a:xfrm>
                <a:off x="10635138" y="3754469"/>
                <a:ext cx="313848" cy="288321"/>
                <a:chOff x="10635138" y="3754469"/>
                <a:chExt cx="313848" cy="288321"/>
              </a:xfrm>
            </p:grpSpPr>
            <p:sp>
              <p:nvSpPr>
                <p:cNvPr id="2419" name="Google Shape;2419;p89"/>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0" name="Google Shape;2420;p89"/>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1" name="Google Shape;2421;p89"/>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2" name="Google Shape;2422;p89"/>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3" name="Google Shape;2423;p89"/>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4" name="Google Shape;2424;p89"/>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25" name="Google Shape;2425;p89"/>
              <p:cNvGrpSpPr/>
              <p:nvPr/>
            </p:nvGrpSpPr>
            <p:grpSpPr>
              <a:xfrm>
                <a:off x="10635138" y="4128801"/>
                <a:ext cx="313848" cy="181547"/>
                <a:chOff x="10635138" y="4128801"/>
                <a:chExt cx="313848" cy="181547"/>
              </a:xfrm>
            </p:grpSpPr>
            <p:sp>
              <p:nvSpPr>
                <p:cNvPr id="2426" name="Google Shape;2426;p89"/>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7" name="Google Shape;2427;p89"/>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8" name="Google Shape;2428;p89"/>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9" name="Google Shape;2429;p89"/>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430" name="Google Shape;2430;p89"/>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431" name="Google Shape;2431;p89"/>
          <p:cNvGrpSpPr/>
          <p:nvPr/>
        </p:nvGrpSpPr>
        <p:grpSpPr>
          <a:xfrm flipH="1">
            <a:off x="8768853" y="1439765"/>
            <a:ext cx="22030" cy="294484"/>
            <a:chOff x="10809827" y="4402455"/>
            <a:chExt cx="24764" cy="330993"/>
          </a:xfrm>
        </p:grpSpPr>
        <p:sp>
          <p:nvSpPr>
            <p:cNvPr id="2432" name="Google Shape;2432;p89"/>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3" name="Google Shape;2433;p89"/>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4" name="Google Shape;2434;p89"/>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435" name="Google Shape;2435;p89"/>
          <p:cNvSpPr/>
          <p:nvPr/>
        </p:nvSpPr>
        <p:spPr>
          <a:xfrm flipH="1" rot="8662747">
            <a:off x="7370974" y="4168319"/>
            <a:ext cx="2746019" cy="19216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6" name="Google Shape;2436;p89"/>
          <p:cNvGrpSpPr/>
          <p:nvPr/>
        </p:nvGrpSpPr>
        <p:grpSpPr>
          <a:xfrm flipH="1">
            <a:off x="122956" y="4228558"/>
            <a:ext cx="829992" cy="750888"/>
            <a:chOff x="8114596" y="445039"/>
            <a:chExt cx="633002" cy="572716"/>
          </a:xfrm>
        </p:grpSpPr>
        <p:grpSp>
          <p:nvGrpSpPr>
            <p:cNvPr id="2437" name="Google Shape;2437;p89"/>
            <p:cNvGrpSpPr/>
            <p:nvPr/>
          </p:nvGrpSpPr>
          <p:grpSpPr>
            <a:xfrm>
              <a:off x="8114596" y="445039"/>
              <a:ext cx="633002" cy="572716"/>
              <a:chOff x="7189660" y="520827"/>
              <a:chExt cx="598074" cy="541115"/>
            </a:xfrm>
          </p:grpSpPr>
          <p:sp>
            <p:nvSpPr>
              <p:cNvPr id="2438" name="Google Shape;2438;p89"/>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439" name="Google Shape;2439;p89"/>
              <p:cNvGrpSpPr/>
              <p:nvPr/>
            </p:nvGrpSpPr>
            <p:grpSpPr>
              <a:xfrm>
                <a:off x="7579137" y="551973"/>
                <a:ext cx="164782" cy="41529"/>
                <a:chOff x="7579137" y="551973"/>
                <a:chExt cx="164782" cy="41529"/>
              </a:xfrm>
            </p:grpSpPr>
            <p:sp>
              <p:nvSpPr>
                <p:cNvPr id="2440" name="Google Shape;2440;p89"/>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1" name="Google Shape;2441;p89"/>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2" name="Google Shape;2442;p89"/>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443" name="Google Shape;2443;p89"/>
            <p:cNvGrpSpPr/>
            <p:nvPr/>
          </p:nvGrpSpPr>
          <p:grpSpPr>
            <a:xfrm>
              <a:off x="8184962" y="619646"/>
              <a:ext cx="498115" cy="257273"/>
              <a:chOff x="7256144" y="685800"/>
              <a:chExt cx="470630" cy="243077"/>
            </a:xfrm>
          </p:grpSpPr>
          <p:sp>
            <p:nvSpPr>
              <p:cNvPr id="2444" name="Google Shape;2444;p89"/>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445" name="Google Shape;2445;p89"/>
              <p:cNvGrpSpPr/>
              <p:nvPr/>
            </p:nvGrpSpPr>
            <p:grpSpPr>
              <a:xfrm>
                <a:off x="7512843" y="685800"/>
                <a:ext cx="213931" cy="243077"/>
                <a:chOff x="7512843" y="685800"/>
                <a:chExt cx="213931" cy="243077"/>
              </a:xfrm>
            </p:grpSpPr>
            <p:grpSp>
              <p:nvGrpSpPr>
                <p:cNvPr id="2446" name="Google Shape;2446;p89"/>
                <p:cNvGrpSpPr/>
                <p:nvPr/>
              </p:nvGrpSpPr>
              <p:grpSpPr>
                <a:xfrm>
                  <a:off x="7512843" y="836580"/>
                  <a:ext cx="213931" cy="92297"/>
                  <a:chOff x="7512843" y="836580"/>
                  <a:chExt cx="213931" cy="92297"/>
                </a:xfrm>
              </p:grpSpPr>
              <p:sp>
                <p:nvSpPr>
                  <p:cNvPr id="2447" name="Google Shape;2447;p89"/>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8" name="Google Shape;2448;p89"/>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49" name="Google Shape;2449;p89"/>
                <p:cNvGrpSpPr/>
                <p:nvPr/>
              </p:nvGrpSpPr>
              <p:grpSpPr>
                <a:xfrm>
                  <a:off x="7512843" y="761238"/>
                  <a:ext cx="213931" cy="92296"/>
                  <a:chOff x="7512843" y="761238"/>
                  <a:chExt cx="213931" cy="92296"/>
                </a:xfrm>
              </p:grpSpPr>
              <p:sp>
                <p:nvSpPr>
                  <p:cNvPr id="2450" name="Google Shape;2450;p89"/>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1" name="Google Shape;2451;p89"/>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52" name="Google Shape;2452;p89"/>
                <p:cNvGrpSpPr/>
                <p:nvPr/>
              </p:nvGrpSpPr>
              <p:grpSpPr>
                <a:xfrm>
                  <a:off x="7512843" y="685800"/>
                  <a:ext cx="213931" cy="92297"/>
                  <a:chOff x="7512843" y="685800"/>
                  <a:chExt cx="213931" cy="92297"/>
                </a:xfrm>
              </p:grpSpPr>
              <p:sp>
                <p:nvSpPr>
                  <p:cNvPr id="2453" name="Google Shape;2453;p89"/>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4" name="Google Shape;2454;p89"/>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455" name="Shape 2455"/>
        <p:cNvGrpSpPr/>
        <p:nvPr/>
      </p:nvGrpSpPr>
      <p:grpSpPr>
        <a:xfrm>
          <a:off x="0" y="0"/>
          <a:ext cx="0" cy="0"/>
          <a:chOff x="0" y="0"/>
          <a:chExt cx="0" cy="0"/>
        </a:xfrm>
      </p:grpSpPr>
      <p:sp>
        <p:nvSpPr>
          <p:cNvPr id="2456" name="Google Shape;2456;p9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457" name="Google Shape;2457;p90"/>
          <p:cNvSpPr txBox="1"/>
          <p:nvPr>
            <p:ph idx="1" type="subTitle"/>
          </p:nvPr>
        </p:nvSpPr>
        <p:spPr>
          <a:xfrm>
            <a:off x="4679150"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458" name="Google Shape;2458;p90"/>
          <p:cNvSpPr txBox="1"/>
          <p:nvPr>
            <p:ph idx="2" type="subTitle"/>
          </p:nvPr>
        </p:nvSpPr>
        <p:spPr>
          <a:xfrm>
            <a:off x="1080525"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459" name="Google Shape;2459;p90"/>
          <p:cNvSpPr txBox="1"/>
          <p:nvPr>
            <p:ph idx="3" type="subTitle"/>
          </p:nvPr>
        </p:nvSpPr>
        <p:spPr>
          <a:xfrm>
            <a:off x="1080536"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460" name="Google Shape;2460;p90"/>
          <p:cNvSpPr txBox="1"/>
          <p:nvPr>
            <p:ph idx="4" type="subTitle"/>
          </p:nvPr>
        </p:nvSpPr>
        <p:spPr>
          <a:xfrm>
            <a:off x="4679164"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461" name="Google Shape;2461;p90"/>
          <p:cNvSpPr/>
          <p:nvPr/>
        </p:nvSpPr>
        <p:spPr>
          <a:xfrm rot="5551952">
            <a:off x="-721531" y="4084618"/>
            <a:ext cx="2053998" cy="17652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90"/>
          <p:cNvSpPr/>
          <p:nvPr/>
        </p:nvSpPr>
        <p:spPr>
          <a:xfrm rot="-460685">
            <a:off x="-850641" y="-888875"/>
            <a:ext cx="2082611" cy="168399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90"/>
          <p:cNvSpPr/>
          <p:nvPr/>
        </p:nvSpPr>
        <p:spPr>
          <a:xfrm rot="3259731">
            <a:off x="7063135" y="-804478"/>
            <a:ext cx="3168421" cy="25619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464" name="Shape 2464"/>
        <p:cNvGrpSpPr/>
        <p:nvPr/>
      </p:nvGrpSpPr>
      <p:grpSpPr>
        <a:xfrm>
          <a:off x="0" y="0"/>
          <a:ext cx="0" cy="0"/>
          <a:chOff x="0" y="0"/>
          <a:chExt cx="0" cy="0"/>
        </a:xfrm>
      </p:grpSpPr>
      <p:sp>
        <p:nvSpPr>
          <p:cNvPr id="2465" name="Google Shape;2465;p9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466" name="Google Shape;2466;p91"/>
          <p:cNvSpPr/>
          <p:nvPr/>
        </p:nvSpPr>
        <p:spPr>
          <a:xfrm rot="-9076707">
            <a:off x="85462" y="-755109"/>
            <a:ext cx="1683799" cy="1313891"/>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7" name="Google Shape;2467;p91"/>
          <p:cNvGrpSpPr/>
          <p:nvPr/>
        </p:nvGrpSpPr>
        <p:grpSpPr>
          <a:xfrm>
            <a:off x="6779278" y="192982"/>
            <a:ext cx="2107998" cy="297419"/>
            <a:chOff x="6108096" y="3265836"/>
            <a:chExt cx="1633727" cy="230504"/>
          </a:xfrm>
        </p:grpSpPr>
        <p:sp>
          <p:nvSpPr>
            <p:cNvPr id="2468" name="Google Shape;2468;p91"/>
            <p:cNvSpPr/>
            <p:nvPr/>
          </p:nvSpPr>
          <p:spPr>
            <a:xfrm>
              <a:off x="6108096" y="3265836"/>
              <a:ext cx="1633727" cy="230504"/>
            </a:xfrm>
            <a:custGeom>
              <a:rect b="b" l="l" r="r" t="t"/>
              <a:pathLst>
                <a:path extrusionOk="0" h="230504" w="1633727">
                  <a:moveTo>
                    <a:pt x="1518476" y="0"/>
                  </a:moveTo>
                  <a:cubicBezTo>
                    <a:pt x="1582128" y="0"/>
                    <a:pt x="1633728" y="51600"/>
                    <a:pt x="1633728" y="115253"/>
                  </a:cubicBezTo>
                  <a:lnTo>
                    <a:pt x="1633728" y="115253"/>
                  </a:lnTo>
                  <a:cubicBezTo>
                    <a:pt x="1633728" y="178905"/>
                    <a:pt x="1582128" y="230505"/>
                    <a:pt x="1518476" y="230505"/>
                  </a:cubicBezTo>
                  <a:lnTo>
                    <a:pt x="115252" y="230505"/>
                  </a:lnTo>
                  <a:cubicBezTo>
                    <a:pt x="51601" y="230505"/>
                    <a:pt x="0" y="178905"/>
                    <a:pt x="0" y="115253"/>
                  </a:cubicBezTo>
                  <a:lnTo>
                    <a:pt x="0" y="115253"/>
                  </a:lnTo>
                  <a:cubicBezTo>
                    <a:pt x="0" y="51600"/>
                    <a:pt x="51601" y="0"/>
                    <a:pt x="115252"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9" name="Google Shape;2469;p91"/>
            <p:cNvSpPr/>
            <p:nvPr/>
          </p:nvSpPr>
          <p:spPr>
            <a:xfrm>
              <a:off x="7528381" y="3292292"/>
              <a:ext cx="166485" cy="165854"/>
            </a:xfrm>
            <a:custGeom>
              <a:rect b="b" l="l" r="r" t="t"/>
              <a:pathLst>
                <a:path extrusionOk="0" h="165854" w="166485">
                  <a:moveTo>
                    <a:pt x="161532" y="137469"/>
                  </a:moveTo>
                  <a:lnTo>
                    <a:pt x="120003" y="95941"/>
                  </a:lnTo>
                  <a:lnTo>
                    <a:pt x="113336" y="102608"/>
                  </a:lnTo>
                  <a:lnTo>
                    <a:pt x="105811" y="95083"/>
                  </a:lnTo>
                  <a:cubicBezTo>
                    <a:pt x="123622" y="71842"/>
                    <a:pt x="122194" y="38600"/>
                    <a:pt x="100953" y="17359"/>
                  </a:cubicBezTo>
                  <a:cubicBezTo>
                    <a:pt x="77807" y="-5786"/>
                    <a:pt x="40374" y="-5786"/>
                    <a:pt x="17324" y="17359"/>
                  </a:cubicBezTo>
                  <a:cubicBezTo>
                    <a:pt x="-5727" y="40505"/>
                    <a:pt x="-5822" y="77938"/>
                    <a:pt x="17324" y="100989"/>
                  </a:cubicBezTo>
                  <a:cubicBezTo>
                    <a:pt x="38850" y="122515"/>
                    <a:pt x="72568" y="123754"/>
                    <a:pt x="95809" y="105275"/>
                  </a:cubicBezTo>
                  <a:lnTo>
                    <a:pt x="103334" y="112800"/>
                  </a:lnTo>
                  <a:lnTo>
                    <a:pt x="96667" y="119467"/>
                  </a:lnTo>
                  <a:lnTo>
                    <a:pt x="138196" y="160996"/>
                  </a:lnTo>
                  <a:cubicBezTo>
                    <a:pt x="144673" y="167473"/>
                    <a:pt x="155150" y="167473"/>
                    <a:pt x="161627" y="160996"/>
                  </a:cubicBezTo>
                  <a:lnTo>
                    <a:pt x="161627" y="160996"/>
                  </a:lnTo>
                  <a:cubicBezTo>
                    <a:pt x="168104" y="154519"/>
                    <a:pt x="168104" y="144042"/>
                    <a:pt x="161627" y="137565"/>
                  </a:cubicBezTo>
                  <a:close/>
                  <a:moveTo>
                    <a:pt x="59138" y="102513"/>
                  </a:moveTo>
                  <a:cubicBezTo>
                    <a:pt x="54471" y="102513"/>
                    <a:pt x="49899" y="101751"/>
                    <a:pt x="45612" y="100417"/>
                  </a:cubicBezTo>
                  <a:cubicBezTo>
                    <a:pt x="33611" y="96512"/>
                    <a:pt x="23896" y="87463"/>
                    <a:pt x="19133" y="75938"/>
                  </a:cubicBezTo>
                  <a:cubicBezTo>
                    <a:pt x="16942" y="70794"/>
                    <a:pt x="15799" y="65175"/>
                    <a:pt x="15799" y="59269"/>
                  </a:cubicBezTo>
                  <a:cubicBezTo>
                    <a:pt x="15799" y="35361"/>
                    <a:pt x="35231" y="15931"/>
                    <a:pt x="59138" y="15931"/>
                  </a:cubicBezTo>
                  <a:cubicBezTo>
                    <a:pt x="65044" y="15931"/>
                    <a:pt x="70663" y="17074"/>
                    <a:pt x="75807" y="19264"/>
                  </a:cubicBezTo>
                  <a:cubicBezTo>
                    <a:pt x="87332" y="24122"/>
                    <a:pt x="96381" y="33742"/>
                    <a:pt x="100286" y="45744"/>
                  </a:cubicBezTo>
                  <a:cubicBezTo>
                    <a:pt x="101715" y="50030"/>
                    <a:pt x="102382" y="54507"/>
                    <a:pt x="102382" y="59269"/>
                  </a:cubicBezTo>
                  <a:cubicBezTo>
                    <a:pt x="102382" y="83177"/>
                    <a:pt x="83046" y="102513"/>
                    <a:pt x="59138" y="1025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0" name="Google Shape;2470;p91"/>
            <p:cNvSpPr/>
            <p:nvPr/>
          </p:nvSpPr>
          <p:spPr>
            <a:xfrm>
              <a:off x="7475124" y="3290220"/>
              <a:ext cx="7620" cy="174307"/>
            </a:xfrm>
            <a:custGeom>
              <a:rect b="b" l="l" r="r" t="t"/>
              <a:pathLst>
                <a:path extrusionOk="0" h="174307" w="7620">
                  <a:moveTo>
                    <a:pt x="3810" y="174308"/>
                  </a:moveTo>
                  <a:lnTo>
                    <a:pt x="3810" y="174308"/>
                  </a:lnTo>
                  <a:cubicBezTo>
                    <a:pt x="1714" y="174308"/>
                    <a:pt x="0" y="172593"/>
                    <a:pt x="0" y="170497"/>
                  </a:cubicBezTo>
                  <a:lnTo>
                    <a:pt x="0" y="3810"/>
                  </a:lnTo>
                  <a:cubicBezTo>
                    <a:pt x="0" y="1714"/>
                    <a:pt x="1714" y="0"/>
                    <a:pt x="3810" y="0"/>
                  </a:cubicBezTo>
                  <a:lnTo>
                    <a:pt x="3810" y="0"/>
                  </a:lnTo>
                  <a:cubicBezTo>
                    <a:pt x="5905" y="0"/>
                    <a:pt x="7620" y="1714"/>
                    <a:pt x="7620" y="3810"/>
                  </a:cubicBezTo>
                  <a:lnTo>
                    <a:pt x="7620" y="170497"/>
                  </a:lnTo>
                  <a:cubicBezTo>
                    <a:pt x="7620" y="172593"/>
                    <a:pt x="5905" y="174308"/>
                    <a:pt x="3810" y="17430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471" name="Google Shape;2471;p91"/>
          <p:cNvSpPr/>
          <p:nvPr/>
        </p:nvSpPr>
        <p:spPr>
          <a:xfrm flipH="1" rot="532502">
            <a:off x="-514115" y="4385276"/>
            <a:ext cx="1514959" cy="122499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2" name="Google Shape;2472;p91"/>
          <p:cNvGrpSpPr/>
          <p:nvPr/>
        </p:nvGrpSpPr>
        <p:grpSpPr>
          <a:xfrm>
            <a:off x="-148774" y="4544215"/>
            <a:ext cx="784225" cy="584398"/>
            <a:chOff x="1914620" y="1930431"/>
            <a:chExt cx="572929" cy="426911"/>
          </a:xfrm>
        </p:grpSpPr>
        <p:grpSp>
          <p:nvGrpSpPr>
            <p:cNvPr id="2473" name="Google Shape;2473;p91"/>
            <p:cNvGrpSpPr/>
            <p:nvPr/>
          </p:nvGrpSpPr>
          <p:grpSpPr>
            <a:xfrm>
              <a:off x="1914620" y="1930431"/>
              <a:ext cx="572929" cy="426911"/>
              <a:chOff x="1914620" y="1930431"/>
              <a:chExt cx="572929" cy="426911"/>
            </a:xfrm>
          </p:grpSpPr>
          <p:sp>
            <p:nvSpPr>
              <p:cNvPr id="2474" name="Google Shape;2474;p91"/>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5" name="Google Shape;2475;p91"/>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6" name="Google Shape;2476;p91"/>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477" name="Google Shape;2477;p91"/>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478" name="Google Shape;2478;p91"/>
          <p:cNvSpPr/>
          <p:nvPr/>
        </p:nvSpPr>
        <p:spPr>
          <a:xfrm rot="5844200">
            <a:off x="8030548" y="2339312"/>
            <a:ext cx="2404301" cy="131859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479" name="Shape 2479"/>
        <p:cNvGrpSpPr/>
        <p:nvPr/>
      </p:nvGrpSpPr>
      <p:grpSpPr>
        <a:xfrm>
          <a:off x="0" y="0"/>
          <a:ext cx="0" cy="0"/>
          <a:chOff x="0" y="0"/>
          <a:chExt cx="0" cy="0"/>
        </a:xfrm>
      </p:grpSpPr>
      <p:sp>
        <p:nvSpPr>
          <p:cNvPr id="2480" name="Google Shape;2480;p92"/>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481" name="Google Shape;2481;p92"/>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2482" name="Google Shape;2482;p92"/>
          <p:cNvSpPr/>
          <p:nvPr>
            <p:ph idx="2" type="pic"/>
          </p:nvPr>
        </p:nvSpPr>
        <p:spPr>
          <a:xfrm>
            <a:off x="5668975" y="1076550"/>
            <a:ext cx="2990400" cy="2990400"/>
          </a:xfrm>
          <a:prstGeom prst="roundRect">
            <a:avLst>
              <a:gd fmla="val 16667" name="adj"/>
            </a:avLst>
          </a:prstGeom>
          <a:noFill/>
          <a:ln>
            <a:noFill/>
          </a:ln>
        </p:spPr>
      </p:sp>
      <p:sp>
        <p:nvSpPr>
          <p:cNvPr id="2483" name="Google Shape;2483;p92"/>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92"/>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5" name="Google Shape;2485;p92"/>
          <p:cNvGrpSpPr/>
          <p:nvPr/>
        </p:nvGrpSpPr>
        <p:grpSpPr>
          <a:xfrm>
            <a:off x="65066" y="4373044"/>
            <a:ext cx="878158" cy="654532"/>
            <a:chOff x="1114425" y="4361211"/>
            <a:chExt cx="573023" cy="427101"/>
          </a:xfrm>
        </p:grpSpPr>
        <p:grpSp>
          <p:nvGrpSpPr>
            <p:cNvPr id="2486" name="Google Shape;2486;p92"/>
            <p:cNvGrpSpPr/>
            <p:nvPr/>
          </p:nvGrpSpPr>
          <p:grpSpPr>
            <a:xfrm>
              <a:off x="1114425" y="4361211"/>
              <a:ext cx="573023" cy="427101"/>
              <a:chOff x="1114425" y="4361211"/>
              <a:chExt cx="573023" cy="427101"/>
            </a:xfrm>
          </p:grpSpPr>
          <p:sp>
            <p:nvSpPr>
              <p:cNvPr id="2487" name="Google Shape;2487;p92"/>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8" name="Google Shape;2488;p92"/>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9" name="Google Shape;2489;p92"/>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490" name="Google Shape;2490;p92"/>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491" name="Shape 2491"/>
        <p:cNvGrpSpPr/>
        <p:nvPr/>
      </p:nvGrpSpPr>
      <p:grpSpPr>
        <a:xfrm>
          <a:off x="0" y="0"/>
          <a:ext cx="0" cy="0"/>
          <a:chOff x="0" y="0"/>
          <a:chExt cx="0" cy="0"/>
        </a:xfrm>
      </p:grpSpPr>
      <p:sp>
        <p:nvSpPr>
          <p:cNvPr id="2492" name="Google Shape;2492;p93"/>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2493" name="Google Shape;2493;p93"/>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93"/>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93"/>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496" name="Shape 2496"/>
        <p:cNvGrpSpPr/>
        <p:nvPr/>
      </p:nvGrpSpPr>
      <p:grpSpPr>
        <a:xfrm>
          <a:off x="0" y="0"/>
          <a:ext cx="0" cy="0"/>
          <a:chOff x="0" y="0"/>
          <a:chExt cx="0" cy="0"/>
        </a:xfrm>
      </p:grpSpPr>
      <p:sp>
        <p:nvSpPr>
          <p:cNvPr id="2497" name="Google Shape;2497;p94"/>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15000"/>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2498" name="Google Shape;2498;p94"/>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499" name="Google Shape;2499;p94"/>
          <p:cNvSpPr/>
          <p:nvPr/>
        </p:nvSpPr>
        <p:spPr>
          <a:xfrm rot="3263452">
            <a:off x="-163955"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94"/>
          <p:cNvSpPr/>
          <p:nvPr/>
        </p:nvSpPr>
        <p:spPr>
          <a:xfrm rot="-460623">
            <a:off x="-1793263"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94"/>
          <p:cNvSpPr/>
          <p:nvPr/>
        </p:nvSpPr>
        <p:spPr>
          <a:xfrm rot="4592047">
            <a:off x="7797256" y="593203"/>
            <a:ext cx="1475158" cy="11928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502" name="Shape 2502"/>
        <p:cNvGrpSpPr/>
        <p:nvPr/>
      </p:nvGrpSpPr>
      <p:grpSpPr>
        <a:xfrm>
          <a:off x="0" y="0"/>
          <a:ext cx="0" cy="0"/>
          <a:chOff x="0" y="0"/>
          <a:chExt cx="0" cy="0"/>
        </a:xfrm>
      </p:grpSpPr>
      <p:sp>
        <p:nvSpPr>
          <p:cNvPr id="2503" name="Google Shape;2503;p95"/>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algn="ctr">
              <a:spcBef>
                <a:spcPts val="0"/>
              </a:spcBef>
              <a:spcAft>
                <a:spcPts val="0"/>
              </a:spcAft>
              <a:buSzPts val="3000"/>
              <a:buNone/>
              <a:defRPr>
                <a:solidFill>
                  <a:schemeClr val="lt1"/>
                </a:solidFill>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504" name="Shape 2504"/>
        <p:cNvGrpSpPr/>
        <p:nvPr/>
      </p:nvGrpSpPr>
      <p:grpSpPr>
        <a:xfrm>
          <a:off x="0" y="0"/>
          <a:ext cx="0" cy="0"/>
          <a:chOff x="0" y="0"/>
          <a:chExt cx="0" cy="0"/>
        </a:xfrm>
      </p:grpSpPr>
      <p:sp>
        <p:nvSpPr>
          <p:cNvPr id="2505" name="Google Shape;2505;p96"/>
          <p:cNvSpPr txBox="1"/>
          <p:nvPr>
            <p:ph hasCustomPrompt="1" type="title"/>
          </p:nvPr>
        </p:nvSpPr>
        <p:spPr>
          <a:xfrm>
            <a:off x="713225" y="1477363"/>
            <a:ext cx="6576000" cy="15267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506" name="Google Shape;2506;p96"/>
          <p:cNvSpPr txBox="1"/>
          <p:nvPr>
            <p:ph idx="1" type="subTitle"/>
          </p:nvPr>
        </p:nvSpPr>
        <p:spPr>
          <a:xfrm>
            <a:off x="713225" y="3169038"/>
            <a:ext cx="6576000" cy="497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2507" name="Google Shape;2507;p96"/>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96"/>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96"/>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96"/>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1" name="Google Shape;2511;p96"/>
          <p:cNvGrpSpPr/>
          <p:nvPr/>
        </p:nvGrpSpPr>
        <p:grpSpPr>
          <a:xfrm>
            <a:off x="7441503" y="289852"/>
            <a:ext cx="1366913" cy="1382099"/>
            <a:chOff x="6568493" y="8"/>
            <a:chExt cx="1820608" cy="1840590"/>
          </a:xfrm>
        </p:grpSpPr>
        <p:sp>
          <p:nvSpPr>
            <p:cNvPr id="2512" name="Google Shape;2512;p96"/>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3" name="Google Shape;2513;p96"/>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514" name="Google Shape;2514;p96"/>
            <p:cNvGrpSpPr/>
            <p:nvPr/>
          </p:nvGrpSpPr>
          <p:grpSpPr>
            <a:xfrm>
              <a:off x="6568493" y="84720"/>
              <a:ext cx="1649109" cy="1669065"/>
              <a:chOff x="8921020" y="472154"/>
              <a:chExt cx="1959958" cy="1983676"/>
            </a:xfrm>
          </p:grpSpPr>
          <p:sp>
            <p:nvSpPr>
              <p:cNvPr id="2515" name="Google Shape;2515;p96"/>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6" name="Google Shape;2516;p96"/>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517" name="Google Shape;2517;p96"/>
              <p:cNvGrpSpPr/>
              <p:nvPr/>
            </p:nvGrpSpPr>
            <p:grpSpPr>
              <a:xfrm>
                <a:off x="9011888" y="537781"/>
                <a:ext cx="255174" cy="64389"/>
                <a:chOff x="9011888" y="537781"/>
                <a:chExt cx="255174" cy="64389"/>
              </a:xfrm>
            </p:grpSpPr>
            <p:sp>
              <p:nvSpPr>
                <p:cNvPr id="2518" name="Google Shape;2518;p96"/>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9" name="Google Shape;2519;p96"/>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0" name="Google Shape;2520;p96"/>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521" name="Google Shape;2521;p96"/>
            <p:cNvGrpSpPr/>
            <p:nvPr/>
          </p:nvGrpSpPr>
          <p:grpSpPr>
            <a:xfrm>
              <a:off x="6795939" y="406335"/>
              <a:ext cx="1194216" cy="1228757"/>
              <a:chOff x="9191339" y="854392"/>
              <a:chExt cx="1419320" cy="1460372"/>
            </a:xfrm>
          </p:grpSpPr>
          <p:grpSp>
            <p:nvGrpSpPr>
              <p:cNvPr id="2522" name="Google Shape;2522;p96"/>
              <p:cNvGrpSpPr/>
              <p:nvPr/>
            </p:nvGrpSpPr>
            <p:grpSpPr>
              <a:xfrm>
                <a:off x="9191339" y="1884045"/>
                <a:ext cx="604932" cy="420243"/>
                <a:chOff x="9191339" y="1884045"/>
                <a:chExt cx="604932" cy="420243"/>
              </a:xfrm>
            </p:grpSpPr>
            <p:sp>
              <p:nvSpPr>
                <p:cNvPr id="2523" name="Google Shape;2523;p96"/>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4" name="Google Shape;2524;p96"/>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5" name="Google Shape;2525;p96"/>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6" name="Google Shape;2526;p96"/>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7" name="Google Shape;2527;p96"/>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8" name="Google Shape;2528;p96"/>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9" name="Google Shape;2529;p96"/>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0" name="Google Shape;2530;p96"/>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1" name="Google Shape;2531;p96"/>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2" name="Google Shape;2532;p96"/>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33" name="Google Shape;2533;p96"/>
              <p:cNvGrpSpPr/>
              <p:nvPr/>
            </p:nvGrpSpPr>
            <p:grpSpPr>
              <a:xfrm>
                <a:off x="10004774" y="854392"/>
                <a:ext cx="604932" cy="420243"/>
                <a:chOff x="10004774" y="854392"/>
                <a:chExt cx="604932" cy="420243"/>
              </a:xfrm>
            </p:grpSpPr>
            <p:sp>
              <p:nvSpPr>
                <p:cNvPr id="2534" name="Google Shape;2534;p96"/>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5" name="Google Shape;2535;p96"/>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6" name="Google Shape;2536;p96"/>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7" name="Google Shape;2537;p96"/>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8" name="Google Shape;2538;p96"/>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9" name="Google Shape;2539;p96"/>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0" name="Google Shape;2540;p96"/>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1" name="Google Shape;2541;p96"/>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2" name="Google Shape;2542;p96"/>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3" name="Google Shape;2543;p96"/>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44" name="Google Shape;2544;p96"/>
              <p:cNvGrpSpPr/>
              <p:nvPr/>
            </p:nvGrpSpPr>
            <p:grpSpPr>
              <a:xfrm>
                <a:off x="10004774" y="1374362"/>
                <a:ext cx="604932" cy="303466"/>
                <a:chOff x="10004774" y="1374362"/>
                <a:chExt cx="604932" cy="303466"/>
              </a:xfrm>
            </p:grpSpPr>
            <p:sp>
              <p:nvSpPr>
                <p:cNvPr id="2545" name="Google Shape;2545;p96"/>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6" name="Google Shape;2546;p96"/>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7" name="Google Shape;2547;p96"/>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8" name="Google Shape;2548;p96"/>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9" name="Google Shape;2549;p96"/>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0" name="Google Shape;2550;p96"/>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1" name="Google Shape;2551;p96"/>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2" name="Google Shape;2552;p96"/>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553" name="Google Shape;2553;p96"/>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4" name="Google Shape;2554;p96"/>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55" name="Google Shape;2555;p96"/>
            <p:cNvGrpSpPr/>
            <p:nvPr/>
          </p:nvGrpSpPr>
          <p:grpSpPr>
            <a:xfrm>
              <a:off x="6717319" y="354723"/>
              <a:ext cx="656533" cy="799751"/>
              <a:chOff x="9097899" y="793051"/>
              <a:chExt cx="780287" cy="950500"/>
            </a:xfrm>
          </p:grpSpPr>
          <p:grpSp>
            <p:nvGrpSpPr>
              <p:cNvPr id="2556" name="Google Shape;2556;p96"/>
              <p:cNvGrpSpPr/>
              <p:nvPr/>
            </p:nvGrpSpPr>
            <p:grpSpPr>
              <a:xfrm>
                <a:off x="9118758" y="814006"/>
                <a:ext cx="747999" cy="918020"/>
                <a:chOff x="9118758" y="814006"/>
                <a:chExt cx="747999" cy="918020"/>
              </a:xfrm>
            </p:grpSpPr>
            <p:sp>
              <p:nvSpPr>
                <p:cNvPr id="2557" name="Google Shape;2557;p96"/>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8" name="Google Shape;2558;p96"/>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9" name="Google Shape;2559;p96"/>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0" name="Google Shape;2560;p96"/>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61" name="Google Shape;2561;p96"/>
              <p:cNvGrpSpPr/>
              <p:nvPr/>
            </p:nvGrpSpPr>
            <p:grpSpPr>
              <a:xfrm>
                <a:off x="9097899" y="793051"/>
                <a:ext cx="780287" cy="950500"/>
                <a:chOff x="9097899" y="793051"/>
                <a:chExt cx="780287" cy="950500"/>
              </a:xfrm>
            </p:grpSpPr>
            <p:grpSp>
              <p:nvGrpSpPr>
                <p:cNvPr id="2562" name="Google Shape;2562;p96"/>
                <p:cNvGrpSpPr/>
                <p:nvPr/>
              </p:nvGrpSpPr>
              <p:grpSpPr>
                <a:xfrm>
                  <a:off x="9097899" y="793051"/>
                  <a:ext cx="780287" cy="41909"/>
                  <a:chOff x="9097899" y="793051"/>
                  <a:chExt cx="780287" cy="41909"/>
                </a:xfrm>
              </p:grpSpPr>
              <p:sp>
                <p:nvSpPr>
                  <p:cNvPr id="2563" name="Google Shape;2563;p96"/>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4" name="Google Shape;2564;p96"/>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5" name="Google Shape;2565;p96"/>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66" name="Google Shape;2566;p96"/>
                <p:cNvGrpSpPr/>
                <p:nvPr/>
              </p:nvGrpSpPr>
              <p:grpSpPr>
                <a:xfrm>
                  <a:off x="9097899" y="1247298"/>
                  <a:ext cx="780287" cy="41910"/>
                  <a:chOff x="9097899" y="1247298"/>
                  <a:chExt cx="780287" cy="41910"/>
                </a:xfrm>
              </p:grpSpPr>
              <p:sp>
                <p:nvSpPr>
                  <p:cNvPr id="2567" name="Google Shape;2567;p96"/>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8" name="Google Shape;2568;p96"/>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69" name="Google Shape;2569;p96"/>
                <p:cNvGrpSpPr/>
                <p:nvPr/>
              </p:nvGrpSpPr>
              <p:grpSpPr>
                <a:xfrm>
                  <a:off x="9097899" y="1701641"/>
                  <a:ext cx="780287" cy="41910"/>
                  <a:chOff x="9097899" y="1701641"/>
                  <a:chExt cx="780287" cy="41910"/>
                </a:xfrm>
              </p:grpSpPr>
              <p:sp>
                <p:nvSpPr>
                  <p:cNvPr id="2570" name="Google Shape;2570;p96"/>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1" name="Google Shape;2571;p96"/>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2" name="Google Shape;2572;p96"/>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2573" name="Google Shape;2573;p96"/>
            <p:cNvGrpSpPr/>
            <p:nvPr/>
          </p:nvGrpSpPr>
          <p:grpSpPr>
            <a:xfrm>
              <a:off x="7074117" y="956519"/>
              <a:ext cx="215826" cy="125825"/>
              <a:chOff x="9521952" y="1508283"/>
              <a:chExt cx="256508" cy="149542"/>
            </a:xfrm>
          </p:grpSpPr>
          <p:sp>
            <p:nvSpPr>
              <p:cNvPr id="2574" name="Google Shape;2574;p96"/>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575" name="Google Shape;2575;p96"/>
              <p:cNvGrpSpPr/>
              <p:nvPr/>
            </p:nvGrpSpPr>
            <p:grpSpPr>
              <a:xfrm>
                <a:off x="9556578" y="1534618"/>
                <a:ext cx="183763" cy="98921"/>
                <a:chOff x="9556578" y="1534618"/>
                <a:chExt cx="183763" cy="98921"/>
              </a:xfrm>
            </p:grpSpPr>
            <p:grpSp>
              <p:nvGrpSpPr>
                <p:cNvPr id="2576" name="Google Shape;2576;p96"/>
                <p:cNvGrpSpPr/>
                <p:nvPr/>
              </p:nvGrpSpPr>
              <p:grpSpPr>
                <a:xfrm>
                  <a:off x="9645396" y="1536115"/>
                  <a:ext cx="94945" cy="94946"/>
                  <a:chOff x="9645396" y="1536115"/>
                  <a:chExt cx="94945" cy="94946"/>
                </a:xfrm>
              </p:grpSpPr>
              <p:sp>
                <p:nvSpPr>
                  <p:cNvPr id="2577" name="Google Shape;2577;p96"/>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8" name="Google Shape;2578;p96"/>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79" name="Google Shape;2579;p96"/>
                <p:cNvGrpSpPr/>
                <p:nvPr/>
              </p:nvGrpSpPr>
              <p:grpSpPr>
                <a:xfrm>
                  <a:off x="9556578" y="1534618"/>
                  <a:ext cx="98773" cy="98921"/>
                  <a:chOff x="9556578" y="1534618"/>
                  <a:chExt cx="98773" cy="98921"/>
                </a:xfrm>
              </p:grpSpPr>
              <p:sp>
                <p:nvSpPr>
                  <p:cNvPr id="2580" name="Google Shape;2580;p96"/>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1" name="Google Shape;2581;p96"/>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2582" name="Shape 2582"/>
        <p:cNvGrpSpPr/>
        <p:nvPr/>
      </p:nvGrpSpPr>
      <p:grpSpPr>
        <a:xfrm>
          <a:off x="0" y="0"/>
          <a:ext cx="0" cy="0"/>
          <a:chOff x="0" y="0"/>
          <a:chExt cx="0" cy="0"/>
        </a:xfrm>
      </p:grpSpPr>
    </p:spTree>
  </p:cSld>
  <p:clrMapOvr>
    <a:masterClrMapping/>
  </p:clrMapOvr>
</p:sldLayout>
</file>

<file path=ppt/slideLayouts/slideLayout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2583" name="Shape 2583"/>
        <p:cNvGrpSpPr/>
        <p:nvPr/>
      </p:nvGrpSpPr>
      <p:grpSpPr>
        <a:xfrm>
          <a:off x="0" y="0"/>
          <a:ext cx="0" cy="0"/>
          <a:chOff x="0" y="0"/>
          <a:chExt cx="0" cy="0"/>
        </a:xfrm>
      </p:grpSpPr>
      <p:sp>
        <p:nvSpPr>
          <p:cNvPr id="2584" name="Google Shape;2584;p9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585" name="Google Shape;2585;p98"/>
          <p:cNvSpPr txBox="1"/>
          <p:nvPr>
            <p:ph hasCustomPrompt="1" idx="2" type="title"/>
          </p:nvPr>
        </p:nvSpPr>
        <p:spPr>
          <a:xfrm>
            <a:off x="110097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2586" name="Google Shape;2586;p98"/>
          <p:cNvSpPr txBox="1"/>
          <p:nvPr>
            <p:ph hasCustomPrompt="1" idx="3" type="title"/>
          </p:nvPr>
        </p:nvSpPr>
        <p:spPr>
          <a:xfrm>
            <a:off x="110097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2587" name="Google Shape;2587;p98"/>
          <p:cNvSpPr txBox="1"/>
          <p:nvPr>
            <p:ph hasCustomPrompt="1" idx="4" type="title"/>
          </p:nvPr>
        </p:nvSpPr>
        <p:spPr>
          <a:xfrm>
            <a:off x="3419250"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2588" name="Google Shape;2588;p98"/>
          <p:cNvSpPr txBox="1"/>
          <p:nvPr>
            <p:ph hasCustomPrompt="1" idx="5" type="title"/>
          </p:nvPr>
        </p:nvSpPr>
        <p:spPr>
          <a:xfrm>
            <a:off x="3419250"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2589" name="Google Shape;2589;p98"/>
          <p:cNvSpPr txBox="1"/>
          <p:nvPr>
            <p:ph hasCustomPrompt="1" idx="6" type="title"/>
          </p:nvPr>
        </p:nvSpPr>
        <p:spPr>
          <a:xfrm>
            <a:off x="573752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2590" name="Google Shape;2590;p98"/>
          <p:cNvSpPr txBox="1"/>
          <p:nvPr>
            <p:ph hasCustomPrompt="1" idx="7" type="title"/>
          </p:nvPr>
        </p:nvSpPr>
        <p:spPr>
          <a:xfrm>
            <a:off x="573752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2591" name="Google Shape;2591;p98"/>
          <p:cNvSpPr txBox="1"/>
          <p:nvPr>
            <p:ph idx="1" type="subTitle"/>
          </p:nvPr>
        </p:nvSpPr>
        <p:spPr>
          <a:xfrm>
            <a:off x="110097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592" name="Google Shape;2592;p98"/>
          <p:cNvSpPr txBox="1"/>
          <p:nvPr>
            <p:ph idx="8" type="subTitle"/>
          </p:nvPr>
        </p:nvSpPr>
        <p:spPr>
          <a:xfrm>
            <a:off x="3419250"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593" name="Google Shape;2593;p98"/>
          <p:cNvSpPr txBox="1"/>
          <p:nvPr>
            <p:ph idx="9" type="subTitle"/>
          </p:nvPr>
        </p:nvSpPr>
        <p:spPr>
          <a:xfrm>
            <a:off x="573752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594" name="Google Shape;2594;p98"/>
          <p:cNvSpPr txBox="1"/>
          <p:nvPr>
            <p:ph idx="13" type="subTitle"/>
          </p:nvPr>
        </p:nvSpPr>
        <p:spPr>
          <a:xfrm>
            <a:off x="110097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595" name="Google Shape;2595;p98"/>
          <p:cNvSpPr txBox="1"/>
          <p:nvPr>
            <p:ph idx="14" type="subTitle"/>
          </p:nvPr>
        </p:nvSpPr>
        <p:spPr>
          <a:xfrm>
            <a:off x="3419250"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596" name="Google Shape;2596;p98"/>
          <p:cNvSpPr txBox="1"/>
          <p:nvPr>
            <p:ph idx="15" type="subTitle"/>
          </p:nvPr>
        </p:nvSpPr>
        <p:spPr>
          <a:xfrm>
            <a:off x="573752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597" name="Google Shape;2597;p98"/>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98"/>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9" name="Google Shape;2599;p98"/>
          <p:cNvGrpSpPr/>
          <p:nvPr/>
        </p:nvGrpSpPr>
        <p:grpSpPr>
          <a:xfrm>
            <a:off x="8114970" y="266839"/>
            <a:ext cx="829992" cy="750888"/>
            <a:chOff x="8114596" y="445039"/>
            <a:chExt cx="633002" cy="572716"/>
          </a:xfrm>
        </p:grpSpPr>
        <p:grpSp>
          <p:nvGrpSpPr>
            <p:cNvPr id="2600" name="Google Shape;2600;p98"/>
            <p:cNvGrpSpPr/>
            <p:nvPr/>
          </p:nvGrpSpPr>
          <p:grpSpPr>
            <a:xfrm>
              <a:off x="8114596" y="445039"/>
              <a:ext cx="633002" cy="572716"/>
              <a:chOff x="7189660" y="520827"/>
              <a:chExt cx="598074" cy="541115"/>
            </a:xfrm>
          </p:grpSpPr>
          <p:sp>
            <p:nvSpPr>
              <p:cNvPr id="2601" name="Google Shape;2601;p98"/>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602" name="Google Shape;2602;p98"/>
              <p:cNvGrpSpPr/>
              <p:nvPr/>
            </p:nvGrpSpPr>
            <p:grpSpPr>
              <a:xfrm>
                <a:off x="7579137" y="551973"/>
                <a:ext cx="164782" cy="41529"/>
                <a:chOff x="7579137" y="551973"/>
                <a:chExt cx="164782" cy="41529"/>
              </a:xfrm>
            </p:grpSpPr>
            <p:sp>
              <p:nvSpPr>
                <p:cNvPr id="2603" name="Google Shape;2603;p98"/>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4" name="Google Shape;2604;p98"/>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5" name="Google Shape;2605;p98"/>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606" name="Google Shape;2606;p98"/>
            <p:cNvGrpSpPr/>
            <p:nvPr/>
          </p:nvGrpSpPr>
          <p:grpSpPr>
            <a:xfrm>
              <a:off x="8184962" y="619646"/>
              <a:ext cx="498115" cy="257273"/>
              <a:chOff x="7256144" y="685800"/>
              <a:chExt cx="470630" cy="243077"/>
            </a:xfrm>
          </p:grpSpPr>
          <p:sp>
            <p:nvSpPr>
              <p:cNvPr id="2607" name="Google Shape;2607;p98"/>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608" name="Google Shape;2608;p98"/>
              <p:cNvGrpSpPr/>
              <p:nvPr/>
            </p:nvGrpSpPr>
            <p:grpSpPr>
              <a:xfrm>
                <a:off x="7512843" y="685800"/>
                <a:ext cx="213931" cy="243077"/>
                <a:chOff x="7512843" y="685800"/>
                <a:chExt cx="213931" cy="243077"/>
              </a:xfrm>
            </p:grpSpPr>
            <p:grpSp>
              <p:nvGrpSpPr>
                <p:cNvPr id="2609" name="Google Shape;2609;p98"/>
                <p:cNvGrpSpPr/>
                <p:nvPr/>
              </p:nvGrpSpPr>
              <p:grpSpPr>
                <a:xfrm>
                  <a:off x="7512843" y="836580"/>
                  <a:ext cx="213931" cy="92297"/>
                  <a:chOff x="7512843" y="836580"/>
                  <a:chExt cx="213931" cy="92297"/>
                </a:xfrm>
              </p:grpSpPr>
              <p:sp>
                <p:nvSpPr>
                  <p:cNvPr id="2610" name="Google Shape;2610;p98"/>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1" name="Google Shape;2611;p98"/>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12" name="Google Shape;2612;p98"/>
                <p:cNvGrpSpPr/>
                <p:nvPr/>
              </p:nvGrpSpPr>
              <p:grpSpPr>
                <a:xfrm>
                  <a:off x="7512843" y="761238"/>
                  <a:ext cx="213931" cy="92296"/>
                  <a:chOff x="7512843" y="761238"/>
                  <a:chExt cx="213931" cy="92296"/>
                </a:xfrm>
              </p:grpSpPr>
              <p:sp>
                <p:nvSpPr>
                  <p:cNvPr id="2613" name="Google Shape;2613;p98"/>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4" name="Google Shape;2614;p98"/>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15" name="Google Shape;2615;p98"/>
                <p:cNvGrpSpPr/>
                <p:nvPr/>
              </p:nvGrpSpPr>
              <p:grpSpPr>
                <a:xfrm>
                  <a:off x="7512843" y="685800"/>
                  <a:ext cx="213931" cy="92297"/>
                  <a:chOff x="7512843" y="685800"/>
                  <a:chExt cx="213931" cy="92297"/>
                </a:xfrm>
              </p:grpSpPr>
              <p:sp>
                <p:nvSpPr>
                  <p:cNvPr id="2616" name="Google Shape;2616;p98"/>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7" name="Google Shape;2617;p98"/>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
        <p:nvSpPr>
          <p:cNvPr id="2618" name="Google Shape;2618;p98"/>
          <p:cNvSpPr/>
          <p:nvPr/>
        </p:nvSpPr>
        <p:spPr>
          <a:xfrm>
            <a:off x="62832" y="4828541"/>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619" name="Google Shape;2619;p98"/>
          <p:cNvGrpSpPr/>
          <p:nvPr/>
        </p:nvGrpSpPr>
        <p:grpSpPr>
          <a:xfrm>
            <a:off x="103395" y="3891186"/>
            <a:ext cx="668783" cy="959747"/>
            <a:chOff x="10519314" y="4728596"/>
            <a:chExt cx="751780" cy="1078731"/>
          </a:xfrm>
        </p:grpSpPr>
        <p:grpSp>
          <p:nvGrpSpPr>
            <p:cNvPr id="2620" name="Google Shape;2620;p98"/>
            <p:cNvGrpSpPr/>
            <p:nvPr/>
          </p:nvGrpSpPr>
          <p:grpSpPr>
            <a:xfrm>
              <a:off x="10519314" y="4728596"/>
              <a:ext cx="626662" cy="1078731"/>
              <a:chOff x="10519314" y="4728596"/>
              <a:chExt cx="626662" cy="1078731"/>
            </a:xfrm>
          </p:grpSpPr>
          <p:grpSp>
            <p:nvGrpSpPr>
              <p:cNvPr id="2621" name="Google Shape;2621;p98"/>
              <p:cNvGrpSpPr/>
              <p:nvPr/>
            </p:nvGrpSpPr>
            <p:grpSpPr>
              <a:xfrm>
                <a:off x="10903220" y="4888205"/>
                <a:ext cx="242756" cy="919122"/>
                <a:chOff x="10903220" y="4888205"/>
                <a:chExt cx="242756" cy="919122"/>
              </a:xfrm>
            </p:grpSpPr>
            <p:sp>
              <p:nvSpPr>
                <p:cNvPr id="2622" name="Google Shape;2622;p98"/>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3" name="Google Shape;2623;p98"/>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4" name="Google Shape;2624;p98"/>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625" name="Google Shape;2625;p98"/>
                <p:cNvGrpSpPr/>
                <p:nvPr/>
              </p:nvGrpSpPr>
              <p:grpSpPr>
                <a:xfrm>
                  <a:off x="11014221" y="5588618"/>
                  <a:ext cx="100021" cy="114784"/>
                  <a:chOff x="11014221" y="5588618"/>
                  <a:chExt cx="100021" cy="114784"/>
                </a:xfrm>
              </p:grpSpPr>
              <p:sp>
                <p:nvSpPr>
                  <p:cNvPr id="2626" name="Google Shape;2626;p98"/>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7" name="Google Shape;2627;p98"/>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8" name="Google Shape;2628;p98"/>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9" name="Google Shape;2629;p98"/>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630" name="Google Shape;2630;p98"/>
              <p:cNvGrpSpPr/>
              <p:nvPr/>
            </p:nvGrpSpPr>
            <p:grpSpPr>
              <a:xfrm>
                <a:off x="10718623" y="4728596"/>
                <a:ext cx="229169" cy="1075979"/>
                <a:chOff x="10718623" y="4728596"/>
                <a:chExt cx="229169" cy="1075979"/>
              </a:xfrm>
            </p:grpSpPr>
            <p:sp>
              <p:nvSpPr>
                <p:cNvPr id="2631" name="Google Shape;2631;p98"/>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2" name="Google Shape;2632;p98"/>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633" name="Google Shape;2633;p98"/>
                <p:cNvGrpSpPr/>
                <p:nvPr/>
              </p:nvGrpSpPr>
              <p:grpSpPr>
                <a:xfrm>
                  <a:off x="10765015" y="5040134"/>
                  <a:ext cx="116314" cy="49775"/>
                  <a:chOff x="10765015" y="5040134"/>
                  <a:chExt cx="116314" cy="49775"/>
                </a:xfrm>
              </p:grpSpPr>
              <p:sp>
                <p:nvSpPr>
                  <p:cNvPr id="2634" name="Google Shape;2634;p98"/>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5" name="Google Shape;2635;p98"/>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36" name="Google Shape;2636;p98"/>
                <p:cNvGrpSpPr/>
                <p:nvPr/>
              </p:nvGrpSpPr>
              <p:grpSpPr>
                <a:xfrm>
                  <a:off x="10784825" y="5436314"/>
                  <a:ext cx="116414" cy="49961"/>
                  <a:chOff x="10784825" y="5436314"/>
                  <a:chExt cx="116414" cy="49961"/>
                </a:xfrm>
              </p:grpSpPr>
              <p:sp>
                <p:nvSpPr>
                  <p:cNvPr id="2637" name="Google Shape;2637;p98"/>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8" name="Google Shape;2638;p98"/>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639" name="Google Shape;2639;p98"/>
              <p:cNvGrpSpPr/>
              <p:nvPr/>
            </p:nvGrpSpPr>
            <p:grpSpPr>
              <a:xfrm>
                <a:off x="10519314" y="4813458"/>
                <a:ext cx="202120" cy="992123"/>
                <a:chOff x="10519314" y="4813458"/>
                <a:chExt cx="202120" cy="992123"/>
              </a:xfrm>
            </p:grpSpPr>
            <p:sp>
              <p:nvSpPr>
                <p:cNvPr id="2640" name="Google Shape;2640;p98"/>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1" name="Google Shape;2641;p98"/>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642" name="Google Shape;2642;p98"/>
                <p:cNvGrpSpPr/>
                <p:nvPr/>
              </p:nvGrpSpPr>
              <p:grpSpPr>
                <a:xfrm>
                  <a:off x="10556176" y="5465730"/>
                  <a:ext cx="128397" cy="44196"/>
                  <a:chOff x="10556176" y="5465730"/>
                  <a:chExt cx="128397" cy="44196"/>
                </a:xfrm>
              </p:grpSpPr>
              <p:sp>
                <p:nvSpPr>
                  <p:cNvPr id="2643" name="Google Shape;2643;p98"/>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4" name="Google Shape;2644;p98"/>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45" name="Google Shape;2645;p98"/>
                <p:cNvGrpSpPr/>
                <p:nvPr/>
              </p:nvGrpSpPr>
              <p:grpSpPr>
                <a:xfrm>
                  <a:off x="10556176" y="5689187"/>
                  <a:ext cx="128397" cy="44196"/>
                  <a:chOff x="10556176" y="5689187"/>
                  <a:chExt cx="128397" cy="44196"/>
                </a:xfrm>
              </p:grpSpPr>
              <p:sp>
                <p:nvSpPr>
                  <p:cNvPr id="2646" name="Google Shape;2646;p98"/>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7" name="Google Shape;2647;p98"/>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2648" name="Google Shape;2648;p98"/>
            <p:cNvGrpSpPr/>
            <p:nvPr/>
          </p:nvGrpSpPr>
          <p:grpSpPr>
            <a:xfrm>
              <a:off x="11058042" y="5088325"/>
              <a:ext cx="213052" cy="717953"/>
              <a:chOff x="11058042" y="5088325"/>
              <a:chExt cx="213052" cy="717953"/>
            </a:xfrm>
          </p:grpSpPr>
          <p:sp>
            <p:nvSpPr>
              <p:cNvPr id="2649" name="Google Shape;2649;p98"/>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0" name="Google Shape;2650;p98"/>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651" name="Google Shape;2651;p98"/>
          <p:cNvGrpSpPr/>
          <p:nvPr/>
        </p:nvGrpSpPr>
        <p:grpSpPr>
          <a:xfrm>
            <a:off x="150676" y="2823493"/>
            <a:ext cx="516117" cy="779220"/>
            <a:chOff x="10572463" y="3528536"/>
            <a:chExt cx="580168" cy="875823"/>
          </a:xfrm>
        </p:grpSpPr>
        <p:grpSp>
          <p:nvGrpSpPr>
            <p:cNvPr id="2652" name="Google Shape;2652;p98"/>
            <p:cNvGrpSpPr/>
            <p:nvPr/>
          </p:nvGrpSpPr>
          <p:grpSpPr>
            <a:xfrm>
              <a:off x="10713815" y="3528536"/>
              <a:ext cx="438816" cy="746664"/>
              <a:chOff x="10713815" y="3528536"/>
              <a:chExt cx="438816" cy="746664"/>
            </a:xfrm>
          </p:grpSpPr>
          <p:sp>
            <p:nvSpPr>
              <p:cNvPr id="2653" name="Google Shape;2653;p98"/>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654" name="Google Shape;2654;p98"/>
              <p:cNvGrpSpPr/>
              <p:nvPr/>
            </p:nvGrpSpPr>
            <p:grpSpPr>
              <a:xfrm>
                <a:off x="10776489" y="3625310"/>
                <a:ext cx="313848" cy="288226"/>
                <a:chOff x="10776489" y="3625310"/>
                <a:chExt cx="313848" cy="288226"/>
              </a:xfrm>
            </p:grpSpPr>
            <p:sp>
              <p:nvSpPr>
                <p:cNvPr id="2655" name="Google Shape;2655;p98"/>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6" name="Google Shape;2656;p98"/>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7" name="Google Shape;2657;p98"/>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8" name="Google Shape;2658;p98"/>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9" name="Google Shape;2659;p98"/>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0" name="Google Shape;2660;p98"/>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61" name="Google Shape;2661;p98"/>
              <p:cNvGrpSpPr/>
              <p:nvPr/>
            </p:nvGrpSpPr>
            <p:grpSpPr>
              <a:xfrm>
                <a:off x="10776489" y="3999547"/>
                <a:ext cx="313848" cy="181546"/>
                <a:chOff x="10776489" y="3999547"/>
                <a:chExt cx="313848" cy="181546"/>
              </a:xfrm>
            </p:grpSpPr>
            <p:sp>
              <p:nvSpPr>
                <p:cNvPr id="2662" name="Google Shape;2662;p98"/>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3" name="Google Shape;2663;p98"/>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4" name="Google Shape;2664;p98"/>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5" name="Google Shape;2665;p98"/>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666" name="Google Shape;2666;p98"/>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67" name="Google Shape;2667;p98"/>
            <p:cNvGrpSpPr/>
            <p:nvPr/>
          </p:nvGrpSpPr>
          <p:grpSpPr>
            <a:xfrm>
              <a:off x="10572463" y="3657790"/>
              <a:ext cx="438817" cy="746569"/>
              <a:chOff x="10572463" y="3657790"/>
              <a:chExt cx="438817" cy="746569"/>
            </a:xfrm>
          </p:grpSpPr>
          <p:sp>
            <p:nvSpPr>
              <p:cNvPr id="2668" name="Google Shape;2668;p98"/>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669" name="Google Shape;2669;p98"/>
              <p:cNvGrpSpPr/>
              <p:nvPr/>
            </p:nvGrpSpPr>
            <p:grpSpPr>
              <a:xfrm>
                <a:off x="10635138" y="3754469"/>
                <a:ext cx="313848" cy="288321"/>
                <a:chOff x="10635138" y="3754469"/>
                <a:chExt cx="313848" cy="288321"/>
              </a:xfrm>
            </p:grpSpPr>
            <p:sp>
              <p:nvSpPr>
                <p:cNvPr id="2670" name="Google Shape;2670;p98"/>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1" name="Google Shape;2671;p98"/>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2" name="Google Shape;2672;p98"/>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3" name="Google Shape;2673;p98"/>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4" name="Google Shape;2674;p98"/>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5" name="Google Shape;2675;p98"/>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76" name="Google Shape;2676;p98"/>
              <p:cNvGrpSpPr/>
              <p:nvPr/>
            </p:nvGrpSpPr>
            <p:grpSpPr>
              <a:xfrm>
                <a:off x="10635138" y="4128801"/>
                <a:ext cx="313848" cy="181547"/>
                <a:chOff x="10635138" y="4128801"/>
                <a:chExt cx="313848" cy="181547"/>
              </a:xfrm>
            </p:grpSpPr>
            <p:sp>
              <p:nvSpPr>
                <p:cNvPr id="2677" name="Google Shape;2677;p98"/>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8" name="Google Shape;2678;p98"/>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9" name="Google Shape;2679;p98"/>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0" name="Google Shape;2680;p98"/>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681" name="Google Shape;2681;p98"/>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682" name="Google Shape;2682;p98"/>
          <p:cNvGrpSpPr/>
          <p:nvPr/>
        </p:nvGrpSpPr>
        <p:grpSpPr>
          <a:xfrm>
            <a:off x="361835" y="3601018"/>
            <a:ext cx="22030" cy="294484"/>
            <a:chOff x="10809827" y="4402455"/>
            <a:chExt cx="24764" cy="330993"/>
          </a:xfrm>
        </p:grpSpPr>
        <p:sp>
          <p:nvSpPr>
            <p:cNvPr id="2683" name="Google Shape;2683;p98"/>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4" name="Google Shape;2684;p98"/>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5" name="Google Shape;2685;p98"/>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2686" name="Shape 2686"/>
        <p:cNvGrpSpPr/>
        <p:nvPr/>
      </p:nvGrpSpPr>
      <p:grpSpPr>
        <a:xfrm>
          <a:off x="0" y="0"/>
          <a:ext cx="0" cy="0"/>
          <a:chOff x="0" y="0"/>
          <a:chExt cx="0" cy="0"/>
        </a:xfrm>
      </p:grpSpPr>
      <p:sp>
        <p:nvSpPr>
          <p:cNvPr id="2687" name="Google Shape;2687;p99"/>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688" name="Google Shape;2688;p99"/>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2689" name="Google Shape;2689;p99"/>
          <p:cNvSpPr/>
          <p:nvPr>
            <p:ph idx="2" type="pic"/>
          </p:nvPr>
        </p:nvSpPr>
        <p:spPr>
          <a:xfrm>
            <a:off x="5668975" y="1076550"/>
            <a:ext cx="2990400" cy="2990400"/>
          </a:xfrm>
          <a:prstGeom prst="roundRect">
            <a:avLst>
              <a:gd fmla="val 16667" name="adj"/>
            </a:avLst>
          </a:prstGeom>
          <a:noFill/>
          <a:ln>
            <a:noFill/>
          </a:ln>
        </p:spPr>
      </p:sp>
      <p:sp>
        <p:nvSpPr>
          <p:cNvPr id="2690" name="Google Shape;2690;p99"/>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99"/>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2" name="Google Shape;2692;p99"/>
          <p:cNvGrpSpPr/>
          <p:nvPr/>
        </p:nvGrpSpPr>
        <p:grpSpPr>
          <a:xfrm>
            <a:off x="65066" y="4373044"/>
            <a:ext cx="878158" cy="654532"/>
            <a:chOff x="1114425" y="4361211"/>
            <a:chExt cx="573023" cy="427101"/>
          </a:xfrm>
        </p:grpSpPr>
        <p:grpSp>
          <p:nvGrpSpPr>
            <p:cNvPr id="2693" name="Google Shape;2693;p99"/>
            <p:cNvGrpSpPr/>
            <p:nvPr/>
          </p:nvGrpSpPr>
          <p:grpSpPr>
            <a:xfrm>
              <a:off x="1114425" y="4361211"/>
              <a:ext cx="573023" cy="427101"/>
              <a:chOff x="1114425" y="4361211"/>
              <a:chExt cx="573023" cy="427101"/>
            </a:xfrm>
          </p:grpSpPr>
          <p:sp>
            <p:nvSpPr>
              <p:cNvPr id="2694" name="Google Shape;2694;p99"/>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5" name="Google Shape;2695;p99"/>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6" name="Google Shape;2696;p99"/>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697" name="Google Shape;2697;p99"/>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_1">
    <p:spTree>
      <p:nvGrpSpPr>
        <p:cNvPr id="2698" name="Shape 2698"/>
        <p:cNvGrpSpPr/>
        <p:nvPr/>
      </p:nvGrpSpPr>
      <p:grpSpPr>
        <a:xfrm>
          <a:off x="0" y="0"/>
          <a:ext cx="0" cy="0"/>
          <a:chOff x="0" y="0"/>
          <a:chExt cx="0" cy="0"/>
        </a:xfrm>
      </p:grpSpPr>
      <p:sp>
        <p:nvSpPr>
          <p:cNvPr id="2699" name="Google Shape;2699;p100"/>
          <p:cNvSpPr txBox="1"/>
          <p:nvPr>
            <p:ph type="title"/>
          </p:nvPr>
        </p:nvSpPr>
        <p:spPr>
          <a:xfrm>
            <a:off x="2013850" y="841075"/>
            <a:ext cx="5116200" cy="13905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sz="4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700" name="Google Shape;2700;p100"/>
          <p:cNvSpPr txBox="1"/>
          <p:nvPr>
            <p:ph idx="1" type="subTitle"/>
          </p:nvPr>
        </p:nvSpPr>
        <p:spPr>
          <a:xfrm>
            <a:off x="2013850" y="2231525"/>
            <a:ext cx="51162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2701" name="Google Shape;2701;p100"/>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2" name="Google Shape;2702;p100"/>
          <p:cNvGrpSpPr/>
          <p:nvPr/>
        </p:nvGrpSpPr>
        <p:grpSpPr>
          <a:xfrm flipH="1">
            <a:off x="683048" y="4696520"/>
            <a:ext cx="325927" cy="404808"/>
            <a:chOff x="7385113" y="1535430"/>
            <a:chExt cx="435673" cy="541115"/>
          </a:xfrm>
        </p:grpSpPr>
        <p:sp>
          <p:nvSpPr>
            <p:cNvPr id="2703" name="Google Shape;2703;p100"/>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04" name="Google Shape;2704;p100"/>
            <p:cNvGrpSpPr/>
            <p:nvPr/>
          </p:nvGrpSpPr>
          <p:grpSpPr>
            <a:xfrm>
              <a:off x="7612094" y="1566576"/>
              <a:ext cx="164781" cy="41529"/>
              <a:chOff x="7612094" y="1566576"/>
              <a:chExt cx="164781" cy="41529"/>
            </a:xfrm>
          </p:grpSpPr>
          <p:sp>
            <p:nvSpPr>
              <p:cNvPr id="2705" name="Google Shape;2705;p100"/>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6" name="Google Shape;2706;p100"/>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7" name="Google Shape;2707;p100"/>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708" name="Google Shape;2708;p100"/>
          <p:cNvGrpSpPr/>
          <p:nvPr/>
        </p:nvGrpSpPr>
        <p:grpSpPr>
          <a:xfrm flipH="1">
            <a:off x="713902" y="4774546"/>
            <a:ext cx="268636" cy="280965"/>
            <a:chOff x="7420451" y="1639728"/>
            <a:chExt cx="359091" cy="375571"/>
          </a:xfrm>
        </p:grpSpPr>
        <p:sp>
          <p:nvSpPr>
            <p:cNvPr id="2709" name="Google Shape;2709;p100"/>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0" name="Google Shape;2710;p100"/>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11" name="Google Shape;2711;p100"/>
          <p:cNvGrpSpPr/>
          <p:nvPr/>
        </p:nvGrpSpPr>
        <p:grpSpPr>
          <a:xfrm flipH="1">
            <a:off x="96200" y="4469347"/>
            <a:ext cx="355444" cy="644072"/>
            <a:chOff x="1945386" y="5582316"/>
            <a:chExt cx="470725" cy="852963"/>
          </a:xfrm>
        </p:grpSpPr>
        <p:grpSp>
          <p:nvGrpSpPr>
            <p:cNvPr id="2712" name="Google Shape;2712;p100"/>
            <p:cNvGrpSpPr/>
            <p:nvPr/>
          </p:nvGrpSpPr>
          <p:grpSpPr>
            <a:xfrm>
              <a:off x="1945386" y="5582316"/>
              <a:ext cx="470725" cy="852963"/>
              <a:chOff x="1945386" y="5582316"/>
              <a:chExt cx="470725" cy="852963"/>
            </a:xfrm>
          </p:grpSpPr>
          <p:sp>
            <p:nvSpPr>
              <p:cNvPr id="2713" name="Google Shape;2713;p100"/>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4" name="Google Shape;2714;p100"/>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15" name="Google Shape;2715;p100"/>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16" name="Google Shape;2716;p100"/>
          <p:cNvGrpSpPr/>
          <p:nvPr/>
        </p:nvGrpSpPr>
        <p:grpSpPr>
          <a:xfrm>
            <a:off x="7975988" y="116167"/>
            <a:ext cx="1061979" cy="558999"/>
            <a:chOff x="3859815" y="2867310"/>
            <a:chExt cx="1262157" cy="664368"/>
          </a:xfrm>
        </p:grpSpPr>
        <p:sp>
          <p:nvSpPr>
            <p:cNvPr id="2717" name="Google Shape;2717;p100"/>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18" name="Google Shape;2718;p100"/>
            <p:cNvGrpSpPr/>
            <p:nvPr/>
          </p:nvGrpSpPr>
          <p:grpSpPr>
            <a:xfrm>
              <a:off x="4275677" y="3065525"/>
              <a:ext cx="334517" cy="380047"/>
              <a:chOff x="4275677" y="3065525"/>
              <a:chExt cx="334517" cy="380047"/>
            </a:xfrm>
          </p:grpSpPr>
          <p:grpSp>
            <p:nvGrpSpPr>
              <p:cNvPr id="2719" name="Google Shape;2719;p100"/>
              <p:cNvGrpSpPr/>
              <p:nvPr/>
            </p:nvGrpSpPr>
            <p:grpSpPr>
              <a:xfrm>
                <a:off x="4275677" y="3065525"/>
                <a:ext cx="334517" cy="380047"/>
                <a:chOff x="4275677" y="3065525"/>
                <a:chExt cx="334517" cy="380047"/>
              </a:xfrm>
            </p:grpSpPr>
            <p:grpSp>
              <p:nvGrpSpPr>
                <p:cNvPr id="2720" name="Google Shape;2720;p100"/>
                <p:cNvGrpSpPr/>
                <p:nvPr/>
              </p:nvGrpSpPr>
              <p:grpSpPr>
                <a:xfrm>
                  <a:off x="4275677" y="3301269"/>
                  <a:ext cx="334422" cy="144303"/>
                  <a:chOff x="4275677" y="3301269"/>
                  <a:chExt cx="334422" cy="144303"/>
                </a:xfrm>
              </p:grpSpPr>
              <p:sp>
                <p:nvSpPr>
                  <p:cNvPr id="2721" name="Google Shape;2721;p100"/>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2" name="Google Shape;2722;p100"/>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23" name="Google Shape;2723;p100"/>
                <p:cNvGrpSpPr/>
                <p:nvPr/>
              </p:nvGrpSpPr>
              <p:grpSpPr>
                <a:xfrm>
                  <a:off x="4275677" y="3183350"/>
                  <a:ext cx="334422" cy="144302"/>
                  <a:chOff x="4275677" y="3183350"/>
                  <a:chExt cx="334422" cy="144302"/>
                </a:xfrm>
              </p:grpSpPr>
              <p:sp>
                <p:nvSpPr>
                  <p:cNvPr id="2724" name="Google Shape;2724;p100"/>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5" name="Google Shape;2725;p100"/>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26" name="Google Shape;2726;p100"/>
                <p:cNvGrpSpPr/>
                <p:nvPr/>
              </p:nvGrpSpPr>
              <p:grpSpPr>
                <a:xfrm>
                  <a:off x="4275677" y="3065525"/>
                  <a:ext cx="334517" cy="144303"/>
                  <a:chOff x="4275677" y="3065525"/>
                  <a:chExt cx="334517" cy="144303"/>
                </a:xfrm>
              </p:grpSpPr>
              <p:sp>
                <p:nvSpPr>
                  <p:cNvPr id="2727" name="Google Shape;2727;p100"/>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8" name="Google Shape;2728;p100"/>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729" name="Google Shape;2729;p100"/>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0" name="Google Shape;2730;p100"/>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1" name="Google Shape;2731;p100"/>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732" name="Google Shape;2732;p100"/>
          <p:cNvGrpSpPr/>
          <p:nvPr/>
        </p:nvGrpSpPr>
        <p:grpSpPr>
          <a:xfrm flipH="1" rot="5400000">
            <a:off x="557972" y="4696603"/>
            <a:ext cx="16329" cy="218290"/>
            <a:chOff x="10809827" y="4402455"/>
            <a:chExt cx="24764" cy="330993"/>
          </a:xfrm>
        </p:grpSpPr>
        <p:sp>
          <p:nvSpPr>
            <p:cNvPr id="2733" name="Google Shape;2733;p100"/>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4" name="Google Shape;2734;p100"/>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5" name="Google Shape;2735;p100"/>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36" name="Google Shape;2736;p100"/>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100"/>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2738" name="Shape 2738"/>
        <p:cNvGrpSpPr/>
        <p:nvPr/>
      </p:nvGrpSpPr>
      <p:grpSpPr>
        <a:xfrm>
          <a:off x="0" y="0"/>
          <a:ext cx="0" cy="0"/>
          <a:chOff x="0" y="0"/>
          <a:chExt cx="0" cy="0"/>
        </a:xfrm>
      </p:grpSpPr>
      <p:sp>
        <p:nvSpPr>
          <p:cNvPr id="2739" name="Google Shape;2739;p10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740" name="Google Shape;2740;p101"/>
          <p:cNvSpPr txBox="1"/>
          <p:nvPr>
            <p:ph idx="1" type="subTitle"/>
          </p:nvPr>
        </p:nvSpPr>
        <p:spPr>
          <a:xfrm>
            <a:off x="93762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741" name="Google Shape;2741;p101"/>
          <p:cNvSpPr txBox="1"/>
          <p:nvPr>
            <p:ph idx="2" type="subTitle"/>
          </p:nvPr>
        </p:nvSpPr>
        <p:spPr>
          <a:xfrm>
            <a:off x="3484347"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742" name="Google Shape;2742;p101"/>
          <p:cNvSpPr txBox="1"/>
          <p:nvPr>
            <p:ph idx="3" type="subTitle"/>
          </p:nvPr>
        </p:nvSpPr>
        <p:spPr>
          <a:xfrm>
            <a:off x="603107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743" name="Google Shape;2743;p101"/>
          <p:cNvSpPr txBox="1"/>
          <p:nvPr>
            <p:ph idx="4" type="subTitle"/>
          </p:nvPr>
        </p:nvSpPr>
        <p:spPr>
          <a:xfrm>
            <a:off x="93762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744" name="Google Shape;2744;p101"/>
          <p:cNvSpPr txBox="1"/>
          <p:nvPr>
            <p:ph idx="5" type="subTitle"/>
          </p:nvPr>
        </p:nvSpPr>
        <p:spPr>
          <a:xfrm>
            <a:off x="3484350"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745" name="Google Shape;2745;p101"/>
          <p:cNvSpPr txBox="1"/>
          <p:nvPr>
            <p:ph idx="6" type="subTitle"/>
          </p:nvPr>
        </p:nvSpPr>
        <p:spPr>
          <a:xfrm>
            <a:off x="603107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746" name="Google Shape;2746;p101"/>
          <p:cNvSpPr/>
          <p:nvPr/>
        </p:nvSpPr>
        <p:spPr>
          <a:xfrm flipH="1" rot="8800738">
            <a:off x="7902412" y="4181666"/>
            <a:ext cx="1680262" cy="1358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101"/>
          <p:cNvSpPr/>
          <p:nvPr/>
        </p:nvSpPr>
        <p:spPr>
          <a:xfrm flipH="1" rot="-8942362">
            <a:off x="-983149" y="4040244"/>
            <a:ext cx="2474148" cy="2000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101"/>
          <p:cNvSpPr/>
          <p:nvPr/>
        </p:nvSpPr>
        <p:spPr>
          <a:xfrm flipH="1" rot="1554271">
            <a:off x="7563507" y="-664049"/>
            <a:ext cx="2112334" cy="200257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101"/>
          <p:cNvSpPr/>
          <p:nvPr/>
        </p:nvSpPr>
        <p:spPr>
          <a:xfrm>
            <a:off x="62825" y="1725386"/>
            <a:ext cx="606206" cy="37384"/>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50" name="Google Shape;2750;p101"/>
          <p:cNvGrpSpPr/>
          <p:nvPr/>
        </p:nvGrpSpPr>
        <p:grpSpPr>
          <a:xfrm>
            <a:off x="96399" y="951293"/>
            <a:ext cx="552408" cy="792759"/>
            <a:chOff x="10519314" y="4728596"/>
            <a:chExt cx="751780" cy="1078731"/>
          </a:xfrm>
        </p:grpSpPr>
        <p:grpSp>
          <p:nvGrpSpPr>
            <p:cNvPr id="2751" name="Google Shape;2751;p101"/>
            <p:cNvGrpSpPr/>
            <p:nvPr/>
          </p:nvGrpSpPr>
          <p:grpSpPr>
            <a:xfrm>
              <a:off x="10519314" y="4728596"/>
              <a:ext cx="626662" cy="1078731"/>
              <a:chOff x="10519314" y="4728596"/>
              <a:chExt cx="626662" cy="1078731"/>
            </a:xfrm>
          </p:grpSpPr>
          <p:grpSp>
            <p:nvGrpSpPr>
              <p:cNvPr id="2752" name="Google Shape;2752;p101"/>
              <p:cNvGrpSpPr/>
              <p:nvPr/>
            </p:nvGrpSpPr>
            <p:grpSpPr>
              <a:xfrm>
                <a:off x="10903220" y="4888205"/>
                <a:ext cx="242756" cy="919122"/>
                <a:chOff x="10903220" y="4888205"/>
                <a:chExt cx="242756" cy="919122"/>
              </a:xfrm>
            </p:grpSpPr>
            <p:sp>
              <p:nvSpPr>
                <p:cNvPr id="2753" name="Google Shape;2753;p101"/>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4" name="Google Shape;2754;p101"/>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5" name="Google Shape;2755;p101"/>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56" name="Google Shape;2756;p101"/>
                <p:cNvGrpSpPr/>
                <p:nvPr/>
              </p:nvGrpSpPr>
              <p:grpSpPr>
                <a:xfrm>
                  <a:off x="11014221" y="5588618"/>
                  <a:ext cx="100021" cy="114784"/>
                  <a:chOff x="11014221" y="5588618"/>
                  <a:chExt cx="100021" cy="114784"/>
                </a:xfrm>
              </p:grpSpPr>
              <p:sp>
                <p:nvSpPr>
                  <p:cNvPr id="2757" name="Google Shape;2757;p101"/>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8" name="Google Shape;2758;p101"/>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9" name="Google Shape;2759;p101"/>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0" name="Google Shape;2760;p101"/>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761" name="Google Shape;2761;p101"/>
              <p:cNvGrpSpPr/>
              <p:nvPr/>
            </p:nvGrpSpPr>
            <p:grpSpPr>
              <a:xfrm>
                <a:off x="10718623" y="4728596"/>
                <a:ext cx="229169" cy="1075979"/>
                <a:chOff x="10718623" y="4728596"/>
                <a:chExt cx="229169" cy="1075979"/>
              </a:xfrm>
            </p:grpSpPr>
            <p:sp>
              <p:nvSpPr>
                <p:cNvPr id="2762" name="Google Shape;2762;p101"/>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3" name="Google Shape;2763;p101"/>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64" name="Google Shape;2764;p101"/>
                <p:cNvGrpSpPr/>
                <p:nvPr/>
              </p:nvGrpSpPr>
              <p:grpSpPr>
                <a:xfrm>
                  <a:off x="10765015" y="5040134"/>
                  <a:ext cx="116314" cy="49775"/>
                  <a:chOff x="10765015" y="5040134"/>
                  <a:chExt cx="116314" cy="49775"/>
                </a:xfrm>
              </p:grpSpPr>
              <p:sp>
                <p:nvSpPr>
                  <p:cNvPr id="2765" name="Google Shape;2765;p101"/>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6" name="Google Shape;2766;p101"/>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67" name="Google Shape;2767;p101"/>
                <p:cNvGrpSpPr/>
                <p:nvPr/>
              </p:nvGrpSpPr>
              <p:grpSpPr>
                <a:xfrm>
                  <a:off x="10784825" y="5436314"/>
                  <a:ext cx="116414" cy="49961"/>
                  <a:chOff x="10784825" y="5436314"/>
                  <a:chExt cx="116414" cy="49961"/>
                </a:xfrm>
              </p:grpSpPr>
              <p:sp>
                <p:nvSpPr>
                  <p:cNvPr id="2768" name="Google Shape;2768;p101"/>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9" name="Google Shape;2769;p101"/>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770" name="Google Shape;2770;p101"/>
              <p:cNvGrpSpPr/>
              <p:nvPr/>
            </p:nvGrpSpPr>
            <p:grpSpPr>
              <a:xfrm>
                <a:off x="10519314" y="4813458"/>
                <a:ext cx="202120" cy="992123"/>
                <a:chOff x="10519314" y="4813458"/>
                <a:chExt cx="202120" cy="992123"/>
              </a:xfrm>
            </p:grpSpPr>
            <p:sp>
              <p:nvSpPr>
                <p:cNvPr id="2771" name="Google Shape;2771;p101"/>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2" name="Google Shape;2772;p101"/>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73" name="Google Shape;2773;p101"/>
                <p:cNvGrpSpPr/>
                <p:nvPr/>
              </p:nvGrpSpPr>
              <p:grpSpPr>
                <a:xfrm>
                  <a:off x="10556176" y="5465730"/>
                  <a:ext cx="128397" cy="44196"/>
                  <a:chOff x="10556176" y="5465730"/>
                  <a:chExt cx="128397" cy="44196"/>
                </a:xfrm>
              </p:grpSpPr>
              <p:sp>
                <p:nvSpPr>
                  <p:cNvPr id="2774" name="Google Shape;2774;p101"/>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5" name="Google Shape;2775;p101"/>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76" name="Google Shape;2776;p101"/>
                <p:cNvGrpSpPr/>
                <p:nvPr/>
              </p:nvGrpSpPr>
              <p:grpSpPr>
                <a:xfrm>
                  <a:off x="10556176" y="5689187"/>
                  <a:ext cx="128397" cy="44196"/>
                  <a:chOff x="10556176" y="5689187"/>
                  <a:chExt cx="128397" cy="44196"/>
                </a:xfrm>
              </p:grpSpPr>
              <p:sp>
                <p:nvSpPr>
                  <p:cNvPr id="2777" name="Google Shape;2777;p101"/>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8" name="Google Shape;2778;p101"/>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2779" name="Google Shape;2779;p101"/>
            <p:cNvGrpSpPr/>
            <p:nvPr/>
          </p:nvGrpSpPr>
          <p:grpSpPr>
            <a:xfrm>
              <a:off x="11058042" y="5088325"/>
              <a:ext cx="213052" cy="717953"/>
              <a:chOff x="11058042" y="5088325"/>
              <a:chExt cx="213052" cy="717953"/>
            </a:xfrm>
          </p:grpSpPr>
          <p:sp>
            <p:nvSpPr>
              <p:cNvPr id="2780" name="Google Shape;2780;p101"/>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1" name="Google Shape;2781;p101"/>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782" name="Google Shape;2782;p101"/>
          <p:cNvGrpSpPr/>
          <p:nvPr/>
        </p:nvGrpSpPr>
        <p:grpSpPr>
          <a:xfrm>
            <a:off x="135453" y="69369"/>
            <a:ext cx="426307" cy="643642"/>
            <a:chOff x="10572463" y="3528536"/>
            <a:chExt cx="580168" cy="875823"/>
          </a:xfrm>
        </p:grpSpPr>
        <p:grpSp>
          <p:nvGrpSpPr>
            <p:cNvPr id="2783" name="Google Shape;2783;p101"/>
            <p:cNvGrpSpPr/>
            <p:nvPr/>
          </p:nvGrpSpPr>
          <p:grpSpPr>
            <a:xfrm>
              <a:off x="10713815" y="3528536"/>
              <a:ext cx="438816" cy="746664"/>
              <a:chOff x="10713815" y="3528536"/>
              <a:chExt cx="438816" cy="746664"/>
            </a:xfrm>
          </p:grpSpPr>
          <p:sp>
            <p:nvSpPr>
              <p:cNvPr id="2784" name="Google Shape;2784;p101"/>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85" name="Google Shape;2785;p101"/>
              <p:cNvGrpSpPr/>
              <p:nvPr/>
            </p:nvGrpSpPr>
            <p:grpSpPr>
              <a:xfrm>
                <a:off x="10776489" y="3625310"/>
                <a:ext cx="313848" cy="288226"/>
                <a:chOff x="10776489" y="3625310"/>
                <a:chExt cx="313848" cy="288226"/>
              </a:xfrm>
            </p:grpSpPr>
            <p:sp>
              <p:nvSpPr>
                <p:cNvPr id="2786" name="Google Shape;2786;p101"/>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7" name="Google Shape;2787;p101"/>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8" name="Google Shape;2788;p101"/>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9" name="Google Shape;2789;p101"/>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0" name="Google Shape;2790;p101"/>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1" name="Google Shape;2791;p101"/>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92" name="Google Shape;2792;p101"/>
              <p:cNvGrpSpPr/>
              <p:nvPr/>
            </p:nvGrpSpPr>
            <p:grpSpPr>
              <a:xfrm>
                <a:off x="10776489" y="3999547"/>
                <a:ext cx="313848" cy="181546"/>
                <a:chOff x="10776489" y="3999547"/>
                <a:chExt cx="313848" cy="181546"/>
              </a:xfrm>
            </p:grpSpPr>
            <p:sp>
              <p:nvSpPr>
                <p:cNvPr id="2793" name="Google Shape;2793;p101"/>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4" name="Google Shape;2794;p101"/>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5" name="Google Shape;2795;p101"/>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6" name="Google Shape;2796;p101"/>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97" name="Google Shape;2797;p101"/>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98" name="Google Shape;2798;p101"/>
            <p:cNvGrpSpPr/>
            <p:nvPr/>
          </p:nvGrpSpPr>
          <p:grpSpPr>
            <a:xfrm>
              <a:off x="10572463" y="3657790"/>
              <a:ext cx="438817" cy="746569"/>
              <a:chOff x="10572463" y="3657790"/>
              <a:chExt cx="438817" cy="746569"/>
            </a:xfrm>
          </p:grpSpPr>
          <p:sp>
            <p:nvSpPr>
              <p:cNvPr id="2799" name="Google Shape;2799;p101"/>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800" name="Google Shape;2800;p101"/>
              <p:cNvGrpSpPr/>
              <p:nvPr/>
            </p:nvGrpSpPr>
            <p:grpSpPr>
              <a:xfrm>
                <a:off x="10635138" y="3754469"/>
                <a:ext cx="313848" cy="288321"/>
                <a:chOff x="10635138" y="3754469"/>
                <a:chExt cx="313848" cy="288321"/>
              </a:xfrm>
            </p:grpSpPr>
            <p:sp>
              <p:nvSpPr>
                <p:cNvPr id="2801" name="Google Shape;2801;p101"/>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2" name="Google Shape;2802;p101"/>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3" name="Google Shape;2803;p101"/>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4" name="Google Shape;2804;p101"/>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5" name="Google Shape;2805;p101"/>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6" name="Google Shape;2806;p101"/>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07" name="Google Shape;2807;p101"/>
              <p:cNvGrpSpPr/>
              <p:nvPr/>
            </p:nvGrpSpPr>
            <p:grpSpPr>
              <a:xfrm>
                <a:off x="10635138" y="4128801"/>
                <a:ext cx="313848" cy="181547"/>
                <a:chOff x="10635138" y="4128801"/>
                <a:chExt cx="313848" cy="181547"/>
              </a:xfrm>
            </p:grpSpPr>
            <p:sp>
              <p:nvSpPr>
                <p:cNvPr id="2808" name="Google Shape;2808;p101"/>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9" name="Google Shape;2809;p101"/>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0" name="Google Shape;2810;p101"/>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1" name="Google Shape;2811;p101"/>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812" name="Google Shape;2812;p101"/>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813" name="Google Shape;2813;p101"/>
          <p:cNvGrpSpPr/>
          <p:nvPr/>
        </p:nvGrpSpPr>
        <p:grpSpPr>
          <a:xfrm>
            <a:off x="309868" y="711612"/>
            <a:ext cx="18197" cy="243247"/>
            <a:chOff x="10809827" y="4402455"/>
            <a:chExt cx="24764" cy="330993"/>
          </a:xfrm>
        </p:grpSpPr>
        <p:sp>
          <p:nvSpPr>
            <p:cNvPr id="2814" name="Google Shape;2814;p101"/>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5" name="Google Shape;2815;p101"/>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6" name="Google Shape;2816;p101"/>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17" name="Google Shape;2817;p101"/>
          <p:cNvGrpSpPr/>
          <p:nvPr/>
        </p:nvGrpSpPr>
        <p:grpSpPr>
          <a:xfrm>
            <a:off x="8421644" y="1045085"/>
            <a:ext cx="396068" cy="717683"/>
            <a:chOff x="1945386" y="5582316"/>
            <a:chExt cx="470725" cy="852963"/>
          </a:xfrm>
        </p:grpSpPr>
        <p:grpSp>
          <p:nvGrpSpPr>
            <p:cNvPr id="2818" name="Google Shape;2818;p101"/>
            <p:cNvGrpSpPr/>
            <p:nvPr/>
          </p:nvGrpSpPr>
          <p:grpSpPr>
            <a:xfrm>
              <a:off x="1945386" y="5582316"/>
              <a:ext cx="470725" cy="852963"/>
              <a:chOff x="1945386" y="5582316"/>
              <a:chExt cx="470725" cy="852963"/>
            </a:xfrm>
          </p:grpSpPr>
          <p:sp>
            <p:nvSpPr>
              <p:cNvPr id="2819" name="Google Shape;2819;p101"/>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0" name="Google Shape;2820;p101"/>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821" name="Google Shape;2821;p101"/>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22" name="Google Shape;2822;p101"/>
          <p:cNvGrpSpPr/>
          <p:nvPr/>
        </p:nvGrpSpPr>
        <p:grpSpPr>
          <a:xfrm>
            <a:off x="8088695" y="57742"/>
            <a:ext cx="1061979" cy="558999"/>
            <a:chOff x="3859815" y="2867310"/>
            <a:chExt cx="1262157" cy="664368"/>
          </a:xfrm>
        </p:grpSpPr>
        <p:sp>
          <p:nvSpPr>
            <p:cNvPr id="2823" name="Google Shape;2823;p101"/>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824" name="Google Shape;2824;p101"/>
            <p:cNvGrpSpPr/>
            <p:nvPr/>
          </p:nvGrpSpPr>
          <p:grpSpPr>
            <a:xfrm>
              <a:off x="4275677" y="3065525"/>
              <a:ext cx="334517" cy="380047"/>
              <a:chOff x="4275677" y="3065525"/>
              <a:chExt cx="334517" cy="380047"/>
            </a:xfrm>
          </p:grpSpPr>
          <p:grpSp>
            <p:nvGrpSpPr>
              <p:cNvPr id="2825" name="Google Shape;2825;p101"/>
              <p:cNvGrpSpPr/>
              <p:nvPr/>
            </p:nvGrpSpPr>
            <p:grpSpPr>
              <a:xfrm>
                <a:off x="4275677" y="3065525"/>
                <a:ext cx="334517" cy="380047"/>
                <a:chOff x="4275677" y="3065525"/>
                <a:chExt cx="334517" cy="380047"/>
              </a:xfrm>
            </p:grpSpPr>
            <p:grpSp>
              <p:nvGrpSpPr>
                <p:cNvPr id="2826" name="Google Shape;2826;p101"/>
                <p:cNvGrpSpPr/>
                <p:nvPr/>
              </p:nvGrpSpPr>
              <p:grpSpPr>
                <a:xfrm>
                  <a:off x="4275677" y="3301269"/>
                  <a:ext cx="334422" cy="144303"/>
                  <a:chOff x="4275677" y="3301269"/>
                  <a:chExt cx="334422" cy="144303"/>
                </a:xfrm>
              </p:grpSpPr>
              <p:sp>
                <p:nvSpPr>
                  <p:cNvPr id="2827" name="Google Shape;2827;p101"/>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8" name="Google Shape;2828;p101"/>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29" name="Google Shape;2829;p101"/>
                <p:cNvGrpSpPr/>
                <p:nvPr/>
              </p:nvGrpSpPr>
              <p:grpSpPr>
                <a:xfrm>
                  <a:off x="4275677" y="3183350"/>
                  <a:ext cx="334422" cy="144302"/>
                  <a:chOff x="4275677" y="3183350"/>
                  <a:chExt cx="334422" cy="144302"/>
                </a:xfrm>
              </p:grpSpPr>
              <p:sp>
                <p:nvSpPr>
                  <p:cNvPr id="2830" name="Google Shape;2830;p101"/>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1" name="Google Shape;2831;p101"/>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32" name="Google Shape;2832;p101"/>
                <p:cNvGrpSpPr/>
                <p:nvPr/>
              </p:nvGrpSpPr>
              <p:grpSpPr>
                <a:xfrm>
                  <a:off x="4275677" y="3065525"/>
                  <a:ext cx="334517" cy="144303"/>
                  <a:chOff x="4275677" y="3065525"/>
                  <a:chExt cx="334517" cy="144303"/>
                </a:xfrm>
              </p:grpSpPr>
              <p:sp>
                <p:nvSpPr>
                  <p:cNvPr id="2833" name="Google Shape;2833;p101"/>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4" name="Google Shape;2834;p101"/>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835" name="Google Shape;2835;p101"/>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6" name="Google Shape;2836;p101"/>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7" name="Google Shape;2837;p101"/>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838" name="Google Shape;2838;p101"/>
          <p:cNvGrpSpPr/>
          <p:nvPr/>
        </p:nvGrpSpPr>
        <p:grpSpPr>
          <a:xfrm>
            <a:off x="8582238" y="611818"/>
            <a:ext cx="33124" cy="442802"/>
            <a:chOff x="10809827" y="4402455"/>
            <a:chExt cx="24764" cy="330993"/>
          </a:xfrm>
        </p:grpSpPr>
        <p:sp>
          <p:nvSpPr>
            <p:cNvPr id="2839" name="Google Shape;2839;p101"/>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0" name="Google Shape;2840;p101"/>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1" name="Google Shape;2841;p101"/>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2842" name="Shape 2842"/>
        <p:cNvGrpSpPr/>
        <p:nvPr/>
      </p:nvGrpSpPr>
      <p:grpSpPr>
        <a:xfrm>
          <a:off x="0" y="0"/>
          <a:ext cx="0" cy="0"/>
          <a:chOff x="0" y="0"/>
          <a:chExt cx="0" cy="0"/>
        </a:xfrm>
      </p:grpSpPr>
      <p:sp>
        <p:nvSpPr>
          <p:cNvPr id="2843" name="Google Shape;2843;p10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844" name="Google Shape;2844;p102"/>
          <p:cNvSpPr txBox="1"/>
          <p:nvPr>
            <p:ph idx="1" type="subTitle"/>
          </p:nvPr>
        </p:nvSpPr>
        <p:spPr>
          <a:xfrm>
            <a:off x="1253225"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845" name="Google Shape;2845;p102"/>
          <p:cNvSpPr txBox="1"/>
          <p:nvPr>
            <p:ph idx="2" type="subTitle"/>
          </p:nvPr>
        </p:nvSpPr>
        <p:spPr>
          <a:xfrm>
            <a:off x="5079776"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846" name="Google Shape;2846;p102"/>
          <p:cNvSpPr txBox="1"/>
          <p:nvPr>
            <p:ph idx="3" type="subTitle"/>
          </p:nvPr>
        </p:nvSpPr>
        <p:spPr>
          <a:xfrm>
            <a:off x="1253225"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847" name="Google Shape;2847;p102"/>
          <p:cNvSpPr txBox="1"/>
          <p:nvPr>
            <p:ph idx="4" type="subTitle"/>
          </p:nvPr>
        </p:nvSpPr>
        <p:spPr>
          <a:xfrm>
            <a:off x="5079776"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848" name="Google Shape;2848;p102"/>
          <p:cNvSpPr txBox="1"/>
          <p:nvPr>
            <p:ph idx="5" type="subTitle"/>
          </p:nvPr>
        </p:nvSpPr>
        <p:spPr>
          <a:xfrm>
            <a:off x="1253225"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849" name="Google Shape;2849;p102"/>
          <p:cNvSpPr txBox="1"/>
          <p:nvPr>
            <p:ph idx="6" type="subTitle"/>
          </p:nvPr>
        </p:nvSpPr>
        <p:spPr>
          <a:xfrm>
            <a:off x="1253225"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850" name="Google Shape;2850;p102"/>
          <p:cNvSpPr txBox="1"/>
          <p:nvPr>
            <p:ph idx="7" type="subTitle"/>
          </p:nvPr>
        </p:nvSpPr>
        <p:spPr>
          <a:xfrm>
            <a:off x="5079750"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851" name="Google Shape;2851;p102"/>
          <p:cNvSpPr txBox="1"/>
          <p:nvPr>
            <p:ph idx="8" type="subTitle"/>
          </p:nvPr>
        </p:nvSpPr>
        <p:spPr>
          <a:xfrm>
            <a:off x="5079750"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852" name="Google Shape;2852;p102"/>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102"/>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4" name="Google Shape;2854;p102"/>
          <p:cNvGrpSpPr/>
          <p:nvPr/>
        </p:nvGrpSpPr>
        <p:grpSpPr>
          <a:xfrm>
            <a:off x="65066" y="4373044"/>
            <a:ext cx="878158" cy="654532"/>
            <a:chOff x="1114425" y="4361211"/>
            <a:chExt cx="573023" cy="427101"/>
          </a:xfrm>
        </p:grpSpPr>
        <p:grpSp>
          <p:nvGrpSpPr>
            <p:cNvPr id="2855" name="Google Shape;2855;p102"/>
            <p:cNvGrpSpPr/>
            <p:nvPr/>
          </p:nvGrpSpPr>
          <p:grpSpPr>
            <a:xfrm>
              <a:off x="1114425" y="4361211"/>
              <a:ext cx="573023" cy="427101"/>
              <a:chOff x="1114425" y="4361211"/>
              <a:chExt cx="573023" cy="427101"/>
            </a:xfrm>
          </p:grpSpPr>
          <p:sp>
            <p:nvSpPr>
              <p:cNvPr id="2856" name="Google Shape;2856;p102"/>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7" name="Google Shape;2857;p102"/>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8" name="Google Shape;2858;p102"/>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859" name="Google Shape;2859;p102"/>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60" name="Google Shape;2860;p102"/>
          <p:cNvGrpSpPr/>
          <p:nvPr/>
        </p:nvGrpSpPr>
        <p:grpSpPr>
          <a:xfrm>
            <a:off x="8114970" y="266839"/>
            <a:ext cx="829992" cy="750888"/>
            <a:chOff x="8114596" y="445039"/>
            <a:chExt cx="633002" cy="572716"/>
          </a:xfrm>
        </p:grpSpPr>
        <p:grpSp>
          <p:nvGrpSpPr>
            <p:cNvPr id="2861" name="Google Shape;2861;p102"/>
            <p:cNvGrpSpPr/>
            <p:nvPr/>
          </p:nvGrpSpPr>
          <p:grpSpPr>
            <a:xfrm>
              <a:off x="8114596" y="445039"/>
              <a:ext cx="633002" cy="572716"/>
              <a:chOff x="7189660" y="520827"/>
              <a:chExt cx="598074" cy="541115"/>
            </a:xfrm>
          </p:grpSpPr>
          <p:sp>
            <p:nvSpPr>
              <p:cNvPr id="2862" name="Google Shape;2862;p102"/>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863" name="Google Shape;2863;p102"/>
              <p:cNvGrpSpPr/>
              <p:nvPr/>
            </p:nvGrpSpPr>
            <p:grpSpPr>
              <a:xfrm>
                <a:off x="7579137" y="551973"/>
                <a:ext cx="164782" cy="41529"/>
                <a:chOff x="7579137" y="551973"/>
                <a:chExt cx="164782" cy="41529"/>
              </a:xfrm>
            </p:grpSpPr>
            <p:sp>
              <p:nvSpPr>
                <p:cNvPr id="2864" name="Google Shape;2864;p102"/>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5" name="Google Shape;2865;p102"/>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6" name="Google Shape;2866;p102"/>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867" name="Google Shape;2867;p102"/>
            <p:cNvGrpSpPr/>
            <p:nvPr/>
          </p:nvGrpSpPr>
          <p:grpSpPr>
            <a:xfrm>
              <a:off x="8184962" y="619646"/>
              <a:ext cx="498115" cy="257273"/>
              <a:chOff x="7256144" y="685800"/>
              <a:chExt cx="470630" cy="243077"/>
            </a:xfrm>
          </p:grpSpPr>
          <p:sp>
            <p:nvSpPr>
              <p:cNvPr id="2868" name="Google Shape;2868;p102"/>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869" name="Google Shape;2869;p102"/>
              <p:cNvGrpSpPr/>
              <p:nvPr/>
            </p:nvGrpSpPr>
            <p:grpSpPr>
              <a:xfrm>
                <a:off x="7512843" y="685800"/>
                <a:ext cx="213931" cy="243077"/>
                <a:chOff x="7512843" y="685800"/>
                <a:chExt cx="213931" cy="243077"/>
              </a:xfrm>
            </p:grpSpPr>
            <p:grpSp>
              <p:nvGrpSpPr>
                <p:cNvPr id="2870" name="Google Shape;2870;p102"/>
                <p:cNvGrpSpPr/>
                <p:nvPr/>
              </p:nvGrpSpPr>
              <p:grpSpPr>
                <a:xfrm>
                  <a:off x="7512843" y="836580"/>
                  <a:ext cx="213931" cy="92297"/>
                  <a:chOff x="7512843" y="836580"/>
                  <a:chExt cx="213931" cy="92297"/>
                </a:xfrm>
              </p:grpSpPr>
              <p:sp>
                <p:nvSpPr>
                  <p:cNvPr id="2871" name="Google Shape;2871;p102"/>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2" name="Google Shape;2872;p102"/>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73" name="Google Shape;2873;p102"/>
                <p:cNvGrpSpPr/>
                <p:nvPr/>
              </p:nvGrpSpPr>
              <p:grpSpPr>
                <a:xfrm>
                  <a:off x="7512843" y="761238"/>
                  <a:ext cx="213931" cy="92296"/>
                  <a:chOff x="7512843" y="761238"/>
                  <a:chExt cx="213931" cy="92296"/>
                </a:xfrm>
              </p:grpSpPr>
              <p:sp>
                <p:nvSpPr>
                  <p:cNvPr id="2874" name="Google Shape;2874;p102"/>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5" name="Google Shape;2875;p102"/>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76" name="Google Shape;2876;p102"/>
                <p:cNvGrpSpPr/>
                <p:nvPr/>
              </p:nvGrpSpPr>
              <p:grpSpPr>
                <a:xfrm>
                  <a:off x="7512843" y="685800"/>
                  <a:ext cx="213931" cy="92297"/>
                  <a:chOff x="7512843" y="685800"/>
                  <a:chExt cx="213931" cy="92297"/>
                </a:xfrm>
              </p:grpSpPr>
              <p:sp>
                <p:nvSpPr>
                  <p:cNvPr id="2877" name="Google Shape;2877;p102"/>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8" name="Google Shape;2878;p102"/>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2879" name="Shape 2879"/>
        <p:cNvGrpSpPr/>
        <p:nvPr/>
      </p:nvGrpSpPr>
      <p:grpSpPr>
        <a:xfrm>
          <a:off x="0" y="0"/>
          <a:ext cx="0" cy="0"/>
          <a:chOff x="0" y="0"/>
          <a:chExt cx="0" cy="0"/>
        </a:xfrm>
      </p:grpSpPr>
      <p:sp>
        <p:nvSpPr>
          <p:cNvPr id="2880" name="Google Shape;2880;p10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881" name="Google Shape;2881;p103"/>
          <p:cNvSpPr txBox="1"/>
          <p:nvPr>
            <p:ph idx="1" type="subTitle"/>
          </p:nvPr>
        </p:nvSpPr>
        <p:spPr>
          <a:xfrm>
            <a:off x="723900" y="171015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882" name="Google Shape;2882;p103"/>
          <p:cNvSpPr txBox="1"/>
          <p:nvPr>
            <p:ph idx="2" type="subTitle"/>
          </p:nvPr>
        </p:nvSpPr>
        <p:spPr>
          <a:xfrm>
            <a:off x="3577144"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883" name="Google Shape;2883;p103"/>
          <p:cNvSpPr txBox="1"/>
          <p:nvPr>
            <p:ph idx="3" type="subTitle"/>
          </p:nvPr>
        </p:nvSpPr>
        <p:spPr>
          <a:xfrm>
            <a:off x="723900"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884" name="Google Shape;2884;p103"/>
          <p:cNvSpPr txBox="1"/>
          <p:nvPr>
            <p:ph idx="4" type="subTitle"/>
          </p:nvPr>
        </p:nvSpPr>
        <p:spPr>
          <a:xfrm>
            <a:off x="3577144"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885" name="Google Shape;2885;p103"/>
          <p:cNvSpPr txBox="1"/>
          <p:nvPr>
            <p:ph idx="5" type="subTitle"/>
          </p:nvPr>
        </p:nvSpPr>
        <p:spPr>
          <a:xfrm>
            <a:off x="6430388"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886" name="Google Shape;2886;p103"/>
          <p:cNvSpPr txBox="1"/>
          <p:nvPr>
            <p:ph idx="6" type="subTitle"/>
          </p:nvPr>
        </p:nvSpPr>
        <p:spPr>
          <a:xfrm>
            <a:off x="6430388"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887" name="Google Shape;2887;p103"/>
          <p:cNvSpPr txBox="1"/>
          <p:nvPr>
            <p:ph idx="7" type="subTitle"/>
          </p:nvPr>
        </p:nvSpPr>
        <p:spPr>
          <a:xfrm>
            <a:off x="731700" y="1060275"/>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888" name="Google Shape;2888;p103"/>
          <p:cNvSpPr txBox="1"/>
          <p:nvPr>
            <p:ph idx="8" type="subTitle"/>
          </p:nvPr>
        </p:nvSpPr>
        <p:spPr>
          <a:xfrm>
            <a:off x="3582994"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889" name="Google Shape;2889;p103"/>
          <p:cNvSpPr txBox="1"/>
          <p:nvPr>
            <p:ph idx="9" type="subTitle"/>
          </p:nvPr>
        </p:nvSpPr>
        <p:spPr>
          <a:xfrm>
            <a:off x="6434288"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890" name="Google Shape;2890;p103"/>
          <p:cNvSpPr txBox="1"/>
          <p:nvPr>
            <p:ph idx="13" type="subTitle"/>
          </p:nvPr>
        </p:nvSpPr>
        <p:spPr>
          <a:xfrm>
            <a:off x="723900" y="2845800"/>
            <a:ext cx="19860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891" name="Google Shape;2891;p103"/>
          <p:cNvSpPr txBox="1"/>
          <p:nvPr>
            <p:ph idx="14" type="subTitle"/>
          </p:nvPr>
        </p:nvSpPr>
        <p:spPr>
          <a:xfrm>
            <a:off x="3582995"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892" name="Google Shape;2892;p103"/>
          <p:cNvSpPr txBox="1"/>
          <p:nvPr>
            <p:ph idx="15" type="subTitle"/>
          </p:nvPr>
        </p:nvSpPr>
        <p:spPr>
          <a:xfrm>
            <a:off x="6434290"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893" name="Google Shape;2893;p103"/>
          <p:cNvSpPr/>
          <p:nvPr/>
        </p:nvSpPr>
        <p:spPr>
          <a:xfrm flipH="1" rot="-3263452">
            <a:off x="7372110" y="40383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03"/>
          <p:cNvSpPr/>
          <p:nvPr/>
        </p:nvSpPr>
        <p:spPr>
          <a:xfrm flipH="1" rot="531647">
            <a:off x="-1621232" y="4095570"/>
            <a:ext cx="2581069" cy="208704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03"/>
          <p:cNvSpPr/>
          <p:nvPr/>
        </p:nvSpPr>
        <p:spPr>
          <a:xfrm flipH="1" rot="460658">
            <a:off x="7344116" y="-1448948"/>
            <a:ext cx="3053845" cy="246933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96" name="Google Shape;2896;p103"/>
          <p:cNvGrpSpPr/>
          <p:nvPr/>
        </p:nvGrpSpPr>
        <p:grpSpPr>
          <a:xfrm>
            <a:off x="7931872" y="177093"/>
            <a:ext cx="997823" cy="737095"/>
            <a:chOff x="7931872" y="177093"/>
            <a:chExt cx="997823" cy="737095"/>
          </a:xfrm>
        </p:grpSpPr>
        <p:grpSp>
          <p:nvGrpSpPr>
            <p:cNvPr id="2897" name="Google Shape;2897;p103"/>
            <p:cNvGrpSpPr/>
            <p:nvPr/>
          </p:nvGrpSpPr>
          <p:grpSpPr>
            <a:xfrm>
              <a:off x="7931872" y="177093"/>
              <a:ext cx="919725" cy="318025"/>
              <a:chOff x="7230903" y="4635722"/>
              <a:chExt cx="652843" cy="225742"/>
            </a:xfrm>
          </p:grpSpPr>
          <p:sp>
            <p:nvSpPr>
              <p:cNvPr id="2898" name="Google Shape;2898;p103"/>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9" name="Google Shape;2899;p103"/>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900" name="Google Shape;2900;p103"/>
              <p:cNvGrpSpPr/>
              <p:nvPr/>
            </p:nvGrpSpPr>
            <p:grpSpPr>
              <a:xfrm>
                <a:off x="7487126" y="4676394"/>
                <a:ext cx="332041" cy="142684"/>
                <a:chOff x="7487126" y="4676394"/>
                <a:chExt cx="332041" cy="142684"/>
              </a:xfrm>
            </p:grpSpPr>
            <p:sp>
              <p:nvSpPr>
                <p:cNvPr id="2901" name="Google Shape;2901;p103"/>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2" name="Google Shape;2902;p103"/>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3" name="Google Shape;2903;p103"/>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4" name="Google Shape;2904;p103"/>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905" name="Google Shape;2905;p103"/>
            <p:cNvGrpSpPr/>
            <p:nvPr/>
          </p:nvGrpSpPr>
          <p:grpSpPr>
            <a:xfrm>
              <a:off x="7931872" y="596163"/>
              <a:ext cx="919725" cy="318025"/>
              <a:chOff x="7230903" y="4933188"/>
              <a:chExt cx="652843" cy="225742"/>
            </a:xfrm>
          </p:grpSpPr>
          <p:grpSp>
            <p:nvGrpSpPr>
              <p:cNvPr id="2906" name="Google Shape;2906;p103"/>
              <p:cNvGrpSpPr/>
              <p:nvPr/>
            </p:nvGrpSpPr>
            <p:grpSpPr>
              <a:xfrm>
                <a:off x="7230903" y="4933188"/>
                <a:ext cx="652843" cy="225742"/>
                <a:chOff x="7230903" y="4933188"/>
                <a:chExt cx="652843" cy="225742"/>
              </a:xfrm>
            </p:grpSpPr>
            <p:sp>
              <p:nvSpPr>
                <p:cNvPr id="2907" name="Google Shape;2907;p103"/>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8" name="Google Shape;2908;p103"/>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909" name="Google Shape;2909;p103"/>
                <p:cNvGrpSpPr/>
                <p:nvPr/>
              </p:nvGrpSpPr>
              <p:grpSpPr>
                <a:xfrm>
                  <a:off x="7487126" y="4973859"/>
                  <a:ext cx="332041" cy="142684"/>
                  <a:chOff x="7487126" y="4973859"/>
                  <a:chExt cx="332041" cy="142684"/>
                </a:xfrm>
              </p:grpSpPr>
              <p:sp>
                <p:nvSpPr>
                  <p:cNvPr id="2910" name="Google Shape;2910;p103"/>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1" name="Google Shape;2911;p103"/>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2" name="Google Shape;2912;p103"/>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3" name="Google Shape;2913;p103"/>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914" name="Google Shape;2914;p103"/>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15" name="Google Shape;2915;p103"/>
            <p:cNvGrpSpPr/>
            <p:nvPr/>
          </p:nvGrpSpPr>
          <p:grpSpPr>
            <a:xfrm>
              <a:off x="8756326" y="539537"/>
              <a:ext cx="173370" cy="112691"/>
              <a:chOff x="7816120" y="4892994"/>
              <a:chExt cx="123062" cy="79991"/>
            </a:xfrm>
          </p:grpSpPr>
          <p:grpSp>
            <p:nvGrpSpPr>
              <p:cNvPr id="2916" name="Google Shape;2916;p103"/>
              <p:cNvGrpSpPr/>
              <p:nvPr/>
            </p:nvGrpSpPr>
            <p:grpSpPr>
              <a:xfrm>
                <a:off x="7816120" y="4902803"/>
                <a:ext cx="123062" cy="63817"/>
                <a:chOff x="7816120" y="4902803"/>
                <a:chExt cx="123062" cy="63817"/>
              </a:xfrm>
            </p:grpSpPr>
            <p:sp>
              <p:nvSpPr>
                <p:cNvPr id="2917" name="Google Shape;2917;p103"/>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8" name="Google Shape;2918;p103"/>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919" name="Google Shape;2919;p103"/>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2920" name="Shape 2920"/>
        <p:cNvGrpSpPr/>
        <p:nvPr/>
      </p:nvGrpSpPr>
      <p:grpSpPr>
        <a:xfrm>
          <a:off x="0" y="0"/>
          <a:ext cx="0" cy="0"/>
          <a:chOff x="0" y="0"/>
          <a:chExt cx="0" cy="0"/>
        </a:xfrm>
      </p:grpSpPr>
      <p:sp>
        <p:nvSpPr>
          <p:cNvPr id="2921" name="Google Shape;2921;p104"/>
          <p:cNvSpPr txBox="1"/>
          <p:nvPr>
            <p:ph hasCustomPrompt="1" type="title"/>
          </p:nvPr>
        </p:nvSpPr>
        <p:spPr>
          <a:xfrm>
            <a:off x="798388"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2922" name="Google Shape;2922;p104"/>
          <p:cNvSpPr txBox="1"/>
          <p:nvPr>
            <p:ph idx="1" type="subTitle"/>
          </p:nvPr>
        </p:nvSpPr>
        <p:spPr>
          <a:xfrm>
            <a:off x="798388"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2923" name="Google Shape;2923;p104"/>
          <p:cNvSpPr txBox="1"/>
          <p:nvPr>
            <p:ph hasCustomPrompt="1" idx="2" type="title"/>
          </p:nvPr>
        </p:nvSpPr>
        <p:spPr>
          <a:xfrm>
            <a:off x="2825700" y="1029535"/>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2924" name="Google Shape;2924;p104"/>
          <p:cNvSpPr txBox="1"/>
          <p:nvPr>
            <p:ph idx="3" type="subTitle"/>
          </p:nvPr>
        </p:nvSpPr>
        <p:spPr>
          <a:xfrm>
            <a:off x="2825700" y="1804473"/>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2925" name="Google Shape;2925;p104"/>
          <p:cNvSpPr txBox="1"/>
          <p:nvPr>
            <p:ph hasCustomPrompt="1" idx="4" type="title"/>
          </p:nvPr>
        </p:nvSpPr>
        <p:spPr>
          <a:xfrm>
            <a:off x="4853013"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2926" name="Google Shape;2926;p104"/>
          <p:cNvSpPr txBox="1"/>
          <p:nvPr>
            <p:ph idx="5" type="subTitle"/>
          </p:nvPr>
        </p:nvSpPr>
        <p:spPr>
          <a:xfrm>
            <a:off x="4853013"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2927" name="Google Shape;2927;p104"/>
          <p:cNvSpPr/>
          <p:nvPr/>
        </p:nvSpPr>
        <p:spPr>
          <a:xfrm rot="-5710536">
            <a:off x="-1869285" y="3438573"/>
            <a:ext cx="3168438" cy="23079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104"/>
          <p:cNvSpPr/>
          <p:nvPr/>
        </p:nvSpPr>
        <p:spPr>
          <a:xfrm rot="-294905">
            <a:off x="7350387" y="3903245"/>
            <a:ext cx="3168449" cy="256199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2929" name="Shape 2929"/>
        <p:cNvGrpSpPr/>
        <p:nvPr/>
      </p:nvGrpSpPr>
      <p:grpSpPr>
        <a:xfrm>
          <a:off x="0" y="0"/>
          <a:ext cx="0" cy="0"/>
          <a:chOff x="0" y="0"/>
          <a:chExt cx="0" cy="0"/>
        </a:xfrm>
      </p:grpSpPr>
      <p:sp>
        <p:nvSpPr>
          <p:cNvPr id="2930" name="Google Shape;2930;p10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931" name="Google Shape;2931;p105"/>
          <p:cNvSpPr/>
          <p:nvPr/>
        </p:nvSpPr>
        <p:spPr>
          <a:xfrm flipH="1" rot="337739">
            <a:off x="8212271" y="3187242"/>
            <a:ext cx="3158465" cy="3518480"/>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2" name="Google Shape;2932;p105"/>
          <p:cNvGrpSpPr/>
          <p:nvPr/>
        </p:nvGrpSpPr>
        <p:grpSpPr>
          <a:xfrm>
            <a:off x="90200" y="4214393"/>
            <a:ext cx="516117" cy="779220"/>
            <a:chOff x="10572463" y="3528536"/>
            <a:chExt cx="580168" cy="875823"/>
          </a:xfrm>
        </p:grpSpPr>
        <p:grpSp>
          <p:nvGrpSpPr>
            <p:cNvPr id="2933" name="Google Shape;2933;p105"/>
            <p:cNvGrpSpPr/>
            <p:nvPr/>
          </p:nvGrpSpPr>
          <p:grpSpPr>
            <a:xfrm>
              <a:off x="10713815" y="3528536"/>
              <a:ext cx="438816" cy="746664"/>
              <a:chOff x="10713815" y="3528536"/>
              <a:chExt cx="438816" cy="746664"/>
            </a:xfrm>
          </p:grpSpPr>
          <p:sp>
            <p:nvSpPr>
              <p:cNvPr id="2934" name="Google Shape;2934;p105"/>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935" name="Google Shape;2935;p105"/>
              <p:cNvGrpSpPr/>
              <p:nvPr/>
            </p:nvGrpSpPr>
            <p:grpSpPr>
              <a:xfrm>
                <a:off x="10776489" y="3625310"/>
                <a:ext cx="313848" cy="288226"/>
                <a:chOff x="10776489" y="3625310"/>
                <a:chExt cx="313848" cy="288226"/>
              </a:xfrm>
            </p:grpSpPr>
            <p:sp>
              <p:nvSpPr>
                <p:cNvPr id="2936" name="Google Shape;2936;p105"/>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7" name="Google Shape;2937;p105"/>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8" name="Google Shape;2938;p105"/>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9" name="Google Shape;2939;p105"/>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0" name="Google Shape;2940;p105"/>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1" name="Google Shape;2941;p105"/>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42" name="Google Shape;2942;p105"/>
              <p:cNvGrpSpPr/>
              <p:nvPr/>
            </p:nvGrpSpPr>
            <p:grpSpPr>
              <a:xfrm>
                <a:off x="10776489" y="3999547"/>
                <a:ext cx="313848" cy="181546"/>
                <a:chOff x="10776489" y="3999547"/>
                <a:chExt cx="313848" cy="181546"/>
              </a:xfrm>
            </p:grpSpPr>
            <p:sp>
              <p:nvSpPr>
                <p:cNvPr id="2943" name="Google Shape;2943;p105"/>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4" name="Google Shape;2944;p105"/>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5" name="Google Shape;2945;p105"/>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6" name="Google Shape;2946;p105"/>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947" name="Google Shape;2947;p105"/>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48" name="Google Shape;2948;p105"/>
            <p:cNvGrpSpPr/>
            <p:nvPr/>
          </p:nvGrpSpPr>
          <p:grpSpPr>
            <a:xfrm>
              <a:off x="10572463" y="3657790"/>
              <a:ext cx="438817" cy="746569"/>
              <a:chOff x="10572463" y="3657790"/>
              <a:chExt cx="438817" cy="746569"/>
            </a:xfrm>
          </p:grpSpPr>
          <p:sp>
            <p:nvSpPr>
              <p:cNvPr id="2949" name="Google Shape;2949;p105"/>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950" name="Google Shape;2950;p105"/>
              <p:cNvGrpSpPr/>
              <p:nvPr/>
            </p:nvGrpSpPr>
            <p:grpSpPr>
              <a:xfrm>
                <a:off x="10635138" y="3754469"/>
                <a:ext cx="313848" cy="288321"/>
                <a:chOff x="10635138" y="3754469"/>
                <a:chExt cx="313848" cy="288321"/>
              </a:xfrm>
            </p:grpSpPr>
            <p:sp>
              <p:nvSpPr>
                <p:cNvPr id="2951" name="Google Shape;2951;p105"/>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2" name="Google Shape;2952;p105"/>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3" name="Google Shape;2953;p105"/>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4" name="Google Shape;2954;p105"/>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5" name="Google Shape;2955;p105"/>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6" name="Google Shape;2956;p105"/>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57" name="Google Shape;2957;p105"/>
              <p:cNvGrpSpPr/>
              <p:nvPr/>
            </p:nvGrpSpPr>
            <p:grpSpPr>
              <a:xfrm>
                <a:off x="10635138" y="4128801"/>
                <a:ext cx="313848" cy="181547"/>
                <a:chOff x="10635138" y="4128801"/>
                <a:chExt cx="313848" cy="181547"/>
              </a:xfrm>
            </p:grpSpPr>
            <p:sp>
              <p:nvSpPr>
                <p:cNvPr id="2958" name="Google Shape;2958;p105"/>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9" name="Google Shape;2959;p105"/>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0" name="Google Shape;2960;p105"/>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1" name="Google Shape;2961;p105"/>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962" name="Google Shape;2962;p105"/>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963" name="Google Shape;2963;p105"/>
          <p:cNvSpPr/>
          <p:nvPr/>
        </p:nvSpPr>
        <p:spPr>
          <a:xfrm flipH="1" rot="-3657034">
            <a:off x="-1404232" y="-737971"/>
            <a:ext cx="2746020" cy="16278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4" name="Google Shape;2964;p105"/>
          <p:cNvGrpSpPr/>
          <p:nvPr/>
        </p:nvGrpSpPr>
        <p:grpSpPr>
          <a:xfrm>
            <a:off x="8114970" y="266839"/>
            <a:ext cx="829992" cy="750888"/>
            <a:chOff x="8114596" y="445039"/>
            <a:chExt cx="633002" cy="572716"/>
          </a:xfrm>
        </p:grpSpPr>
        <p:grpSp>
          <p:nvGrpSpPr>
            <p:cNvPr id="2965" name="Google Shape;2965;p105"/>
            <p:cNvGrpSpPr/>
            <p:nvPr/>
          </p:nvGrpSpPr>
          <p:grpSpPr>
            <a:xfrm>
              <a:off x="8114596" y="445039"/>
              <a:ext cx="633002" cy="572716"/>
              <a:chOff x="7189660" y="520827"/>
              <a:chExt cx="598074" cy="541115"/>
            </a:xfrm>
          </p:grpSpPr>
          <p:sp>
            <p:nvSpPr>
              <p:cNvPr id="2966" name="Google Shape;2966;p105"/>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967" name="Google Shape;2967;p105"/>
              <p:cNvGrpSpPr/>
              <p:nvPr/>
            </p:nvGrpSpPr>
            <p:grpSpPr>
              <a:xfrm>
                <a:off x="7579137" y="551973"/>
                <a:ext cx="164782" cy="41529"/>
                <a:chOff x="7579137" y="551973"/>
                <a:chExt cx="164782" cy="41529"/>
              </a:xfrm>
            </p:grpSpPr>
            <p:sp>
              <p:nvSpPr>
                <p:cNvPr id="2968" name="Google Shape;2968;p105"/>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9" name="Google Shape;2969;p105"/>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0" name="Google Shape;2970;p105"/>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971" name="Google Shape;2971;p105"/>
            <p:cNvGrpSpPr/>
            <p:nvPr/>
          </p:nvGrpSpPr>
          <p:grpSpPr>
            <a:xfrm>
              <a:off x="8184962" y="619646"/>
              <a:ext cx="498115" cy="257273"/>
              <a:chOff x="7256144" y="685800"/>
              <a:chExt cx="470630" cy="243077"/>
            </a:xfrm>
          </p:grpSpPr>
          <p:sp>
            <p:nvSpPr>
              <p:cNvPr id="2972" name="Google Shape;2972;p105"/>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973" name="Google Shape;2973;p105"/>
              <p:cNvGrpSpPr/>
              <p:nvPr/>
            </p:nvGrpSpPr>
            <p:grpSpPr>
              <a:xfrm>
                <a:off x="7512843" y="685800"/>
                <a:ext cx="213931" cy="243077"/>
                <a:chOff x="7512843" y="685800"/>
                <a:chExt cx="213931" cy="243077"/>
              </a:xfrm>
            </p:grpSpPr>
            <p:grpSp>
              <p:nvGrpSpPr>
                <p:cNvPr id="2974" name="Google Shape;2974;p105"/>
                <p:cNvGrpSpPr/>
                <p:nvPr/>
              </p:nvGrpSpPr>
              <p:grpSpPr>
                <a:xfrm>
                  <a:off x="7512843" y="836580"/>
                  <a:ext cx="213931" cy="92297"/>
                  <a:chOff x="7512843" y="836580"/>
                  <a:chExt cx="213931" cy="92297"/>
                </a:xfrm>
              </p:grpSpPr>
              <p:sp>
                <p:nvSpPr>
                  <p:cNvPr id="2975" name="Google Shape;2975;p105"/>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6" name="Google Shape;2976;p105"/>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77" name="Google Shape;2977;p105"/>
                <p:cNvGrpSpPr/>
                <p:nvPr/>
              </p:nvGrpSpPr>
              <p:grpSpPr>
                <a:xfrm>
                  <a:off x="7512843" y="761238"/>
                  <a:ext cx="213931" cy="92296"/>
                  <a:chOff x="7512843" y="761238"/>
                  <a:chExt cx="213931" cy="92296"/>
                </a:xfrm>
              </p:grpSpPr>
              <p:sp>
                <p:nvSpPr>
                  <p:cNvPr id="2978" name="Google Shape;2978;p105"/>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9" name="Google Shape;2979;p105"/>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80" name="Google Shape;2980;p105"/>
                <p:cNvGrpSpPr/>
                <p:nvPr/>
              </p:nvGrpSpPr>
              <p:grpSpPr>
                <a:xfrm>
                  <a:off x="7512843" y="685800"/>
                  <a:ext cx="213931" cy="92297"/>
                  <a:chOff x="7512843" y="685800"/>
                  <a:chExt cx="213931" cy="92297"/>
                </a:xfrm>
              </p:grpSpPr>
              <p:sp>
                <p:nvSpPr>
                  <p:cNvPr id="2981" name="Google Shape;2981;p105"/>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2" name="Google Shape;2982;p105"/>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2983" name="Shape 2983"/>
        <p:cNvGrpSpPr/>
        <p:nvPr/>
      </p:nvGrpSpPr>
      <p:grpSpPr>
        <a:xfrm>
          <a:off x="0" y="0"/>
          <a:ext cx="0" cy="0"/>
          <a:chOff x="0" y="0"/>
          <a:chExt cx="0" cy="0"/>
        </a:xfrm>
      </p:grpSpPr>
      <p:sp>
        <p:nvSpPr>
          <p:cNvPr id="2984" name="Google Shape;2984;p106"/>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0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2986" name="Google Shape;2986;p106"/>
          <p:cNvGrpSpPr/>
          <p:nvPr/>
        </p:nvGrpSpPr>
        <p:grpSpPr>
          <a:xfrm flipH="1">
            <a:off x="683048" y="4696520"/>
            <a:ext cx="325927" cy="404808"/>
            <a:chOff x="7385113" y="1535430"/>
            <a:chExt cx="435673" cy="541115"/>
          </a:xfrm>
        </p:grpSpPr>
        <p:sp>
          <p:nvSpPr>
            <p:cNvPr id="2987" name="Google Shape;2987;p106"/>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988" name="Google Shape;2988;p106"/>
            <p:cNvGrpSpPr/>
            <p:nvPr/>
          </p:nvGrpSpPr>
          <p:grpSpPr>
            <a:xfrm>
              <a:off x="7612094" y="1566576"/>
              <a:ext cx="164781" cy="41529"/>
              <a:chOff x="7612094" y="1566576"/>
              <a:chExt cx="164781" cy="41529"/>
            </a:xfrm>
          </p:grpSpPr>
          <p:sp>
            <p:nvSpPr>
              <p:cNvPr id="2989" name="Google Shape;2989;p106"/>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0" name="Google Shape;2990;p106"/>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1" name="Google Shape;2991;p106"/>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992" name="Google Shape;2992;p106"/>
          <p:cNvGrpSpPr/>
          <p:nvPr/>
        </p:nvGrpSpPr>
        <p:grpSpPr>
          <a:xfrm flipH="1">
            <a:off x="713902" y="4774546"/>
            <a:ext cx="268636" cy="280965"/>
            <a:chOff x="7420451" y="1639728"/>
            <a:chExt cx="359091" cy="375571"/>
          </a:xfrm>
        </p:grpSpPr>
        <p:sp>
          <p:nvSpPr>
            <p:cNvPr id="2993" name="Google Shape;2993;p106"/>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4" name="Google Shape;2994;p106"/>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95" name="Google Shape;2995;p106"/>
          <p:cNvGrpSpPr/>
          <p:nvPr/>
        </p:nvGrpSpPr>
        <p:grpSpPr>
          <a:xfrm flipH="1">
            <a:off x="96200" y="4469347"/>
            <a:ext cx="355444" cy="644072"/>
            <a:chOff x="1945386" y="5582316"/>
            <a:chExt cx="470725" cy="852963"/>
          </a:xfrm>
        </p:grpSpPr>
        <p:grpSp>
          <p:nvGrpSpPr>
            <p:cNvPr id="2996" name="Google Shape;2996;p106"/>
            <p:cNvGrpSpPr/>
            <p:nvPr/>
          </p:nvGrpSpPr>
          <p:grpSpPr>
            <a:xfrm>
              <a:off x="1945386" y="5582316"/>
              <a:ext cx="470725" cy="852963"/>
              <a:chOff x="1945386" y="5582316"/>
              <a:chExt cx="470725" cy="852963"/>
            </a:xfrm>
          </p:grpSpPr>
          <p:sp>
            <p:nvSpPr>
              <p:cNvPr id="2997" name="Google Shape;2997;p106"/>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8" name="Google Shape;2998;p106"/>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999" name="Google Shape;2999;p106"/>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00" name="Google Shape;3000;p106"/>
          <p:cNvGrpSpPr/>
          <p:nvPr/>
        </p:nvGrpSpPr>
        <p:grpSpPr>
          <a:xfrm>
            <a:off x="7975988" y="116167"/>
            <a:ext cx="1061979" cy="558999"/>
            <a:chOff x="3859815" y="2867310"/>
            <a:chExt cx="1262157" cy="664368"/>
          </a:xfrm>
        </p:grpSpPr>
        <p:sp>
          <p:nvSpPr>
            <p:cNvPr id="3001" name="Google Shape;3001;p106"/>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002" name="Google Shape;3002;p106"/>
            <p:cNvGrpSpPr/>
            <p:nvPr/>
          </p:nvGrpSpPr>
          <p:grpSpPr>
            <a:xfrm>
              <a:off x="4275677" y="3065525"/>
              <a:ext cx="334517" cy="380047"/>
              <a:chOff x="4275677" y="3065525"/>
              <a:chExt cx="334517" cy="380047"/>
            </a:xfrm>
          </p:grpSpPr>
          <p:grpSp>
            <p:nvGrpSpPr>
              <p:cNvPr id="3003" name="Google Shape;3003;p106"/>
              <p:cNvGrpSpPr/>
              <p:nvPr/>
            </p:nvGrpSpPr>
            <p:grpSpPr>
              <a:xfrm>
                <a:off x="4275677" y="3065525"/>
                <a:ext cx="334517" cy="380047"/>
                <a:chOff x="4275677" y="3065525"/>
                <a:chExt cx="334517" cy="380047"/>
              </a:xfrm>
            </p:grpSpPr>
            <p:grpSp>
              <p:nvGrpSpPr>
                <p:cNvPr id="3004" name="Google Shape;3004;p106"/>
                <p:cNvGrpSpPr/>
                <p:nvPr/>
              </p:nvGrpSpPr>
              <p:grpSpPr>
                <a:xfrm>
                  <a:off x="4275677" y="3301269"/>
                  <a:ext cx="334422" cy="144303"/>
                  <a:chOff x="4275677" y="3301269"/>
                  <a:chExt cx="334422" cy="144303"/>
                </a:xfrm>
              </p:grpSpPr>
              <p:sp>
                <p:nvSpPr>
                  <p:cNvPr id="3005" name="Google Shape;3005;p106"/>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6" name="Google Shape;3006;p106"/>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07" name="Google Shape;3007;p106"/>
                <p:cNvGrpSpPr/>
                <p:nvPr/>
              </p:nvGrpSpPr>
              <p:grpSpPr>
                <a:xfrm>
                  <a:off x="4275677" y="3183350"/>
                  <a:ext cx="334422" cy="144302"/>
                  <a:chOff x="4275677" y="3183350"/>
                  <a:chExt cx="334422" cy="144302"/>
                </a:xfrm>
              </p:grpSpPr>
              <p:sp>
                <p:nvSpPr>
                  <p:cNvPr id="3008" name="Google Shape;3008;p106"/>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9" name="Google Shape;3009;p106"/>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10" name="Google Shape;3010;p106"/>
                <p:cNvGrpSpPr/>
                <p:nvPr/>
              </p:nvGrpSpPr>
              <p:grpSpPr>
                <a:xfrm>
                  <a:off x="4275677" y="3065525"/>
                  <a:ext cx="334517" cy="144303"/>
                  <a:chOff x="4275677" y="3065525"/>
                  <a:chExt cx="334517" cy="144303"/>
                </a:xfrm>
              </p:grpSpPr>
              <p:sp>
                <p:nvSpPr>
                  <p:cNvPr id="3011" name="Google Shape;3011;p106"/>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2" name="Google Shape;3012;p106"/>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013" name="Google Shape;3013;p106"/>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4" name="Google Shape;3014;p106"/>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5" name="Google Shape;3015;p106"/>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016" name="Google Shape;3016;p106"/>
          <p:cNvGrpSpPr/>
          <p:nvPr/>
        </p:nvGrpSpPr>
        <p:grpSpPr>
          <a:xfrm flipH="1" rot="5400000">
            <a:off x="557972" y="4696603"/>
            <a:ext cx="16329" cy="218290"/>
            <a:chOff x="10809827" y="4402455"/>
            <a:chExt cx="24764" cy="330993"/>
          </a:xfrm>
        </p:grpSpPr>
        <p:sp>
          <p:nvSpPr>
            <p:cNvPr id="3017" name="Google Shape;3017;p106"/>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8" name="Google Shape;3018;p106"/>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9" name="Google Shape;3019;p106"/>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020" name="Google Shape;3020;p106"/>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06"/>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3022" name="Shape 3022"/>
        <p:cNvGrpSpPr/>
        <p:nvPr/>
      </p:nvGrpSpPr>
      <p:grpSpPr>
        <a:xfrm>
          <a:off x="0" y="0"/>
          <a:ext cx="0" cy="0"/>
          <a:chOff x="0" y="0"/>
          <a:chExt cx="0" cy="0"/>
        </a:xfrm>
      </p:grpSpPr>
      <p:sp>
        <p:nvSpPr>
          <p:cNvPr id="3023" name="Google Shape;3023;p107"/>
          <p:cNvSpPr txBox="1"/>
          <p:nvPr>
            <p:ph type="title"/>
          </p:nvPr>
        </p:nvSpPr>
        <p:spPr>
          <a:xfrm>
            <a:off x="2347938" y="997200"/>
            <a:ext cx="4448100" cy="10587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sz="85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024" name="Google Shape;3024;p107"/>
          <p:cNvSpPr txBox="1"/>
          <p:nvPr>
            <p:ph idx="1" type="subTitle"/>
          </p:nvPr>
        </p:nvSpPr>
        <p:spPr>
          <a:xfrm>
            <a:off x="2347900" y="1841450"/>
            <a:ext cx="4448100" cy="105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025" name="Google Shape;3025;p107"/>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Open Sans"/>
                <a:ea typeface="Open Sans"/>
                <a:cs typeface="Open Sans"/>
                <a:sym typeface="Open Sans"/>
              </a:rPr>
              <a:t>CREDITS:</a:t>
            </a:r>
            <a:r>
              <a:rPr lang="en" sz="1200">
                <a:solidFill>
                  <a:schemeClr val="dk1"/>
                </a:solidFill>
                <a:latin typeface="Open Sans"/>
                <a:ea typeface="Open Sans"/>
                <a:cs typeface="Open Sans"/>
                <a:sym typeface="Open Sans"/>
              </a:rPr>
              <a:t> This presentation template was created by </a:t>
            </a:r>
            <a:r>
              <a:rPr b="1" lang="en" sz="1200" u="sng">
                <a:solidFill>
                  <a:schemeClr val="hlink"/>
                </a:solidFill>
                <a:latin typeface="Open Sans"/>
                <a:ea typeface="Open Sans"/>
                <a:cs typeface="Open Sans"/>
                <a:sym typeface="Open Sans"/>
                <a:hlinkClick r:id="rId2"/>
              </a:rPr>
              <a:t>Slidesgo</a:t>
            </a:r>
            <a:r>
              <a:rPr lang="en" sz="1200">
                <a:solidFill>
                  <a:schemeClr val="dk1"/>
                </a:solidFill>
                <a:latin typeface="Open Sans"/>
                <a:ea typeface="Open Sans"/>
                <a:cs typeface="Open Sans"/>
                <a:sym typeface="Open Sans"/>
              </a:rPr>
              <a:t>, and includes icons, infographics &amp; images by </a:t>
            </a:r>
            <a:r>
              <a:rPr b="1" lang="en" sz="1200" u="sng">
                <a:solidFill>
                  <a:schemeClr val="dk1"/>
                </a:solidFill>
                <a:latin typeface="Open Sans"/>
                <a:ea typeface="Open Sans"/>
                <a:cs typeface="Open Sans"/>
                <a:sym typeface="Open Sans"/>
                <a:hlinkClick r:id="rId3">
                  <a:extLst>
                    <a:ext uri="{A12FA001-AC4F-418D-AE19-62706E023703}">
                      <ahyp:hlinkClr val="tx"/>
                    </a:ext>
                  </a:extLst>
                </a:hlinkClick>
              </a:rPr>
              <a:t>Freepik</a:t>
            </a:r>
            <a:r>
              <a:rPr lang="en" sz="1200" u="sng">
                <a:solidFill>
                  <a:schemeClr val="dk1"/>
                </a:solidFill>
                <a:latin typeface="Open Sans"/>
                <a:ea typeface="Open Sans"/>
                <a:cs typeface="Open Sans"/>
                <a:sym typeface="Open Sans"/>
              </a:rPr>
              <a:t> </a:t>
            </a:r>
            <a:endParaRPr b="1" sz="1200" u="sng">
              <a:solidFill>
                <a:schemeClr val="dk1"/>
              </a:solidFill>
              <a:latin typeface="Open Sans"/>
              <a:ea typeface="Open Sans"/>
              <a:cs typeface="Open Sans"/>
              <a:sym typeface="Open Sans"/>
            </a:endParaRPr>
          </a:p>
        </p:txBody>
      </p:sp>
      <p:sp>
        <p:nvSpPr>
          <p:cNvPr id="3026" name="Google Shape;3026;p107"/>
          <p:cNvSpPr/>
          <p:nvPr/>
        </p:nvSpPr>
        <p:spPr>
          <a:xfrm flipH="1" rot="-2493044">
            <a:off x="-1086706" y="-570280"/>
            <a:ext cx="2902912" cy="23472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07"/>
          <p:cNvSpPr/>
          <p:nvPr/>
        </p:nvSpPr>
        <p:spPr>
          <a:xfrm flipH="1" rot="-5051288">
            <a:off x="7227752" y="3451481"/>
            <a:ext cx="2997828" cy="2576307"/>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07"/>
          <p:cNvSpPr/>
          <p:nvPr/>
        </p:nvSpPr>
        <p:spPr>
          <a:xfrm flipH="1" rot="460638">
            <a:off x="178423" y="3742788"/>
            <a:ext cx="1359611" cy="122255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07"/>
          <p:cNvSpPr/>
          <p:nvPr/>
        </p:nvSpPr>
        <p:spPr>
          <a:xfrm flipH="1" rot="460623">
            <a:off x="6683138" y="-2074210"/>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3030" name="Shape 3030"/>
        <p:cNvGrpSpPr/>
        <p:nvPr/>
      </p:nvGrpSpPr>
      <p:grpSpPr>
        <a:xfrm>
          <a:off x="0" y="0"/>
          <a:ext cx="0" cy="0"/>
          <a:chOff x="0" y="0"/>
          <a:chExt cx="0" cy="0"/>
        </a:xfrm>
      </p:grpSpPr>
      <p:sp>
        <p:nvSpPr>
          <p:cNvPr id="3031" name="Google Shape;3031;p108"/>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08"/>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08"/>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08"/>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5" name="Google Shape;3035;p108"/>
          <p:cNvGrpSpPr/>
          <p:nvPr/>
        </p:nvGrpSpPr>
        <p:grpSpPr>
          <a:xfrm>
            <a:off x="7931872" y="177093"/>
            <a:ext cx="997823" cy="737095"/>
            <a:chOff x="7931872" y="177093"/>
            <a:chExt cx="997823" cy="737095"/>
          </a:xfrm>
        </p:grpSpPr>
        <p:grpSp>
          <p:nvGrpSpPr>
            <p:cNvPr id="3036" name="Google Shape;3036;p108"/>
            <p:cNvGrpSpPr/>
            <p:nvPr/>
          </p:nvGrpSpPr>
          <p:grpSpPr>
            <a:xfrm>
              <a:off x="7931872" y="177093"/>
              <a:ext cx="919725" cy="318025"/>
              <a:chOff x="7230903" y="4635722"/>
              <a:chExt cx="652843" cy="225742"/>
            </a:xfrm>
          </p:grpSpPr>
          <p:sp>
            <p:nvSpPr>
              <p:cNvPr id="3037" name="Google Shape;3037;p108"/>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8" name="Google Shape;3038;p108"/>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039" name="Google Shape;3039;p108"/>
              <p:cNvGrpSpPr/>
              <p:nvPr/>
            </p:nvGrpSpPr>
            <p:grpSpPr>
              <a:xfrm>
                <a:off x="7487126" y="4676394"/>
                <a:ext cx="332041" cy="142684"/>
                <a:chOff x="7487126" y="4676394"/>
                <a:chExt cx="332041" cy="142684"/>
              </a:xfrm>
            </p:grpSpPr>
            <p:sp>
              <p:nvSpPr>
                <p:cNvPr id="3040" name="Google Shape;3040;p108"/>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1" name="Google Shape;3041;p108"/>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2" name="Google Shape;3042;p108"/>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3" name="Google Shape;3043;p108"/>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044" name="Google Shape;3044;p108"/>
            <p:cNvGrpSpPr/>
            <p:nvPr/>
          </p:nvGrpSpPr>
          <p:grpSpPr>
            <a:xfrm>
              <a:off x="7931872" y="596163"/>
              <a:ext cx="919725" cy="318025"/>
              <a:chOff x="7230903" y="4933188"/>
              <a:chExt cx="652843" cy="225742"/>
            </a:xfrm>
          </p:grpSpPr>
          <p:grpSp>
            <p:nvGrpSpPr>
              <p:cNvPr id="3045" name="Google Shape;3045;p108"/>
              <p:cNvGrpSpPr/>
              <p:nvPr/>
            </p:nvGrpSpPr>
            <p:grpSpPr>
              <a:xfrm>
                <a:off x="7230903" y="4933188"/>
                <a:ext cx="652843" cy="225742"/>
                <a:chOff x="7230903" y="4933188"/>
                <a:chExt cx="652843" cy="225742"/>
              </a:xfrm>
            </p:grpSpPr>
            <p:sp>
              <p:nvSpPr>
                <p:cNvPr id="3046" name="Google Shape;3046;p108"/>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7" name="Google Shape;3047;p108"/>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048" name="Google Shape;3048;p108"/>
                <p:cNvGrpSpPr/>
                <p:nvPr/>
              </p:nvGrpSpPr>
              <p:grpSpPr>
                <a:xfrm>
                  <a:off x="7487126" y="4973859"/>
                  <a:ext cx="332041" cy="142684"/>
                  <a:chOff x="7487126" y="4973859"/>
                  <a:chExt cx="332041" cy="142684"/>
                </a:xfrm>
              </p:grpSpPr>
              <p:sp>
                <p:nvSpPr>
                  <p:cNvPr id="3049" name="Google Shape;3049;p108"/>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0" name="Google Shape;3050;p108"/>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1" name="Google Shape;3051;p108"/>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2" name="Google Shape;3052;p108"/>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053" name="Google Shape;3053;p108"/>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54" name="Google Shape;3054;p108"/>
            <p:cNvGrpSpPr/>
            <p:nvPr/>
          </p:nvGrpSpPr>
          <p:grpSpPr>
            <a:xfrm>
              <a:off x="8756326" y="539537"/>
              <a:ext cx="173370" cy="112691"/>
              <a:chOff x="7816120" y="4892994"/>
              <a:chExt cx="123062" cy="79991"/>
            </a:xfrm>
          </p:grpSpPr>
          <p:grpSp>
            <p:nvGrpSpPr>
              <p:cNvPr id="3055" name="Google Shape;3055;p108"/>
              <p:cNvGrpSpPr/>
              <p:nvPr/>
            </p:nvGrpSpPr>
            <p:grpSpPr>
              <a:xfrm>
                <a:off x="7816120" y="4902803"/>
                <a:ext cx="123062" cy="63817"/>
                <a:chOff x="7816120" y="4902803"/>
                <a:chExt cx="123062" cy="63817"/>
              </a:xfrm>
            </p:grpSpPr>
            <p:sp>
              <p:nvSpPr>
                <p:cNvPr id="3056" name="Google Shape;3056;p108"/>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7" name="Google Shape;3057;p108"/>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058" name="Google Shape;3058;p108"/>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3059" name="Shape 3059"/>
        <p:cNvGrpSpPr/>
        <p:nvPr/>
      </p:nvGrpSpPr>
      <p:grpSpPr>
        <a:xfrm>
          <a:off x="0" y="0"/>
          <a:ext cx="0" cy="0"/>
          <a:chOff x="0" y="0"/>
          <a:chExt cx="0" cy="0"/>
        </a:xfrm>
      </p:grpSpPr>
      <p:sp>
        <p:nvSpPr>
          <p:cNvPr id="3060" name="Google Shape;3060;p109"/>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109"/>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2" name="Google Shape;3062;p109"/>
          <p:cNvGrpSpPr/>
          <p:nvPr/>
        </p:nvGrpSpPr>
        <p:grpSpPr>
          <a:xfrm>
            <a:off x="65066" y="4373044"/>
            <a:ext cx="878158" cy="654532"/>
            <a:chOff x="1114425" y="4361211"/>
            <a:chExt cx="573023" cy="427101"/>
          </a:xfrm>
        </p:grpSpPr>
        <p:grpSp>
          <p:nvGrpSpPr>
            <p:cNvPr id="3063" name="Google Shape;3063;p109"/>
            <p:cNvGrpSpPr/>
            <p:nvPr/>
          </p:nvGrpSpPr>
          <p:grpSpPr>
            <a:xfrm>
              <a:off x="1114425" y="4361211"/>
              <a:ext cx="573023" cy="427101"/>
              <a:chOff x="1114425" y="4361211"/>
              <a:chExt cx="573023" cy="427101"/>
            </a:xfrm>
          </p:grpSpPr>
          <p:sp>
            <p:nvSpPr>
              <p:cNvPr id="3064" name="Google Shape;3064;p109"/>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5" name="Google Shape;3065;p109"/>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6" name="Google Shape;3066;p109"/>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067" name="Google Shape;3067;p109"/>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68" name="Google Shape;3068;p109"/>
          <p:cNvGrpSpPr/>
          <p:nvPr/>
        </p:nvGrpSpPr>
        <p:grpSpPr>
          <a:xfrm>
            <a:off x="8114970" y="266839"/>
            <a:ext cx="829992" cy="750888"/>
            <a:chOff x="8114596" y="445039"/>
            <a:chExt cx="633002" cy="572716"/>
          </a:xfrm>
        </p:grpSpPr>
        <p:grpSp>
          <p:nvGrpSpPr>
            <p:cNvPr id="3069" name="Google Shape;3069;p109"/>
            <p:cNvGrpSpPr/>
            <p:nvPr/>
          </p:nvGrpSpPr>
          <p:grpSpPr>
            <a:xfrm>
              <a:off x="8114596" y="445039"/>
              <a:ext cx="633002" cy="572716"/>
              <a:chOff x="7189660" y="520827"/>
              <a:chExt cx="598074" cy="541115"/>
            </a:xfrm>
          </p:grpSpPr>
          <p:sp>
            <p:nvSpPr>
              <p:cNvPr id="3070" name="Google Shape;3070;p109"/>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071" name="Google Shape;3071;p109"/>
              <p:cNvGrpSpPr/>
              <p:nvPr/>
            </p:nvGrpSpPr>
            <p:grpSpPr>
              <a:xfrm>
                <a:off x="7579137" y="551973"/>
                <a:ext cx="164782" cy="41529"/>
                <a:chOff x="7579137" y="551973"/>
                <a:chExt cx="164782" cy="41529"/>
              </a:xfrm>
            </p:grpSpPr>
            <p:sp>
              <p:nvSpPr>
                <p:cNvPr id="3072" name="Google Shape;3072;p109"/>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3" name="Google Shape;3073;p109"/>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4" name="Google Shape;3074;p109"/>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075" name="Google Shape;3075;p109"/>
            <p:cNvGrpSpPr/>
            <p:nvPr/>
          </p:nvGrpSpPr>
          <p:grpSpPr>
            <a:xfrm>
              <a:off x="8184962" y="619646"/>
              <a:ext cx="498115" cy="257273"/>
              <a:chOff x="7256144" y="685800"/>
              <a:chExt cx="470630" cy="243077"/>
            </a:xfrm>
          </p:grpSpPr>
          <p:sp>
            <p:nvSpPr>
              <p:cNvPr id="3076" name="Google Shape;3076;p109"/>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077" name="Google Shape;3077;p109"/>
              <p:cNvGrpSpPr/>
              <p:nvPr/>
            </p:nvGrpSpPr>
            <p:grpSpPr>
              <a:xfrm>
                <a:off x="7512843" y="685800"/>
                <a:ext cx="213931" cy="243077"/>
                <a:chOff x="7512843" y="685800"/>
                <a:chExt cx="213931" cy="243077"/>
              </a:xfrm>
            </p:grpSpPr>
            <p:grpSp>
              <p:nvGrpSpPr>
                <p:cNvPr id="3078" name="Google Shape;3078;p109"/>
                <p:cNvGrpSpPr/>
                <p:nvPr/>
              </p:nvGrpSpPr>
              <p:grpSpPr>
                <a:xfrm>
                  <a:off x="7512843" y="836580"/>
                  <a:ext cx="213931" cy="92297"/>
                  <a:chOff x="7512843" y="836580"/>
                  <a:chExt cx="213931" cy="92297"/>
                </a:xfrm>
              </p:grpSpPr>
              <p:sp>
                <p:nvSpPr>
                  <p:cNvPr id="3079" name="Google Shape;3079;p109"/>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0" name="Google Shape;3080;p109"/>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81" name="Google Shape;3081;p109"/>
                <p:cNvGrpSpPr/>
                <p:nvPr/>
              </p:nvGrpSpPr>
              <p:grpSpPr>
                <a:xfrm>
                  <a:off x="7512843" y="761238"/>
                  <a:ext cx="213931" cy="92296"/>
                  <a:chOff x="7512843" y="761238"/>
                  <a:chExt cx="213931" cy="92296"/>
                </a:xfrm>
              </p:grpSpPr>
              <p:sp>
                <p:nvSpPr>
                  <p:cNvPr id="3082" name="Google Shape;3082;p109"/>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3" name="Google Shape;3083;p109"/>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84" name="Google Shape;3084;p109"/>
                <p:cNvGrpSpPr/>
                <p:nvPr/>
              </p:nvGrpSpPr>
              <p:grpSpPr>
                <a:xfrm>
                  <a:off x="7512843" y="685800"/>
                  <a:ext cx="213931" cy="92297"/>
                  <a:chOff x="7512843" y="685800"/>
                  <a:chExt cx="213931" cy="92297"/>
                </a:xfrm>
              </p:grpSpPr>
              <p:sp>
                <p:nvSpPr>
                  <p:cNvPr id="3085" name="Google Shape;3085;p109"/>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6" name="Google Shape;3086;p109"/>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3090" name="Shape 3090"/>
        <p:cNvGrpSpPr/>
        <p:nvPr/>
      </p:nvGrpSpPr>
      <p:grpSpPr>
        <a:xfrm>
          <a:off x="0" y="0"/>
          <a:ext cx="0" cy="0"/>
          <a:chOff x="0" y="0"/>
          <a:chExt cx="0" cy="0"/>
        </a:xfrm>
      </p:grpSpPr>
      <p:sp>
        <p:nvSpPr>
          <p:cNvPr id="3091" name="Google Shape;3091;p111"/>
          <p:cNvSpPr txBox="1"/>
          <p:nvPr>
            <p:ph type="ctrTitle"/>
          </p:nvPr>
        </p:nvSpPr>
        <p:spPr>
          <a:xfrm>
            <a:off x="713225" y="1144500"/>
            <a:ext cx="4112100" cy="23787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5000">
                <a:latin typeface="Epilogue"/>
                <a:ea typeface="Epilogue"/>
                <a:cs typeface="Epilogue"/>
                <a:sym typeface="Epilogu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3092" name="Google Shape;3092;p111"/>
          <p:cNvSpPr txBox="1"/>
          <p:nvPr>
            <p:ph idx="1" type="subTitle"/>
          </p:nvPr>
        </p:nvSpPr>
        <p:spPr>
          <a:xfrm>
            <a:off x="713225" y="3523200"/>
            <a:ext cx="41121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latin typeface="Lato"/>
                <a:ea typeface="Lato"/>
                <a:cs typeface="Lato"/>
                <a:sym typeface="La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3093" name="Google Shape;3093;p111"/>
          <p:cNvSpPr/>
          <p:nvPr/>
        </p:nvSpPr>
        <p:spPr>
          <a:xfrm rot="10800000">
            <a:off x="-1604593" y="-845132"/>
            <a:ext cx="3281418" cy="21328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11"/>
          <p:cNvSpPr/>
          <p:nvPr/>
        </p:nvSpPr>
        <p:spPr>
          <a:xfrm flipH="1" rot="-9899992">
            <a:off x="-1515196" y="4121356"/>
            <a:ext cx="3953580" cy="192177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095" name="Shape 3095"/>
        <p:cNvGrpSpPr/>
        <p:nvPr/>
      </p:nvGrpSpPr>
      <p:grpSpPr>
        <a:xfrm>
          <a:off x="0" y="0"/>
          <a:ext cx="0" cy="0"/>
          <a:chOff x="0" y="0"/>
          <a:chExt cx="0" cy="0"/>
        </a:xfrm>
      </p:grpSpPr>
      <p:sp>
        <p:nvSpPr>
          <p:cNvPr id="3096" name="Google Shape;3096;p112"/>
          <p:cNvSpPr txBox="1"/>
          <p:nvPr>
            <p:ph type="title"/>
          </p:nvPr>
        </p:nvSpPr>
        <p:spPr>
          <a:xfrm>
            <a:off x="4047175" y="2571975"/>
            <a:ext cx="43836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097" name="Google Shape;3097;p112"/>
          <p:cNvSpPr txBox="1"/>
          <p:nvPr>
            <p:ph hasCustomPrompt="1" idx="2" type="title"/>
          </p:nvPr>
        </p:nvSpPr>
        <p:spPr>
          <a:xfrm>
            <a:off x="4047175" y="1321975"/>
            <a:ext cx="1235700" cy="841800"/>
          </a:xfrm>
          <a:prstGeom prst="rect">
            <a:avLst/>
          </a:prstGeom>
          <a:noFill/>
        </p:spPr>
        <p:txBody>
          <a:bodyPr anchorCtr="0" anchor="b"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3098" name="Google Shape;3098;p112"/>
          <p:cNvSpPr/>
          <p:nvPr>
            <p:ph idx="3" type="pic"/>
          </p:nvPr>
        </p:nvSpPr>
        <p:spPr>
          <a:xfrm>
            <a:off x="484625" y="1076550"/>
            <a:ext cx="2990400" cy="2990400"/>
          </a:xfrm>
          <a:prstGeom prst="roundRect">
            <a:avLst>
              <a:gd fmla="val 16667" name="adj"/>
            </a:avLst>
          </a:prstGeom>
          <a:noFill/>
          <a:ln>
            <a:noFill/>
          </a:ln>
        </p:spPr>
      </p:sp>
      <p:sp>
        <p:nvSpPr>
          <p:cNvPr id="3099" name="Google Shape;3099;p112"/>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12"/>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12"/>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102" name="Shape 3102"/>
        <p:cNvGrpSpPr/>
        <p:nvPr/>
      </p:nvGrpSpPr>
      <p:grpSpPr>
        <a:xfrm>
          <a:off x="0" y="0"/>
          <a:ext cx="0" cy="0"/>
          <a:chOff x="0" y="0"/>
          <a:chExt cx="0" cy="0"/>
        </a:xfrm>
      </p:grpSpPr>
      <p:sp>
        <p:nvSpPr>
          <p:cNvPr id="3103" name="Google Shape;3103;p1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104" name="Google Shape;3104;p113"/>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3105" name="Google Shape;3105;p113"/>
          <p:cNvSpPr/>
          <p:nvPr/>
        </p:nvSpPr>
        <p:spPr>
          <a:xfrm flipH="1" rot="-4014673">
            <a:off x="-1798429" y="-1029372"/>
            <a:ext cx="3158476" cy="250963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13"/>
          <p:cNvSpPr/>
          <p:nvPr/>
        </p:nvSpPr>
        <p:spPr>
          <a:xfrm flipH="1">
            <a:off x="8355841" y="2667287"/>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107" name="Google Shape;3107;p113"/>
          <p:cNvGrpSpPr/>
          <p:nvPr/>
        </p:nvGrpSpPr>
        <p:grpSpPr>
          <a:xfrm flipH="1">
            <a:off x="8380540" y="1729933"/>
            <a:ext cx="668783" cy="959747"/>
            <a:chOff x="10519314" y="4728596"/>
            <a:chExt cx="751780" cy="1078731"/>
          </a:xfrm>
        </p:grpSpPr>
        <p:grpSp>
          <p:nvGrpSpPr>
            <p:cNvPr id="3108" name="Google Shape;3108;p113"/>
            <p:cNvGrpSpPr/>
            <p:nvPr/>
          </p:nvGrpSpPr>
          <p:grpSpPr>
            <a:xfrm>
              <a:off x="10519314" y="4728596"/>
              <a:ext cx="626662" cy="1078731"/>
              <a:chOff x="10519314" y="4728596"/>
              <a:chExt cx="626662" cy="1078731"/>
            </a:xfrm>
          </p:grpSpPr>
          <p:grpSp>
            <p:nvGrpSpPr>
              <p:cNvPr id="3109" name="Google Shape;3109;p113"/>
              <p:cNvGrpSpPr/>
              <p:nvPr/>
            </p:nvGrpSpPr>
            <p:grpSpPr>
              <a:xfrm>
                <a:off x="10903220" y="4888205"/>
                <a:ext cx="242756" cy="919122"/>
                <a:chOff x="10903220" y="4888205"/>
                <a:chExt cx="242756" cy="919122"/>
              </a:xfrm>
            </p:grpSpPr>
            <p:sp>
              <p:nvSpPr>
                <p:cNvPr id="3110" name="Google Shape;3110;p113"/>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1" name="Google Shape;3111;p113"/>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2" name="Google Shape;3112;p113"/>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113" name="Google Shape;3113;p113"/>
                <p:cNvGrpSpPr/>
                <p:nvPr/>
              </p:nvGrpSpPr>
              <p:grpSpPr>
                <a:xfrm>
                  <a:off x="11014221" y="5588618"/>
                  <a:ext cx="100021" cy="114784"/>
                  <a:chOff x="11014221" y="5588618"/>
                  <a:chExt cx="100021" cy="114784"/>
                </a:xfrm>
              </p:grpSpPr>
              <p:sp>
                <p:nvSpPr>
                  <p:cNvPr id="3114" name="Google Shape;3114;p113"/>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5" name="Google Shape;3115;p113"/>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6" name="Google Shape;3116;p113"/>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7" name="Google Shape;3117;p113"/>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118" name="Google Shape;3118;p113"/>
              <p:cNvGrpSpPr/>
              <p:nvPr/>
            </p:nvGrpSpPr>
            <p:grpSpPr>
              <a:xfrm>
                <a:off x="10718623" y="4728596"/>
                <a:ext cx="229169" cy="1075979"/>
                <a:chOff x="10718623" y="4728596"/>
                <a:chExt cx="229169" cy="1075979"/>
              </a:xfrm>
            </p:grpSpPr>
            <p:sp>
              <p:nvSpPr>
                <p:cNvPr id="3119" name="Google Shape;3119;p113"/>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0" name="Google Shape;3120;p113"/>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121" name="Google Shape;3121;p113"/>
                <p:cNvGrpSpPr/>
                <p:nvPr/>
              </p:nvGrpSpPr>
              <p:grpSpPr>
                <a:xfrm>
                  <a:off x="10765015" y="5040134"/>
                  <a:ext cx="116314" cy="49775"/>
                  <a:chOff x="10765015" y="5040134"/>
                  <a:chExt cx="116314" cy="49775"/>
                </a:xfrm>
              </p:grpSpPr>
              <p:sp>
                <p:nvSpPr>
                  <p:cNvPr id="3122" name="Google Shape;3122;p113"/>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3" name="Google Shape;3123;p113"/>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24" name="Google Shape;3124;p113"/>
                <p:cNvGrpSpPr/>
                <p:nvPr/>
              </p:nvGrpSpPr>
              <p:grpSpPr>
                <a:xfrm>
                  <a:off x="10784825" y="5436314"/>
                  <a:ext cx="116414" cy="49961"/>
                  <a:chOff x="10784825" y="5436314"/>
                  <a:chExt cx="116414" cy="49961"/>
                </a:xfrm>
              </p:grpSpPr>
              <p:sp>
                <p:nvSpPr>
                  <p:cNvPr id="3125" name="Google Shape;3125;p113"/>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6" name="Google Shape;3126;p113"/>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127" name="Google Shape;3127;p113"/>
              <p:cNvGrpSpPr/>
              <p:nvPr/>
            </p:nvGrpSpPr>
            <p:grpSpPr>
              <a:xfrm>
                <a:off x="10519314" y="4813458"/>
                <a:ext cx="202120" cy="992123"/>
                <a:chOff x="10519314" y="4813458"/>
                <a:chExt cx="202120" cy="992123"/>
              </a:xfrm>
            </p:grpSpPr>
            <p:sp>
              <p:nvSpPr>
                <p:cNvPr id="3128" name="Google Shape;3128;p113"/>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9" name="Google Shape;3129;p113"/>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130" name="Google Shape;3130;p113"/>
                <p:cNvGrpSpPr/>
                <p:nvPr/>
              </p:nvGrpSpPr>
              <p:grpSpPr>
                <a:xfrm>
                  <a:off x="10556176" y="5465730"/>
                  <a:ext cx="128397" cy="44196"/>
                  <a:chOff x="10556176" y="5465730"/>
                  <a:chExt cx="128397" cy="44196"/>
                </a:xfrm>
              </p:grpSpPr>
              <p:sp>
                <p:nvSpPr>
                  <p:cNvPr id="3131" name="Google Shape;3131;p113"/>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2" name="Google Shape;3132;p113"/>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33" name="Google Shape;3133;p113"/>
                <p:cNvGrpSpPr/>
                <p:nvPr/>
              </p:nvGrpSpPr>
              <p:grpSpPr>
                <a:xfrm>
                  <a:off x="10556176" y="5689187"/>
                  <a:ext cx="128397" cy="44196"/>
                  <a:chOff x="10556176" y="5689187"/>
                  <a:chExt cx="128397" cy="44196"/>
                </a:xfrm>
              </p:grpSpPr>
              <p:sp>
                <p:nvSpPr>
                  <p:cNvPr id="3134" name="Google Shape;3134;p113"/>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5" name="Google Shape;3135;p113"/>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3136" name="Google Shape;3136;p113"/>
            <p:cNvGrpSpPr/>
            <p:nvPr/>
          </p:nvGrpSpPr>
          <p:grpSpPr>
            <a:xfrm>
              <a:off x="11058042" y="5088325"/>
              <a:ext cx="213052" cy="717953"/>
              <a:chOff x="11058042" y="5088325"/>
              <a:chExt cx="213052" cy="717953"/>
            </a:xfrm>
          </p:grpSpPr>
          <p:sp>
            <p:nvSpPr>
              <p:cNvPr id="3137" name="Google Shape;3137;p113"/>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8" name="Google Shape;3138;p113"/>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139" name="Google Shape;3139;p113"/>
          <p:cNvGrpSpPr/>
          <p:nvPr/>
        </p:nvGrpSpPr>
        <p:grpSpPr>
          <a:xfrm flipH="1">
            <a:off x="8485925" y="662239"/>
            <a:ext cx="516117" cy="779220"/>
            <a:chOff x="10572463" y="3528536"/>
            <a:chExt cx="580168" cy="875823"/>
          </a:xfrm>
        </p:grpSpPr>
        <p:grpSp>
          <p:nvGrpSpPr>
            <p:cNvPr id="3140" name="Google Shape;3140;p113"/>
            <p:cNvGrpSpPr/>
            <p:nvPr/>
          </p:nvGrpSpPr>
          <p:grpSpPr>
            <a:xfrm>
              <a:off x="10713815" y="3528536"/>
              <a:ext cx="438816" cy="746664"/>
              <a:chOff x="10713815" y="3528536"/>
              <a:chExt cx="438816" cy="746664"/>
            </a:xfrm>
          </p:grpSpPr>
          <p:sp>
            <p:nvSpPr>
              <p:cNvPr id="3141" name="Google Shape;3141;p113"/>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142" name="Google Shape;3142;p113"/>
              <p:cNvGrpSpPr/>
              <p:nvPr/>
            </p:nvGrpSpPr>
            <p:grpSpPr>
              <a:xfrm>
                <a:off x="10776489" y="3625310"/>
                <a:ext cx="313848" cy="288226"/>
                <a:chOff x="10776489" y="3625310"/>
                <a:chExt cx="313848" cy="288226"/>
              </a:xfrm>
            </p:grpSpPr>
            <p:sp>
              <p:nvSpPr>
                <p:cNvPr id="3143" name="Google Shape;3143;p113"/>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4" name="Google Shape;3144;p113"/>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5" name="Google Shape;3145;p113"/>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6" name="Google Shape;3146;p113"/>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7" name="Google Shape;3147;p113"/>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8" name="Google Shape;3148;p113"/>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49" name="Google Shape;3149;p113"/>
              <p:cNvGrpSpPr/>
              <p:nvPr/>
            </p:nvGrpSpPr>
            <p:grpSpPr>
              <a:xfrm>
                <a:off x="10776489" y="3999547"/>
                <a:ext cx="313848" cy="181546"/>
                <a:chOff x="10776489" y="3999547"/>
                <a:chExt cx="313848" cy="181546"/>
              </a:xfrm>
            </p:grpSpPr>
            <p:sp>
              <p:nvSpPr>
                <p:cNvPr id="3150" name="Google Shape;3150;p113"/>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1" name="Google Shape;3151;p113"/>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2" name="Google Shape;3152;p113"/>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3" name="Google Shape;3153;p113"/>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154" name="Google Shape;3154;p113"/>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55" name="Google Shape;3155;p113"/>
            <p:cNvGrpSpPr/>
            <p:nvPr/>
          </p:nvGrpSpPr>
          <p:grpSpPr>
            <a:xfrm>
              <a:off x="10572463" y="3657790"/>
              <a:ext cx="438817" cy="746569"/>
              <a:chOff x="10572463" y="3657790"/>
              <a:chExt cx="438817" cy="746569"/>
            </a:xfrm>
          </p:grpSpPr>
          <p:sp>
            <p:nvSpPr>
              <p:cNvPr id="3156" name="Google Shape;3156;p113"/>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157" name="Google Shape;3157;p113"/>
              <p:cNvGrpSpPr/>
              <p:nvPr/>
            </p:nvGrpSpPr>
            <p:grpSpPr>
              <a:xfrm>
                <a:off x="10635138" y="3754469"/>
                <a:ext cx="313848" cy="288321"/>
                <a:chOff x="10635138" y="3754469"/>
                <a:chExt cx="313848" cy="288321"/>
              </a:xfrm>
            </p:grpSpPr>
            <p:sp>
              <p:nvSpPr>
                <p:cNvPr id="3158" name="Google Shape;3158;p113"/>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9" name="Google Shape;3159;p113"/>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0" name="Google Shape;3160;p113"/>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1" name="Google Shape;3161;p113"/>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2" name="Google Shape;3162;p113"/>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3" name="Google Shape;3163;p113"/>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64" name="Google Shape;3164;p113"/>
              <p:cNvGrpSpPr/>
              <p:nvPr/>
            </p:nvGrpSpPr>
            <p:grpSpPr>
              <a:xfrm>
                <a:off x="10635138" y="4128801"/>
                <a:ext cx="313848" cy="181547"/>
                <a:chOff x="10635138" y="4128801"/>
                <a:chExt cx="313848" cy="181547"/>
              </a:xfrm>
            </p:grpSpPr>
            <p:sp>
              <p:nvSpPr>
                <p:cNvPr id="3165" name="Google Shape;3165;p113"/>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6" name="Google Shape;3166;p113"/>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7" name="Google Shape;3167;p113"/>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8" name="Google Shape;3168;p113"/>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169" name="Google Shape;3169;p113"/>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170" name="Google Shape;3170;p113"/>
          <p:cNvGrpSpPr/>
          <p:nvPr/>
        </p:nvGrpSpPr>
        <p:grpSpPr>
          <a:xfrm flipH="1">
            <a:off x="8768853" y="1439765"/>
            <a:ext cx="22030" cy="294484"/>
            <a:chOff x="10809827" y="4402455"/>
            <a:chExt cx="24764" cy="330993"/>
          </a:xfrm>
        </p:grpSpPr>
        <p:sp>
          <p:nvSpPr>
            <p:cNvPr id="3171" name="Google Shape;3171;p113"/>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2" name="Google Shape;3172;p113"/>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3" name="Google Shape;3173;p113"/>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174" name="Google Shape;3174;p113"/>
          <p:cNvSpPr/>
          <p:nvPr/>
        </p:nvSpPr>
        <p:spPr>
          <a:xfrm flipH="1" rot="8662747">
            <a:off x="7370974" y="4168319"/>
            <a:ext cx="2746019" cy="19216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75" name="Google Shape;3175;p113"/>
          <p:cNvGrpSpPr/>
          <p:nvPr/>
        </p:nvGrpSpPr>
        <p:grpSpPr>
          <a:xfrm flipH="1">
            <a:off x="122956" y="4228558"/>
            <a:ext cx="829992" cy="750888"/>
            <a:chOff x="8114596" y="445039"/>
            <a:chExt cx="633002" cy="572716"/>
          </a:xfrm>
        </p:grpSpPr>
        <p:grpSp>
          <p:nvGrpSpPr>
            <p:cNvPr id="3176" name="Google Shape;3176;p113"/>
            <p:cNvGrpSpPr/>
            <p:nvPr/>
          </p:nvGrpSpPr>
          <p:grpSpPr>
            <a:xfrm>
              <a:off x="8114596" y="445039"/>
              <a:ext cx="633002" cy="572716"/>
              <a:chOff x="7189660" y="520827"/>
              <a:chExt cx="598074" cy="541115"/>
            </a:xfrm>
          </p:grpSpPr>
          <p:sp>
            <p:nvSpPr>
              <p:cNvPr id="3177" name="Google Shape;3177;p113"/>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178" name="Google Shape;3178;p113"/>
              <p:cNvGrpSpPr/>
              <p:nvPr/>
            </p:nvGrpSpPr>
            <p:grpSpPr>
              <a:xfrm>
                <a:off x="7579137" y="551973"/>
                <a:ext cx="164782" cy="41529"/>
                <a:chOff x="7579137" y="551973"/>
                <a:chExt cx="164782" cy="41529"/>
              </a:xfrm>
            </p:grpSpPr>
            <p:sp>
              <p:nvSpPr>
                <p:cNvPr id="3179" name="Google Shape;3179;p113"/>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0" name="Google Shape;3180;p113"/>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1" name="Google Shape;3181;p113"/>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182" name="Google Shape;3182;p113"/>
            <p:cNvGrpSpPr/>
            <p:nvPr/>
          </p:nvGrpSpPr>
          <p:grpSpPr>
            <a:xfrm>
              <a:off x="8184962" y="619646"/>
              <a:ext cx="498115" cy="257273"/>
              <a:chOff x="7256144" y="685800"/>
              <a:chExt cx="470630" cy="243077"/>
            </a:xfrm>
          </p:grpSpPr>
          <p:sp>
            <p:nvSpPr>
              <p:cNvPr id="3183" name="Google Shape;3183;p113"/>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184" name="Google Shape;3184;p113"/>
              <p:cNvGrpSpPr/>
              <p:nvPr/>
            </p:nvGrpSpPr>
            <p:grpSpPr>
              <a:xfrm>
                <a:off x="7512843" y="685800"/>
                <a:ext cx="213931" cy="243077"/>
                <a:chOff x="7512843" y="685800"/>
                <a:chExt cx="213931" cy="243077"/>
              </a:xfrm>
            </p:grpSpPr>
            <p:grpSp>
              <p:nvGrpSpPr>
                <p:cNvPr id="3185" name="Google Shape;3185;p113"/>
                <p:cNvGrpSpPr/>
                <p:nvPr/>
              </p:nvGrpSpPr>
              <p:grpSpPr>
                <a:xfrm>
                  <a:off x="7512843" y="836580"/>
                  <a:ext cx="213931" cy="92297"/>
                  <a:chOff x="7512843" y="836580"/>
                  <a:chExt cx="213931" cy="92297"/>
                </a:xfrm>
              </p:grpSpPr>
              <p:sp>
                <p:nvSpPr>
                  <p:cNvPr id="3186" name="Google Shape;3186;p113"/>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7" name="Google Shape;3187;p113"/>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88" name="Google Shape;3188;p113"/>
                <p:cNvGrpSpPr/>
                <p:nvPr/>
              </p:nvGrpSpPr>
              <p:grpSpPr>
                <a:xfrm>
                  <a:off x="7512843" y="761238"/>
                  <a:ext cx="213931" cy="92296"/>
                  <a:chOff x="7512843" y="761238"/>
                  <a:chExt cx="213931" cy="92296"/>
                </a:xfrm>
              </p:grpSpPr>
              <p:sp>
                <p:nvSpPr>
                  <p:cNvPr id="3189" name="Google Shape;3189;p113"/>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0" name="Google Shape;3190;p113"/>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91" name="Google Shape;3191;p113"/>
                <p:cNvGrpSpPr/>
                <p:nvPr/>
              </p:nvGrpSpPr>
              <p:grpSpPr>
                <a:xfrm>
                  <a:off x="7512843" y="685800"/>
                  <a:ext cx="213931" cy="92297"/>
                  <a:chOff x="7512843" y="685800"/>
                  <a:chExt cx="213931" cy="92297"/>
                </a:xfrm>
              </p:grpSpPr>
              <p:sp>
                <p:nvSpPr>
                  <p:cNvPr id="3192" name="Google Shape;3192;p113"/>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3" name="Google Shape;3193;p113"/>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194" name="Shape 3194"/>
        <p:cNvGrpSpPr/>
        <p:nvPr/>
      </p:nvGrpSpPr>
      <p:grpSpPr>
        <a:xfrm>
          <a:off x="0" y="0"/>
          <a:ext cx="0" cy="0"/>
          <a:chOff x="0" y="0"/>
          <a:chExt cx="0" cy="0"/>
        </a:xfrm>
      </p:grpSpPr>
      <p:sp>
        <p:nvSpPr>
          <p:cNvPr id="3195" name="Google Shape;3195;p11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196" name="Google Shape;3196;p114"/>
          <p:cNvSpPr txBox="1"/>
          <p:nvPr>
            <p:ph idx="1" type="subTitle"/>
          </p:nvPr>
        </p:nvSpPr>
        <p:spPr>
          <a:xfrm>
            <a:off x="4679150"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197" name="Google Shape;3197;p114"/>
          <p:cNvSpPr txBox="1"/>
          <p:nvPr>
            <p:ph idx="2" type="subTitle"/>
          </p:nvPr>
        </p:nvSpPr>
        <p:spPr>
          <a:xfrm>
            <a:off x="1080525"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198" name="Google Shape;3198;p114"/>
          <p:cNvSpPr txBox="1"/>
          <p:nvPr>
            <p:ph idx="3" type="subTitle"/>
          </p:nvPr>
        </p:nvSpPr>
        <p:spPr>
          <a:xfrm>
            <a:off x="1080536"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199" name="Google Shape;3199;p114"/>
          <p:cNvSpPr txBox="1"/>
          <p:nvPr>
            <p:ph idx="4" type="subTitle"/>
          </p:nvPr>
        </p:nvSpPr>
        <p:spPr>
          <a:xfrm>
            <a:off x="4679164"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200" name="Google Shape;3200;p114"/>
          <p:cNvSpPr/>
          <p:nvPr/>
        </p:nvSpPr>
        <p:spPr>
          <a:xfrm rot="5551952">
            <a:off x="-721531" y="4084618"/>
            <a:ext cx="2053998" cy="17652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14"/>
          <p:cNvSpPr/>
          <p:nvPr/>
        </p:nvSpPr>
        <p:spPr>
          <a:xfrm rot="-460685">
            <a:off x="-850641" y="-888875"/>
            <a:ext cx="2082611" cy="168399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114"/>
          <p:cNvSpPr/>
          <p:nvPr/>
        </p:nvSpPr>
        <p:spPr>
          <a:xfrm rot="3259731">
            <a:off x="7063135" y="-804478"/>
            <a:ext cx="3168421" cy="25619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203" name="Shape 3203"/>
        <p:cNvGrpSpPr/>
        <p:nvPr/>
      </p:nvGrpSpPr>
      <p:grpSpPr>
        <a:xfrm>
          <a:off x="0" y="0"/>
          <a:ext cx="0" cy="0"/>
          <a:chOff x="0" y="0"/>
          <a:chExt cx="0" cy="0"/>
        </a:xfrm>
      </p:grpSpPr>
      <p:sp>
        <p:nvSpPr>
          <p:cNvPr id="3204" name="Google Shape;3204;p1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205" name="Google Shape;3205;p115"/>
          <p:cNvSpPr/>
          <p:nvPr/>
        </p:nvSpPr>
        <p:spPr>
          <a:xfrm rot="-9076707">
            <a:off x="85462" y="-755109"/>
            <a:ext cx="1683799" cy="1313891"/>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6" name="Google Shape;3206;p115"/>
          <p:cNvGrpSpPr/>
          <p:nvPr/>
        </p:nvGrpSpPr>
        <p:grpSpPr>
          <a:xfrm>
            <a:off x="6779278" y="192982"/>
            <a:ext cx="2107998" cy="297419"/>
            <a:chOff x="6108096" y="3265836"/>
            <a:chExt cx="1633727" cy="230504"/>
          </a:xfrm>
        </p:grpSpPr>
        <p:sp>
          <p:nvSpPr>
            <p:cNvPr id="3207" name="Google Shape;3207;p115"/>
            <p:cNvSpPr/>
            <p:nvPr/>
          </p:nvSpPr>
          <p:spPr>
            <a:xfrm>
              <a:off x="6108096" y="3265836"/>
              <a:ext cx="1633727" cy="230504"/>
            </a:xfrm>
            <a:custGeom>
              <a:rect b="b" l="l" r="r" t="t"/>
              <a:pathLst>
                <a:path extrusionOk="0" h="230504" w="1633727">
                  <a:moveTo>
                    <a:pt x="1518476" y="0"/>
                  </a:moveTo>
                  <a:cubicBezTo>
                    <a:pt x="1582128" y="0"/>
                    <a:pt x="1633728" y="51600"/>
                    <a:pt x="1633728" y="115253"/>
                  </a:cubicBezTo>
                  <a:lnTo>
                    <a:pt x="1633728" y="115253"/>
                  </a:lnTo>
                  <a:cubicBezTo>
                    <a:pt x="1633728" y="178905"/>
                    <a:pt x="1582128" y="230505"/>
                    <a:pt x="1518476" y="230505"/>
                  </a:cubicBezTo>
                  <a:lnTo>
                    <a:pt x="115252" y="230505"/>
                  </a:lnTo>
                  <a:cubicBezTo>
                    <a:pt x="51601" y="230505"/>
                    <a:pt x="0" y="178905"/>
                    <a:pt x="0" y="115253"/>
                  </a:cubicBezTo>
                  <a:lnTo>
                    <a:pt x="0" y="115253"/>
                  </a:lnTo>
                  <a:cubicBezTo>
                    <a:pt x="0" y="51600"/>
                    <a:pt x="51601" y="0"/>
                    <a:pt x="115252"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8" name="Google Shape;3208;p115"/>
            <p:cNvSpPr/>
            <p:nvPr/>
          </p:nvSpPr>
          <p:spPr>
            <a:xfrm>
              <a:off x="7528381" y="3292292"/>
              <a:ext cx="166485" cy="165854"/>
            </a:xfrm>
            <a:custGeom>
              <a:rect b="b" l="l" r="r" t="t"/>
              <a:pathLst>
                <a:path extrusionOk="0" h="165854" w="166485">
                  <a:moveTo>
                    <a:pt x="161532" y="137469"/>
                  </a:moveTo>
                  <a:lnTo>
                    <a:pt x="120003" y="95941"/>
                  </a:lnTo>
                  <a:lnTo>
                    <a:pt x="113336" y="102608"/>
                  </a:lnTo>
                  <a:lnTo>
                    <a:pt x="105811" y="95083"/>
                  </a:lnTo>
                  <a:cubicBezTo>
                    <a:pt x="123622" y="71842"/>
                    <a:pt x="122194" y="38600"/>
                    <a:pt x="100953" y="17359"/>
                  </a:cubicBezTo>
                  <a:cubicBezTo>
                    <a:pt x="77807" y="-5786"/>
                    <a:pt x="40374" y="-5786"/>
                    <a:pt x="17324" y="17359"/>
                  </a:cubicBezTo>
                  <a:cubicBezTo>
                    <a:pt x="-5727" y="40505"/>
                    <a:pt x="-5822" y="77938"/>
                    <a:pt x="17324" y="100989"/>
                  </a:cubicBezTo>
                  <a:cubicBezTo>
                    <a:pt x="38850" y="122515"/>
                    <a:pt x="72568" y="123754"/>
                    <a:pt x="95809" y="105275"/>
                  </a:cubicBezTo>
                  <a:lnTo>
                    <a:pt x="103334" y="112800"/>
                  </a:lnTo>
                  <a:lnTo>
                    <a:pt x="96667" y="119467"/>
                  </a:lnTo>
                  <a:lnTo>
                    <a:pt x="138196" y="160996"/>
                  </a:lnTo>
                  <a:cubicBezTo>
                    <a:pt x="144673" y="167473"/>
                    <a:pt x="155150" y="167473"/>
                    <a:pt x="161627" y="160996"/>
                  </a:cubicBezTo>
                  <a:lnTo>
                    <a:pt x="161627" y="160996"/>
                  </a:lnTo>
                  <a:cubicBezTo>
                    <a:pt x="168104" y="154519"/>
                    <a:pt x="168104" y="144042"/>
                    <a:pt x="161627" y="137565"/>
                  </a:cubicBezTo>
                  <a:close/>
                  <a:moveTo>
                    <a:pt x="59138" y="102513"/>
                  </a:moveTo>
                  <a:cubicBezTo>
                    <a:pt x="54471" y="102513"/>
                    <a:pt x="49899" y="101751"/>
                    <a:pt x="45612" y="100417"/>
                  </a:cubicBezTo>
                  <a:cubicBezTo>
                    <a:pt x="33611" y="96512"/>
                    <a:pt x="23896" y="87463"/>
                    <a:pt x="19133" y="75938"/>
                  </a:cubicBezTo>
                  <a:cubicBezTo>
                    <a:pt x="16942" y="70794"/>
                    <a:pt x="15799" y="65175"/>
                    <a:pt x="15799" y="59269"/>
                  </a:cubicBezTo>
                  <a:cubicBezTo>
                    <a:pt x="15799" y="35361"/>
                    <a:pt x="35231" y="15931"/>
                    <a:pt x="59138" y="15931"/>
                  </a:cubicBezTo>
                  <a:cubicBezTo>
                    <a:pt x="65044" y="15931"/>
                    <a:pt x="70663" y="17074"/>
                    <a:pt x="75807" y="19264"/>
                  </a:cubicBezTo>
                  <a:cubicBezTo>
                    <a:pt x="87332" y="24122"/>
                    <a:pt x="96381" y="33742"/>
                    <a:pt x="100286" y="45744"/>
                  </a:cubicBezTo>
                  <a:cubicBezTo>
                    <a:pt x="101715" y="50030"/>
                    <a:pt x="102382" y="54507"/>
                    <a:pt x="102382" y="59269"/>
                  </a:cubicBezTo>
                  <a:cubicBezTo>
                    <a:pt x="102382" y="83177"/>
                    <a:pt x="83046" y="102513"/>
                    <a:pt x="59138" y="1025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9" name="Google Shape;3209;p115"/>
            <p:cNvSpPr/>
            <p:nvPr/>
          </p:nvSpPr>
          <p:spPr>
            <a:xfrm>
              <a:off x="7475124" y="3290220"/>
              <a:ext cx="7620" cy="174307"/>
            </a:xfrm>
            <a:custGeom>
              <a:rect b="b" l="l" r="r" t="t"/>
              <a:pathLst>
                <a:path extrusionOk="0" h="174307" w="7620">
                  <a:moveTo>
                    <a:pt x="3810" y="174308"/>
                  </a:moveTo>
                  <a:lnTo>
                    <a:pt x="3810" y="174308"/>
                  </a:lnTo>
                  <a:cubicBezTo>
                    <a:pt x="1714" y="174308"/>
                    <a:pt x="0" y="172593"/>
                    <a:pt x="0" y="170497"/>
                  </a:cubicBezTo>
                  <a:lnTo>
                    <a:pt x="0" y="3810"/>
                  </a:lnTo>
                  <a:cubicBezTo>
                    <a:pt x="0" y="1714"/>
                    <a:pt x="1714" y="0"/>
                    <a:pt x="3810" y="0"/>
                  </a:cubicBezTo>
                  <a:lnTo>
                    <a:pt x="3810" y="0"/>
                  </a:lnTo>
                  <a:cubicBezTo>
                    <a:pt x="5905" y="0"/>
                    <a:pt x="7620" y="1714"/>
                    <a:pt x="7620" y="3810"/>
                  </a:cubicBezTo>
                  <a:lnTo>
                    <a:pt x="7620" y="170497"/>
                  </a:lnTo>
                  <a:cubicBezTo>
                    <a:pt x="7620" y="172593"/>
                    <a:pt x="5905" y="174308"/>
                    <a:pt x="3810" y="17430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10" name="Google Shape;3210;p115"/>
          <p:cNvSpPr/>
          <p:nvPr/>
        </p:nvSpPr>
        <p:spPr>
          <a:xfrm flipH="1" rot="532502">
            <a:off x="-514115" y="4385276"/>
            <a:ext cx="1514959" cy="122499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1" name="Google Shape;3211;p115"/>
          <p:cNvGrpSpPr/>
          <p:nvPr/>
        </p:nvGrpSpPr>
        <p:grpSpPr>
          <a:xfrm>
            <a:off x="-148774" y="4544215"/>
            <a:ext cx="784225" cy="584398"/>
            <a:chOff x="1914620" y="1930431"/>
            <a:chExt cx="572929" cy="426911"/>
          </a:xfrm>
        </p:grpSpPr>
        <p:grpSp>
          <p:nvGrpSpPr>
            <p:cNvPr id="3212" name="Google Shape;3212;p115"/>
            <p:cNvGrpSpPr/>
            <p:nvPr/>
          </p:nvGrpSpPr>
          <p:grpSpPr>
            <a:xfrm>
              <a:off x="1914620" y="1930431"/>
              <a:ext cx="572929" cy="426911"/>
              <a:chOff x="1914620" y="1930431"/>
              <a:chExt cx="572929" cy="426911"/>
            </a:xfrm>
          </p:grpSpPr>
          <p:sp>
            <p:nvSpPr>
              <p:cNvPr id="3213" name="Google Shape;3213;p115"/>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4" name="Google Shape;3214;p115"/>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5" name="Google Shape;3215;p115"/>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16" name="Google Shape;3216;p115"/>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17" name="Google Shape;3217;p115"/>
          <p:cNvSpPr/>
          <p:nvPr/>
        </p:nvSpPr>
        <p:spPr>
          <a:xfrm rot="5844200">
            <a:off x="8030548" y="2339312"/>
            <a:ext cx="2404301" cy="131859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218" name="Shape 3218"/>
        <p:cNvGrpSpPr/>
        <p:nvPr/>
      </p:nvGrpSpPr>
      <p:grpSpPr>
        <a:xfrm>
          <a:off x="0" y="0"/>
          <a:ext cx="0" cy="0"/>
          <a:chOff x="0" y="0"/>
          <a:chExt cx="0" cy="0"/>
        </a:xfrm>
      </p:grpSpPr>
      <p:sp>
        <p:nvSpPr>
          <p:cNvPr id="3219" name="Google Shape;3219;p116"/>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220" name="Google Shape;3220;p116"/>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3221" name="Google Shape;3221;p116"/>
          <p:cNvSpPr/>
          <p:nvPr>
            <p:ph idx="2" type="pic"/>
          </p:nvPr>
        </p:nvSpPr>
        <p:spPr>
          <a:xfrm>
            <a:off x="5668975" y="1076550"/>
            <a:ext cx="2990400" cy="2990400"/>
          </a:xfrm>
          <a:prstGeom prst="roundRect">
            <a:avLst>
              <a:gd fmla="val 16667" name="adj"/>
            </a:avLst>
          </a:prstGeom>
          <a:noFill/>
          <a:ln>
            <a:noFill/>
          </a:ln>
        </p:spPr>
      </p:sp>
      <p:sp>
        <p:nvSpPr>
          <p:cNvPr id="3222" name="Google Shape;3222;p116"/>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116"/>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4" name="Google Shape;3224;p116"/>
          <p:cNvGrpSpPr/>
          <p:nvPr/>
        </p:nvGrpSpPr>
        <p:grpSpPr>
          <a:xfrm>
            <a:off x="65066" y="4373044"/>
            <a:ext cx="878158" cy="654532"/>
            <a:chOff x="1114425" y="4361211"/>
            <a:chExt cx="573023" cy="427101"/>
          </a:xfrm>
        </p:grpSpPr>
        <p:grpSp>
          <p:nvGrpSpPr>
            <p:cNvPr id="3225" name="Google Shape;3225;p116"/>
            <p:cNvGrpSpPr/>
            <p:nvPr/>
          </p:nvGrpSpPr>
          <p:grpSpPr>
            <a:xfrm>
              <a:off x="1114425" y="4361211"/>
              <a:ext cx="573023" cy="427101"/>
              <a:chOff x="1114425" y="4361211"/>
              <a:chExt cx="573023" cy="427101"/>
            </a:xfrm>
          </p:grpSpPr>
          <p:sp>
            <p:nvSpPr>
              <p:cNvPr id="3226" name="Google Shape;3226;p116"/>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7" name="Google Shape;3227;p116"/>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8" name="Google Shape;3228;p116"/>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29" name="Google Shape;3229;p116"/>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230" name="Shape 3230"/>
        <p:cNvGrpSpPr/>
        <p:nvPr/>
      </p:nvGrpSpPr>
      <p:grpSpPr>
        <a:xfrm>
          <a:off x="0" y="0"/>
          <a:ext cx="0" cy="0"/>
          <a:chOff x="0" y="0"/>
          <a:chExt cx="0" cy="0"/>
        </a:xfrm>
      </p:grpSpPr>
      <p:sp>
        <p:nvSpPr>
          <p:cNvPr id="3231" name="Google Shape;3231;p117"/>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232" name="Google Shape;3232;p117"/>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117"/>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117"/>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235" name="Shape 3235"/>
        <p:cNvGrpSpPr/>
        <p:nvPr/>
      </p:nvGrpSpPr>
      <p:grpSpPr>
        <a:xfrm>
          <a:off x="0" y="0"/>
          <a:ext cx="0" cy="0"/>
          <a:chOff x="0" y="0"/>
          <a:chExt cx="0" cy="0"/>
        </a:xfrm>
      </p:grpSpPr>
      <p:sp>
        <p:nvSpPr>
          <p:cNvPr id="3236" name="Google Shape;3236;p118"/>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15000"/>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3237" name="Google Shape;3237;p118"/>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238" name="Google Shape;3238;p118"/>
          <p:cNvSpPr/>
          <p:nvPr/>
        </p:nvSpPr>
        <p:spPr>
          <a:xfrm rot="3263452">
            <a:off x="-163955"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18"/>
          <p:cNvSpPr/>
          <p:nvPr/>
        </p:nvSpPr>
        <p:spPr>
          <a:xfrm rot="-460623">
            <a:off x="-1793263"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18"/>
          <p:cNvSpPr/>
          <p:nvPr/>
        </p:nvSpPr>
        <p:spPr>
          <a:xfrm rot="4592047">
            <a:off x="7797256" y="593203"/>
            <a:ext cx="1475158" cy="11928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241" name="Shape 3241"/>
        <p:cNvGrpSpPr/>
        <p:nvPr/>
      </p:nvGrpSpPr>
      <p:grpSpPr>
        <a:xfrm>
          <a:off x="0" y="0"/>
          <a:ext cx="0" cy="0"/>
          <a:chOff x="0" y="0"/>
          <a:chExt cx="0" cy="0"/>
        </a:xfrm>
      </p:grpSpPr>
      <p:sp>
        <p:nvSpPr>
          <p:cNvPr id="3242" name="Google Shape;3242;p119"/>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algn="ctr">
              <a:spcBef>
                <a:spcPts val="0"/>
              </a:spcBef>
              <a:spcAft>
                <a:spcPts val="0"/>
              </a:spcAft>
              <a:buSzPts val="3000"/>
              <a:buNone/>
              <a:defRPr>
                <a:solidFill>
                  <a:schemeClr val="lt1"/>
                </a:solidFill>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Tree>
  </p:cSld>
  <p:clrMapOvr>
    <a:masterClrMapping/>
  </p:clrMapOvr>
</p:sldLayout>
</file>

<file path=ppt/slideLayouts/slideLayout1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243" name="Shape 3243"/>
        <p:cNvGrpSpPr/>
        <p:nvPr/>
      </p:nvGrpSpPr>
      <p:grpSpPr>
        <a:xfrm>
          <a:off x="0" y="0"/>
          <a:ext cx="0" cy="0"/>
          <a:chOff x="0" y="0"/>
          <a:chExt cx="0" cy="0"/>
        </a:xfrm>
      </p:grpSpPr>
      <p:sp>
        <p:nvSpPr>
          <p:cNvPr id="3244" name="Google Shape;3244;p120"/>
          <p:cNvSpPr txBox="1"/>
          <p:nvPr>
            <p:ph hasCustomPrompt="1" type="title"/>
          </p:nvPr>
        </p:nvSpPr>
        <p:spPr>
          <a:xfrm>
            <a:off x="713225" y="1477363"/>
            <a:ext cx="6576000" cy="15267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3245" name="Google Shape;3245;p120"/>
          <p:cNvSpPr txBox="1"/>
          <p:nvPr>
            <p:ph idx="1" type="subTitle"/>
          </p:nvPr>
        </p:nvSpPr>
        <p:spPr>
          <a:xfrm>
            <a:off x="713225" y="3169038"/>
            <a:ext cx="6576000" cy="497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3246" name="Google Shape;3246;p120"/>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120"/>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20"/>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20"/>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50" name="Google Shape;3250;p120"/>
          <p:cNvGrpSpPr/>
          <p:nvPr/>
        </p:nvGrpSpPr>
        <p:grpSpPr>
          <a:xfrm>
            <a:off x="7441503" y="289852"/>
            <a:ext cx="1366913" cy="1382099"/>
            <a:chOff x="6568493" y="8"/>
            <a:chExt cx="1820608" cy="1840590"/>
          </a:xfrm>
        </p:grpSpPr>
        <p:sp>
          <p:nvSpPr>
            <p:cNvPr id="3251" name="Google Shape;3251;p120"/>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2" name="Google Shape;3252;p120"/>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53" name="Google Shape;3253;p120"/>
            <p:cNvGrpSpPr/>
            <p:nvPr/>
          </p:nvGrpSpPr>
          <p:grpSpPr>
            <a:xfrm>
              <a:off x="6568493" y="84720"/>
              <a:ext cx="1649109" cy="1669065"/>
              <a:chOff x="8921020" y="472154"/>
              <a:chExt cx="1959958" cy="1983676"/>
            </a:xfrm>
          </p:grpSpPr>
          <p:sp>
            <p:nvSpPr>
              <p:cNvPr id="3254" name="Google Shape;3254;p120"/>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5" name="Google Shape;3255;p120"/>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56" name="Google Shape;3256;p120"/>
              <p:cNvGrpSpPr/>
              <p:nvPr/>
            </p:nvGrpSpPr>
            <p:grpSpPr>
              <a:xfrm>
                <a:off x="9011888" y="537781"/>
                <a:ext cx="255174" cy="64389"/>
                <a:chOff x="9011888" y="537781"/>
                <a:chExt cx="255174" cy="64389"/>
              </a:xfrm>
            </p:grpSpPr>
            <p:sp>
              <p:nvSpPr>
                <p:cNvPr id="3257" name="Google Shape;3257;p120"/>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8" name="Google Shape;3258;p120"/>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9" name="Google Shape;3259;p120"/>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260" name="Google Shape;3260;p120"/>
            <p:cNvGrpSpPr/>
            <p:nvPr/>
          </p:nvGrpSpPr>
          <p:grpSpPr>
            <a:xfrm>
              <a:off x="6795939" y="406335"/>
              <a:ext cx="1194216" cy="1228757"/>
              <a:chOff x="9191339" y="854392"/>
              <a:chExt cx="1419320" cy="1460372"/>
            </a:xfrm>
          </p:grpSpPr>
          <p:grpSp>
            <p:nvGrpSpPr>
              <p:cNvPr id="3261" name="Google Shape;3261;p120"/>
              <p:cNvGrpSpPr/>
              <p:nvPr/>
            </p:nvGrpSpPr>
            <p:grpSpPr>
              <a:xfrm>
                <a:off x="9191339" y="1884045"/>
                <a:ext cx="604932" cy="420243"/>
                <a:chOff x="9191339" y="1884045"/>
                <a:chExt cx="604932" cy="420243"/>
              </a:xfrm>
            </p:grpSpPr>
            <p:sp>
              <p:nvSpPr>
                <p:cNvPr id="3262" name="Google Shape;3262;p120"/>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3" name="Google Shape;3263;p120"/>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4" name="Google Shape;3264;p120"/>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5" name="Google Shape;3265;p120"/>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6" name="Google Shape;3266;p120"/>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7" name="Google Shape;3267;p120"/>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8" name="Google Shape;3268;p120"/>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9" name="Google Shape;3269;p120"/>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0" name="Google Shape;3270;p120"/>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1" name="Google Shape;3271;p120"/>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72" name="Google Shape;3272;p120"/>
              <p:cNvGrpSpPr/>
              <p:nvPr/>
            </p:nvGrpSpPr>
            <p:grpSpPr>
              <a:xfrm>
                <a:off x="10004774" y="854392"/>
                <a:ext cx="604932" cy="420243"/>
                <a:chOff x="10004774" y="854392"/>
                <a:chExt cx="604932" cy="420243"/>
              </a:xfrm>
            </p:grpSpPr>
            <p:sp>
              <p:nvSpPr>
                <p:cNvPr id="3273" name="Google Shape;3273;p120"/>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4" name="Google Shape;3274;p120"/>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5" name="Google Shape;3275;p120"/>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6" name="Google Shape;3276;p120"/>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7" name="Google Shape;3277;p120"/>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8" name="Google Shape;3278;p120"/>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9" name="Google Shape;3279;p120"/>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0" name="Google Shape;3280;p120"/>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1" name="Google Shape;3281;p120"/>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2" name="Google Shape;3282;p120"/>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83" name="Google Shape;3283;p120"/>
              <p:cNvGrpSpPr/>
              <p:nvPr/>
            </p:nvGrpSpPr>
            <p:grpSpPr>
              <a:xfrm>
                <a:off x="10004774" y="1374362"/>
                <a:ext cx="604932" cy="303466"/>
                <a:chOff x="10004774" y="1374362"/>
                <a:chExt cx="604932" cy="303466"/>
              </a:xfrm>
            </p:grpSpPr>
            <p:sp>
              <p:nvSpPr>
                <p:cNvPr id="3284" name="Google Shape;3284;p120"/>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5" name="Google Shape;3285;p120"/>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6" name="Google Shape;3286;p120"/>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7" name="Google Shape;3287;p120"/>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8" name="Google Shape;3288;p120"/>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9" name="Google Shape;3289;p120"/>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0" name="Google Shape;3290;p120"/>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1" name="Google Shape;3291;p120"/>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92" name="Google Shape;3292;p120"/>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3" name="Google Shape;3293;p120"/>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94" name="Google Shape;3294;p120"/>
            <p:cNvGrpSpPr/>
            <p:nvPr/>
          </p:nvGrpSpPr>
          <p:grpSpPr>
            <a:xfrm>
              <a:off x="6717319" y="354723"/>
              <a:ext cx="656533" cy="799751"/>
              <a:chOff x="9097899" y="793051"/>
              <a:chExt cx="780287" cy="950500"/>
            </a:xfrm>
          </p:grpSpPr>
          <p:grpSp>
            <p:nvGrpSpPr>
              <p:cNvPr id="3295" name="Google Shape;3295;p120"/>
              <p:cNvGrpSpPr/>
              <p:nvPr/>
            </p:nvGrpSpPr>
            <p:grpSpPr>
              <a:xfrm>
                <a:off x="9118758" y="814006"/>
                <a:ext cx="747999" cy="918020"/>
                <a:chOff x="9118758" y="814006"/>
                <a:chExt cx="747999" cy="918020"/>
              </a:xfrm>
            </p:grpSpPr>
            <p:sp>
              <p:nvSpPr>
                <p:cNvPr id="3296" name="Google Shape;3296;p120"/>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7" name="Google Shape;3297;p120"/>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8" name="Google Shape;3298;p120"/>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9" name="Google Shape;3299;p120"/>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00" name="Google Shape;3300;p120"/>
              <p:cNvGrpSpPr/>
              <p:nvPr/>
            </p:nvGrpSpPr>
            <p:grpSpPr>
              <a:xfrm>
                <a:off x="9097899" y="793051"/>
                <a:ext cx="780287" cy="950500"/>
                <a:chOff x="9097899" y="793051"/>
                <a:chExt cx="780287" cy="950500"/>
              </a:xfrm>
            </p:grpSpPr>
            <p:grpSp>
              <p:nvGrpSpPr>
                <p:cNvPr id="3301" name="Google Shape;3301;p120"/>
                <p:cNvGrpSpPr/>
                <p:nvPr/>
              </p:nvGrpSpPr>
              <p:grpSpPr>
                <a:xfrm>
                  <a:off x="9097899" y="793051"/>
                  <a:ext cx="780287" cy="41909"/>
                  <a:chOff x="9097899" y="793051"/>
                  <a:chExt cx="780287" cy="41909"/>
                </a:xfrm>
              </p:grpSpPr>
              <p:sp>
                <p:nvSpPr>
                  <p:cNvPr id="3302" name="Google Shape;3302;p120"/>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3" name="Google Shape;3303;p120"/>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4" name="Google Shape;3304;p120"/>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05" name="Google Shape;3305;p120"/>
                <p:cNvGrpSpPr/>
                <p:nvPr/>
              </p:nvGrpSpPr>
              <p:grpSpPr>
                <a:xfrm>
                  <a:off x="9097899" y="1247298"/>
                  <a:ext cx="780287" cy="41910"/>
                  <a:chOff x="9097899" y="1247298"/>
                  <a:chExt cx="780287" cy="41910"/>
                </a:xfrm>
              </p:grpSpPr>
              <p:sp>
                <p:nvSpPr>
                  <p:cNvPr id="3306" name="Google Shape;3306;p120"/>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7" name="Google Shape;3307;p120"/>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08" name="Google Shape;3308;p120"/>
                <p:cNvGrpSpPr/>
                <p:nvPr/>
              </p:nvGrpSpPr>
              <p:grpSpPr>
                <a:xfrm>
                  <a:off x="9097899" y="1701641"/>
                  <a:ext cx="780287" cy="41910"/>
                  <a:chOff x="9097899" y="1701641"/>
                  <a:chExt cx="780287" cy="41910"/>
                </a:xfrm>
              </p:grpSpPr>
              <p:sp>
                <p:nvSpPr>
                  <p:cNvPr id="3309" name="Google Shape;3309;p120"/>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0" name="Google Shape;3310;p120"/>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1" name="Google Shape;3311;p120"/>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3312" name="Google Shape;3312;p120"/>
            <p:cNvGrpSpPr/>
            <p:nvPr/>
          </p:nvGrpSpPr>
          <p:grpSpPr>
            <a:xfrm>
              <a:off x="7074117" y="956519"/>
              <a:ext cx="215826" cy="125825"/>
              <a:chOff x="9521952" y="1508283"/>
              <a:chExt cx="256508" cy="149542"/>
            </a:xfrm>
          </p:grpSpPr>
          <p:sp>
            <p:nvSpPr>
              <p:cNvPr id="3313" name="Google Shape;3313;p120"/>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14" name="Google Shape;3314;p120"/>
              <p:cNvGrpSpPr/>
              <p:nvPr/>
            </p:nvGrpSpPr>
            <p:grpSpPr>
              <a:xfrm>
                <a:off x="9556578" y="1534618"/>
                <a:ext cx="183763" cy="98921"/>
                <a:chOff x="9556578" y="1534618"/>
                <a:chExt cx="183763" cy="98921"/>
              </a:xfrm>
            </p:grpSpPr>
            <p:grpSp>
              <p:nvGrpSpPr>
                <p:cNvPr id="3315" name="Google Shape;3315;p120"/>
                <p:cNvGrpSpPr/>
                <p:nvPr/>
              </p:nvGrpSpPr>
              <p:grpSpPr>
                <a:xfrm>
                  <a:off x="9645396" y="1536115"/>
                  <a:ext cx="94945" cy="94946"/>
                  <a:chOff x="9645396" y="1536115"/>
                  <a:chExt cx="94945" cy="94946"/>
                </a:xfrm>
              </p:grpSpPr>
              <p:sp>
                <p:nvSpPr>
                  <p:cNvPr id="3316" name="Google Shape;3316;p120"/>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7" name="Google Shape;3317;p120"/>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18" name="Google Shape;3318;p120"/>
                <p:cNvGrpSpPr/>
                <p:nvPr/>
              </p:nvGrpSpPr>
              <p:grpSpPr>
                <a:xfrm>
                  <a:off x="9556578" y="1534618"/>
                  <a:ext cx="98773" cy="98921"/>
                  <a:chOff x="9556578" y="1534618"/>
                  <a:chExt cx="98773" cy="98921"/>
                </a:xfrm>
              </p:grpSpPr>
              <p:sp>
                <p:nvSpPr>
                  <p:cNvPr id="3319" name="Google Shape;3319;p120"/>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0" name="Google Shape;3320;p120"/>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3321" name="Shape 3321"/>
        <p:cNvGrpSpPr/>
        <p:nvPr/>
      </p:nvGrpSpPr>
      <p:grpSpPr>
        <a:xfrm>
          <a:off x="0" y="0"/>
          <a:ext cx="0" cy="0"/>
          <a:chOff x="0" y="0"/>
          <a:chExt cx="0" cy="0"/>
        </a:xfrm>
      </p:grpSpPr>
    </p:spTree>
  </p:cSld>
  <p:clrMapOvr>
    <a:masterClrMapping/>
  </p:clrMapOvr>
</p:sldLayout>
</file>

<file path=ppt/slideLayouts/slideLayout1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3322" name="Shape 3322"/>
        <p:cNvGrpSpPr/>
        <p:nvPr/>
      </p:nvGrpSpPr>
      <p:grpSpPr>
        <a:xfrm>
          <a:off x="0" y="0"/>
          <a:ext cx="0" cy="0"/>
          <a:chOff x="0" y="0"/>
          <a:chExt cx="0" cy="0"/>
        </a:xfrm>
      </p:grpSpPr>
      <p:sp>
        <p:nvSpPr>
          <p:cNvPr id="3323" name="Google Shape;3323;p1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324" name="Google Shape;3324;p122"/>
          <p:cNvSpPr txBox="1"/>
          <p:nvPr>
            <p:ph hasCustomPrompt="1" idx="2" type="title"/>
          </p:nvPr>
        </p:nvSpPr>
        <p:spPr>
          <a:xfrm>
            <a:off x="110097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3325" name="Google Shape;3325;p122"/>
          <p:cNvSpPr txBox="1"/>
          <p:nvPr>
            <p:ph hasCustomPrompt="1" idx="3" type="title"/>
          </p:nvPr>
        </p:nvSpPr>
        <p:spPr>
          <a:xfrm>
            <a:off x="110097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3326" name="Google Shape;3326;p122"/>
          <p:cNvSpPr txBox="1"/>
          <p:nvPr>
            <p:ph hasCustomPrompt="1" idx="4" type="title"/>
          </p:nvPr>
        </p:nvSpPr>
        <p:spPr>
          <a:xfrm>
            <a:off x="3419250"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3327" name="Google Shape;3327;p122"/>
          <p:cNvSpPr txBox="1"/>
          <p:nvPr>
            <p:ph hasCustomPrompt="1" idx="5" type="title"/>
          </p:nvPr>
        </p:nvSpPr>
        <p:spPr>
          <a:xfrm>
            <a:off x="3419250"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3328" name="Google Shape;3328;p122"/>
          <p:cNvSpPr txBox="1"/>
          <p:nvPr>
            <p:ph hasCustomPrompt="1" idx="6" type="title"/>
          </p:nvPr>
        </p:nvSpPr>
        <p:spPr>
          <a:xfrm>
            <a:off x="573752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3329" name="Google Shape;3329;p122"/>
          <p:cNvSpPr txBox="1"/>
          <p:nvPr>
            <p:ph hasCustomPrompt="1" idx="7" type="title"/>
          </p:nvPr>
        </p:nvSpPr>
        <p:spPr>
          <a:xfrm>
            <a:off x="573752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3330" name="Google Shape;3330;p122"/>
          <p:cNvSpPr txBox="1"/>
          <p:nvPr>
            <p:ph idx="1" type="subTitle"/>
          </p:nvPr>
        </p:nvSpPr>
        <p:spPr>
          <a:xfrm>
            <a:off x="110097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331" name="Google Shape;3331;p122"/>
          <p:cNvSpPr txBox="1"/>
          <p:nvPr>
            <p:ph idx="8" type="subTitle"/>
          </p:nvPr>
        </p:nvSpPr>
        <p:spPr>
          <a:xfrm>
            <a:off x="3419250"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332" name="Google Shape;3332;p122"/>
          <p:cNvSpPr txBox="1"/>
          <p:nvPr>
            <p:ph idx="9" type="subTitle"/>
          </p:nvPr>
        </p:nvSpPr>
        <p:spPr>
          <a:xfrm>
            <a:off x="573752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333" name="Google Shape;3333;p122"/>
          <p:cNvSpPr txBox="1"/>
          <p:nvPr>
            <p:ph idx="13" type="subTitle"/>
          </p:nvPr>
        </p:nvSpPr>
        <p:spPr>
          <a:xfrm>
            <a:off x="110097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334" name="Google Shape;3334;p122"/>
          <p:cNvSpPr txBox="1"/>
          <p:nvPr>
            <p:ph idx="14" type="subTitle"/>
          </p:nvPr>
        </p:nvSpPr>
        <p:spPr>
          <a:xfrm>
            <a:off x="3419250"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335" name="Google Shape;3335;p122"/>
          <p:cNvSpPr txBox="1"/>
          <p:nvPr>
            <p:ph idx="15" type="subTitle"/>
          </p:nvPr>
        </p:nvSpPr>
        <p:spPr>
          <a:xfrm>
            <a:off x="573752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336" name="Google Shape;3336;p122"/>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122"/>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38" name="Google Shape;3338;p122"/>
          <p:cNvGrpSpPr/>
          <p:nvPr/>
        </p:nvGrpSpPr>
        <p:grpSpPr>
          <a:xfrm>
            <a:off x="8114970" y="266839"/>
            <a:ext cx="829992" cy="750888"/>
            <a:chOff x="8114596" y="445039"/>
            <a:chExt cx="633002" cy="572716"/>
          </a:xfrm>
        </p:grpSpPr>
        <p:grpSp>
          <p:nvGrpSpPr>
            <p:cNvPr id="3339" name="Google Shape;3339;p122"/>
            <p:cNvGrpSpPr/>
            <p:nvPr/>
          </p:nvGrpSpPr>
          <p:grpSpPr>
            <a:xfrm>
              <a:off x="8114596" y="445039"/>
              <a:ext cx="633002" cy="572716"/>
              <a:chOff x="7189660" y="520827"/>
              <a:chExt cx="598074" cy="541115"/>
            </a:xfrm>
          </p:grpSpPr>
          <p:sp>
            <p:nvSpPr>
              <p:cNvPr id="3340" name="Google Shape;3340;p122"/>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41" name="Google Shape;3341;p122"/>
              <p:cNvGrpSpPr/>
              <p:nvPr/>
            </p:nvGrpSpPr>
            <p:grpSpPr>
              <a:xfrm>
                <a:off x="7579137" y="551973"/>
                <a:ext cx="164782" cy="41529"/>
                <a:chOff x="7579137" y="551973"/>
                <a:chExt cx="164782" cy="41529"/>
              </a:xfrm>
            </p:grpSpPr>
            <p:sp>
              <p:nvSpPr>
                <p:cNvPr id="3342" name="Google Shape;3342;p122"/>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3" name="Google Shape;3343;p122"/>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4" name="Google Shape;3344;p122"/>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345" name="Google Shape;3345;p122"/>
            <p:cNvGrpSpPr/>
            <p:nvPr/>
          </p:nvGrpSpPr>
          <p:grpSpPr>
            <a:xfrm>
              <a:off x="8184962" y="619646"/>
              <a:ext cx="498115" cy="257273"/>
              <a:chOff x="7256144" y="685800"/>
              <a:chExt cx="470630" cy="243077"/>
            </a:xfrm>
          </p:grpSpPr>
          <p:sp>
            <p:nvSpPr>
              <p:cNvPr id="3346" name="Google Shape;3346;p122"/>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47" name="Google Shape;3347;p122"/>
              <p:cNvGrpSpPr/>
              <p:nvPr/>
            </p:nvGrpSpPr>
            <p:grpSpPr>
              <a:xfrm>
                <a:off x="7512843" y="685800"/>
                <a:ext cx="213931" cy="243077"/>
                <a:chOff x="7512843" y="685800"/>
                <a:chExt cx="213931" cy="243077"/>
              </a:xfrm>
            </p:grpSpPr>
            <p:grpSp>
              <p:nvGrpSpPr>
                <p:cNvPr id="3348" name="Google Shape;3348;p122"/>
                <p:cNvGrpSpPr/>
                <p:nvPr/>
              </p:nvGrpSpPr>
              <p:grpSpPr>
                <a:xfrm>
                  <a:off x="7512843" y="836580"/>
                  <a:ext cx="213931" cy="92297"/>
                  <a:chOff x="7512843" y="836580"/>
                  <a:chExt cx="213931" cy="92297"/>
                </a:xfrm>
              </p:grpSpPr>
              <p:sp>
                <p:nvSpPr>
                  <p:cNvPr id="3349" name="Google Shape;3349;p122"/>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0" name="Google Shape;3350;p122"/>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51" name="Google Shape;3351;p122"/>
                <p:cNvGrpSpPr/>
                <p:nvPr/>
              </p:nvGrpSpPr>
              <p:grpSpPr>
                <a:xfrm>
                  <a:off x="7512843" y="761238"/>
                  <a:ext cx="213931" cy="92296"/>
                  <a:chOff x="7512843" y="761238"/>
                  <a:chExt cx="213931" cy="92296"/>
                </a:xfrm>
              </p:grpSpPr>
              <p:sp>
                <p:nvSpPr>
                  <p:cNvPr id="3352" name="Google Shape;3352;p122"/>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3" name="Google Shape;3353;p122"/>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54" name="Google Shape;3354;p122"/>
                <p:cNvGrpSpPr/>
                <p:nvPr/>
              </p:nvGrpSpPr>
              <p:grpSpPr>
                <a:xfrm>
                  <a:off x="7512843" y="685800"/>
                  <a:ext cx="213931" cy="92297"/>
                  <a:chOff x="7512843" y="685800"/>
                  <a:chExt cx="213931" cy="92297"/>
                </a:xfrm>
              </p:grpSpPr>
              <p:sp>
                <p:nvSpPr>
                  <p:cNvPr id="3355" name="Google Shape;3355;p122"/>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6" name="Google Shape;3356;p122"/>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
        <p:nvSpPr>
          <p:cNvPr id="3357" name="Google Shape;3357;p122"/>
          <p:cNvSpPr/>
          <p:nvPr/>
        </p:nvSpPr>
        <p:spPr>
          <a:xfrm>
            <a:off x="62832" y="4828541"/>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58" name="Google Shape;3358;p122"/>
          <p:cNvGrpSpPr/>
          <p:nvPr/>
        </p:nvGrpSpPr>
        <p:grpSpPr>
          <a:xfrm>
            <a:off x="103395" y="3891186"/>
            <a:ext cx="668783" cy="959747"/>
            <a:chOff x="10519314" y="4728596"/>
            <a:chExt cx="751780" cy="1078731"/>
          </a:xfrm>
        </p:grpSpPr>
        <p:grpSp>
          <p:nvGrpSpPr>
            <p:cNvPr id="3359" name="Google Shape;3359;p122"/>
            <p:cNvGrpSpPr/>
            <p:nvPr/>
          </p:nvGrpSpPr>
          <p:grpSpPr>
            <a:xfrm>
              <a:off x="10519314" y="4728596"/>
              <a:ext cx="626662" cy="1078731"/>
              <a:chOff x="10519314" y="4728596"/>
              <a:chExt cx="626662" cy="1078731"/>
            </a:xfrm>
          </p:grpSpPr>
          <p:grpSp>
            <p:nvGrpSpPr>
              <p:cNvPr id="3360" name="Google Shape;3360;p122"/>
              <p:cNvGrpSpPr/>
              <p:nvPr/>
            </p:nvGrpSpPr>
            <p:grpSpPr>
              <a:xfrm>
                <a:off x="10903220" y="4888205"/>
                <a:ext cx="242756" cy="919122"/>
                <a:chOff x="10903220" y="4888205"/>
                <a:chExt cx="242756" cy="919122"/>
              </a:xfrm>
            </p:grpSpPr>
            <p:sp>
              <p:nvSpPr>
                <p:cNvPr id="3361" name="Google Shape;3361;p122"/>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2" name="Google Shape;3362;p122"/>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3" name="Google Shape;3363;p122"/>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64" name="Google Shape;3364;p122"/>
                <p:cNvGrpSpPr/>
                <p:nvPr/>
              </p:nvGrpSpPr>
              <p:grpSpPr>
                <a:xfrm>
                  <a:off x="11014221" y="5588618"/>
                  <a:ext cx="100021" cy="114784"/>
                  <a:chOff x="11014221" y="5588618"/>
                  <a:chExt cx="100021" cy="114784"/>
                </a:xfrm>
              </p:grpSpPr>
              <p:sp>
                <p:nvSpPr>
                  <p:cNvPr id="3365" name="Google Shape;3365;p122"/>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6" name="Google Shape;3366;p122"/>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7" name="Google Shape;3367;p122"/>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8" name="Google Shape;3368;p122"/>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369" name="Google Shape;3369;p122"/>
              <p:cNvGrpSpPr/>
              <p:nvPr/>
            </p:nvGrpSpPr>
            <p:grpSpPr>
              <a:xfrm>
                <a:off x="10718623" y="4728596"/>
                <a:ext cx="229169" cy="1075979"/>
                <a:chOff x="10718623" y="4728596"/>
                <a:chExt cx="229169" cy="1075979"/>
              </a:xfrm>
            </p:grpSpPr>
            <p:sp>
              <p:nvSpPr>
                <p:cNvPr id="3370" name="Google Shape;3370;p122"/>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1" name="Google Shape;3371;p122"/>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72" name="Google Shape;3372;p122"/>
                <p:cNvGrpSpPr/>
                <p:nvPr/>
              </p:nvGrpSpPr>
              <p:grpSpPr>
                <a:xfrm>
                  <a:off x="10765015" y="5040134"/>
                  <a:ext cx="116314" cy="49775"/>
                  <a:chOff x="10765015" y="5040134"/>
                  <a:chExt cx="116314" cy="49775"/>
                </a:xfrm>
              </p:grpSpPr>
              <p:sp>
                <p:nvSpPr>
                  <p:cNvPr id="3373" name="Google Shape;3373;p122"/>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4" name="Google Shape;3374;p122"/>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75" name="Google Shape;3375;p122"/>
                <p:cNvGrpSpPr/>
                <p:nvPr/>
              </p:nvGrpSpPr>
              <p:grpSpPr>
                <a:xfrm>
                  <a:off x="10784825" y="5436314"/>
                  <a:ext cx="116414" cy="49961"/>
                  <a:chOff x="10784825" y="5436314"/>
                  <a:chExt cx="116414" cy="49961"/>
                </a:xfrm>
              </p:grpSpPr>
              <p:sp>
                <p:nvSpPr>
                  <p:cNvPr id="3376" name="Google Shape;3376;p122"/>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7" name="Google Shape;3377;p122"/>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378" name="Google Shape;3378;p122"/>
              <p:cNvGrpSpPr/>
              <p:nvPr/>
            </p:nvGrpSpPr>
            <p:grpSpPr>
              <a:xfrm>
                <a:off x="10519314" y="4813458"/>
                <a:ext cx="202120" cy="992123"/>
                <a:chOff x="10519314" y="4813458"/>
                <a:chExt cx="202120" cy="992123"/>
              </a:xfrm>
            </p:grpSpPr>
            <p:sp>
              <p:nvSpPr>
                <p:cNvPr id="3379" name="Google Shape;3379;p122"/>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0" name="Google Shape;3380;p122"/>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81" name="Google Shape;3381;p122"/>
                <p:cNvGrpSpPr/>
                <p:nvPr/>
              </p:nvGrpSpPr>
              <p:grpSpPr>
                <a:xfrm>
                  <a:off x="10556176" y="5465730"/>
                  <a:ext cx="128397" cy="44196"/>
                  <a:chOff x="10556176" y="5465730"/>
                  <a:chExt cx="128397" cy="44196"/>
                </a:xfrm>
              </p:grpSpPr>
              <p:sp>
                <p:nvSpPr>
                  <p:cNvPr id="3382" name="Google Shape;3382;p122"/>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3" name="Google Shape;3383;p122"/>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84" name="Google Shape;3384;p122"/>
                <p:cNvGrpSpPr/>
                <p:nvPr/>
              </p:nvGrpSpPr>
              <p:grpSpPr>
                <a:xfrm>
                  <a:off x="10556176" y="5689187"/>
                  <a:ext cx="128397" cy="44196"/>
                  <a:chOff x="10556176" y="5689187"/>
                  <a:chExt cx="128397" cy="44196"/>
                </a:xfrm>
              </p:grpSpPr>
              <p:sp>
                <p:nvSpPr>
                  <p:cNvPr id="3385" name="Google Shape;3385;p122"/>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6" name="Google Shape;3386;p122"/>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3387" name="Google Shape;3387;p122"/>
            <p:cNvGrpSpPr/>
            <p:nvPr/>
          </p:nvGrpSpPr>
          <p:grpSpPr>
            <a:xfrm>
              <a:off x="11058042" y="5088325"/>
              <a:ext cx="213052" cy="717953"/>
              <a:chOff x="11058042" y="5088325"/>
              <a:chExt cx="213052" cy="717953"/>
            </a:xfrm>
          </p:grpSpPr>
          <p:sp>
            <p:nvSpPr>
              <p:cNvPr id="3388" name="Google Shape;3388;p122"/>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9" name="Google Shape;3389;p122"/>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390" name="Google Shape;3390;p122"/>
          <p:cNvGrpSpPr/>
          <p:nvPr/>
        </p:nvGrpSpPr>
        <p:grpSpPr>
          <a:xfrm>
            <a:off x="150676" y="2823493"/>
            <a:ext cx="516117" cy="779220"/>
            <a:chOff x="10572463" y="3528536"/>
            <a:chExt cx="580168" cy="875823"/>
          </a:xfrm>
        </p:grpSpPr>
        <p:grpSp>
          <p:nvGrpSpPr>
            <p:cNvPr id="3391" name="Google Shape;3391;p122"/>
            <p:cNvGrpSpPr/>
            <p:nvPr/>
          </p:nvGrpSpPr>
          <p:grpSpPr>
            <a:xfrm>
              <a:off x="10713815" y="3528536"/>
              <a:ext cx="438816" cy="746664"/>
              <a:chOff x="10713815" y="3528536"/>
              <a:chExt cx="438816" cy="746664"/>
            </a:xfrm>
          </p:grpSpPr>
          <p:sp>
            <p:nvSpPr>
              <p:cNvPr id="3392" name="Google Shape;3392;p122"/>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93" name="Google Shape;3393;p122"/>
              <p:cNvGrpSpPr/>
              <p:nvPr/>
            </p:nvGrpSpPr>
            <p:grpSpPr>
              <a:xfrm>
                <a:off x="10776489" y="3625310"/>
                <a:ext cx="313848" cy="288226"/>
                <a:chOff x="10776489" y="3625310"/>
                <a:chExt cx="313848" cy="288226"/>
              </a:xfrm>
            </p:grpSpPr>
            <p:sp>
              <p:nvSpPr>
                <p:cNvPr id="3394" name="Google Shape;3394;p122"/>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5" name="Google Shape;3395;p122"/>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6" name="Google Shape;3396;p122"/>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7" name="Google Shape;3397;p122"/>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8" name="Google Shape;3398;p122"/>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9" name="Google Shape;3399;p122"/>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00" name="Google Shape;3400;p122"/>
              <p:cNvGrpSpPr/>
              <p:nvPr/>
            </p:nvGrpSpPr>
            <p:grpSpPr>
              <a:xfrm>
                <a:off x="10776489" y="3999547"/>
                <a:ext cx="313848" cy="181546"/>
                <a:chOff x="10776489" y="3999547"/>
                <a:chExt cx="313848" cy="181546"/>
              </a:xfrm>
            </p:grpSpPr>
            <p:sp>
              <p:nvSpPr>
                <p:cNvPr id="3401" name="Google Shape;3401;p122"/>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2" name="Google Shape;3402;p122"/>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3" name="Google Shape;3403;p122"/>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4" name="Google Shape;3404;p122"/>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405" name="Google Shape;3405;p122"/>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06" name="Google Shape;3406;p122"/>
            <p:cNvGrpSpPr/>
            <p:nvPr/>
          </p:nvGrpSpPr>
          <p:grpSpPr>
            <a:xfrm>
              <a:off x="10572463" y="3657790"/>
              <a:ext cx="438817" cy="746569"/>
              <a:chOff x="10572463" y="3657790"/>
              <a:chExt cx="438817" cy="746569"/>
            </a:xfrm>
          </p:grpSpPr>
          <p:sp>
            <p:nvSpPr>
              <p:cNvPr id="3407" name="Google Shape;3407;p122"/>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408" name="Google Shape;3408;p122"/>
              <p:cNvGrpSpPr/>
              <p:nvPr/>
            </p:nvGrpSpPr>
            <p:grpSpPr>
              <a:xfrm>
                <a:off x="10635138" y="3754469"/>
                <a:ext cx="313848" cy="288321"/>
                <a:chOff x="10635138" y="3754469"/>
                <a:chExt cx="313848" cy="288321"/>
              </a:xfrm>
            </p:grpSpPr>
            <p:sp>
              <p:nvSpPr>
                <p:cNvPr id="3409" name="Google Shape;3409;p122"/>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0" name="Google Shape;3410;p122"/>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1" name="Google Shape;3411;p122"/>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2" name="Google Shape;3412;p122"/>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3" name="Google Shape;3413;p122"/>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4" name="Google Shape;3414;p122"/>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15" name="Google Shape;3415;p122"/>
              <p:cNvGrpSpPr/>
              <p:nvPr/>
            </p:nvGrpSpPr>
            <p:grpSpPr>
              <a:xfrm>
                <a:off x="10635138" y="4128801"/>
                <a:ext cx="313848" cy="181547"/>
                <a:chOff x="10635138" y="4128801"/>
                <a:chExt cx="313848" cy="181547"/>
              </a:xfrm>
            </p:grpSpPr>
            <p:sp>
              <p:nvSpPr>
                <p:cNvPr id="3416" name="Google Shape;3416;p122"/>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7" name="Google Shape;3417;p122"/>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8" name="Google Shape;3418;p122"/>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9" name="Google Shape;3419;p122"/>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420" name="Google Shape;3420;p122"/>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421" name="Google Shape;3421;p122"/>
          <p:cNvGrpSpPr/>
          <p:nvPr/>
        </p:nvGrpSpPr>
        <p:grpSpPr>
          <a:xfrm>
            <a:off x="361835" y="3601018"/>
            <a:ext cx="22030" cy="294484"/>
            <a:chOff x="10809827" y="4402455"/>
            <a:chExt cx="24764" cy="330993"/>
          </a:xfrm>
        </p:grpSpPr>
        <p:sp>
          <p:nvSpPr>
            <p:cNvPr id="3422" name="Google Shape;3422;p122"/>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3" name="Google Shape;3423;p122"/>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4" name="Google Shape;3424;p122"/>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3425" name="Shape 3425"/>
        <p:cNvGrpSpPr/>
        <p:nvPr/>
      </p:nvGrpSpPr>
      <p:grpSpPr>
        <a:xfrm>
          <a:off x="0" y="0"/>
          <a:ext cx="0" cy="0"/>
          <a:chOff x="0" y="0"/>
          <a:chExt cx="0" cy="0"/>
        </a:xfrm>
      </p:grpSpPr>
      <p:sp>
        <p:nvSpPr>
          <p:cNvPr id="3426" name="Google Shape;3426;p123"/>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427" name="Google Shape;3427;p123"/>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3428" name="Google Shape;3428;p123"/>
          <p:cNvSpPr/>
          <p:nvPr>
            <p:ph idx="2" type="pic"/>
          </p:nvPr>
        </p:nvSpPr>
        <p:spPr>
          <a:xfrm>
            <a:off x="5668975" y="1076550"/>
            <a:ext cx="2990400" cy="2990400"/>
          </a:xfrm>
          <a:prstGeom prst="roundRect">
            <a:avLst>
              <a:gd fmla="val 16667" name="adj"/>
            </a:avLst>
          </a:prstGeom>
          <a:noFill/>
          <a:ln>
            <a:noFill/>
          </a:ln>
        </p:spPr>
      </p:sp>
      <p:sp>
        <p:nvSpPr>
          <p:cNvPr id="3429" name="Google Shape;3429;p123"/>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23"/>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31" name="Google Shape;3431;p123"/>
          <p:cNvGrpSpPr/>
          <p:nvPr/>
        </p:nvGrpSpPr>
        <p:grpSpPr>
          <a:xfrm>
            <a:off x="65066" y="4373044"/>
            <a:ext cx="878158" cy="654532"/>
            <a:chOff x="1114425" y="4361211"/>
            <a:chExt cx="573023" cy="427101"/>
          </a:xfrm>
        </p:grpSpPr>
        <p:grpSp>
          <p:nvGrpSpPr>
            <p:cNvPr id="3432" name="Google Shape;3432;p123"/>
            <p:cNvGrpSpPr/>
            <p:nvPr/>
          </p:nvGrpSpPr>
          <p:grpSpPr>
            <a:xfrm>
              <a:off x="1114425" y="4361211"/>
              <a:ext cx="573023" cy="427101"/>
              <a:chOff x="1114425" y="4361211"/>
              <a:chExt cx="573023" cy="427101"/>
            </a:xfrm>
          </p:grpSpPr>
          <p:sp>
            <p:nvSpPr>
              <p:cNvPr id="3433" name="Google Shape;3433;p123"/>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4" name="Google Shape;3434;p123"/>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5" name="Google Shape;3435;p123"/>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436" name="Google Shape;3436;p123"/>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_1">
    <p:spTree>
      <p:nvGrpSpPr>
        <p:cNvPr id="3437" name="Shape 3437"/>
        <p:cNvGrpSpPr/>
        <p:nvPr/>
      </p:nvGrpSpPr>
      <p:grpSpPr>
        <a:xfrm>
          <a:off x="0" y="0"/>
          <a:ext cx="0" cy="0"/>
          <a:chOff x="0" y="0"/>
          <a:chExt cx="0" cy="0"/>
        </a:xfrm>
      </p:grpSpPr>
      <p:sp>
        <p:nvSpPr>
          <p:cNvPr id="3438" name="Google Shape;3438;p124"/>
          <p:cNvSpPr txBox="1"/>
          <p:nvPr>
            <p:ph type="title"/>
          </p:nvPr>
        </p:nvSpPr>
        <p:spPr>
          <a:xfrm>
            <a:off x="2013850" y="841075"/>
            <a:ext cx="5116200" cy="13905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sz="4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439" name="Google Shape;3439;p124"/>
          <p:cNvSpPr txBox="1"/>
          <p:nvPr>
            <p:ph idx="1" type="subTitle"/>
          </p:nvPr>
        </p:nvSpPr>
        <p:spPr>
          <a:xfrm>
            <a:off x="2013850" y="2231525"/>
            <a:ext cx="51162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3440" name="Google Shape;3440;p124"/>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41" name="Google Shape;3441;p124"/>
          <p:cNvGrpSpPr/>
          <p:nvPr/>
        </p:nvGrpSpPr>
        <p:grpSpPr>
          <a:xfrm flipH="1">
            <a:off x="683048" y="4696520"/>
            <a:ext cx="325927" cy="404808"/>
            <a:chOff x="7385113" y="1535430"/>
            <a:chExt cx="435673" cy="541115"/>
          </a:xfrm>
        </p:grpSpPr>
        <p:sp>
          <p:nvSpPr>
            <p:cNvPr id="3442" name="Google Shape;3442;p124"/>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443" name="Google Shape;3443;p124"/>
            <p:cNvGrpSpPr/>
            <p:nvPr/>
          </p:nvGrpSpPr>
          <p:grpSpPr>
            <a:xfrm>
              <a:off x="7612094" y="1566576"/>
              <a:ext cx="164781" cy="41529"/>
              <a:chOff x="7612094" y="1566576"/>
              <a:chExt cx="164781" cy="41529"/>
            </a:xfrm>
          </p:grpSpPr>
          <p:sp>
            <p:nvSpPr>
              <p:cNvPr id="3444" name="Google Shape;3444;p124"/>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5" name="Google Shape;3445;p124"/>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6" name="Google Shape;3446;p124"/>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447" name="Google Shape;3447;p124"/>
          <p:cNvGrpSpPr/>
          <p:nvPr/>
        </p:nvGrpSpPr>
        <p:grpSpPr>
          <a:xfrm flipH="1">
            <a:off x="713902" y="4774546"/>
            <a:ext cx="268636" cy="280965"/>
            <a:chOff x="7420451" y="1639728"/>
            <a:chExt cx="359091" cy="375571"/>
          </a:xfrm>
        </p:grpSpPr>
        <p:sp>
          <p:nvSpPr>
            <p:cNvPr id="3448" name="Google Shape;3448;p124"/>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9" name="Google Shape;3449;p124"/>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50" name="Google Shape;3450;p124"/>
          <p:cNvGrpSpPr/>
          <p:nvPr/>
        </p:nvGrpSpPr>
        <p:grpSpPr>
          <a:xfrm flipH="1">
            <a:off x="96200" y="4469347"/>
            <a:ext cx="355444" cy="644072"/>
            <a:chOff x="1945386" y="5582316"/>
            <a:chExt cx="470725" cy="852963"/>
          </a:xfrm>
        </p:grpSpPr>
        <p:grpSp>
          <p:nvGrpSpPr>
            <p:cNvPr id="3451" name="Google Shape;3451;p124"/>
            <p:cNvGrpSpPr/>
            <p:nvPr/>
          </p:nvGrpSpPr>
          <p:grpSpPr>
            <a:xfrm>
              <a:off x="1945386" y="5582316"/>
              <a:ext cx="470725" cy="852963"/>
              <a:chOff x="1945386" y="5582316"/>
              <a:chExt cx="470725" cy="852963"/>
            </a:xfrm>
          </p:grpSpPr>
          <p:sp>
            <p:nvSpPr>
              <p:cNvPr id="3452" name="Google Shape;3452;p124"/>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3" name="Google Shape;3453;p124"/>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454" name="Google Shape;3454;p124"/>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55" name="Google Shape;3455;p124"/>
          <p:cNvGrpSpPr/>
          <p:nvPr/>
        </p:nvGrpSpPr>
        <p:grpSpPr>
          <a:xfrm>
            <a:off x="7975988" y="116167"/>
            <a:ext cx="1061979" cy="558999"/>
            <a:chOff x="3859815" y="2867310"/>
            <a:chExt cx="1262157" cy="664368"/>
          </a:xfrm>
        </p:grpSpPr>
        <p:sp>
          <p:nvSpPr>
            <p:cNvPr id="3456" name="Google Shape;3456;p124"/>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457" name="Google Shape;3457;p124"/>
            <p:cNvGrpSpPr/>
            <p:nvPr/>
          </p:nvGrpSpPr>
          <p:grpSpPr>
            <a:xfrm>
              <a:off x="4275677" y="3065525"/>
              <a:ext cx="334517" cy="380047"/>
              <a:chOff x="4275677" y="3065525"/>
              <a:chExt cx="334517" cy="380047"/>
            </a:xfrm>
          </p:grpSpPr>
          <p:grpSp>
            <p:nvGrpSpPr>
              <p:cNvPr id="3458" name="Google Shape;3458;p124"/>
              <p:cNvGrpSpPr/>
              <p:nvPr/>
            </p:nvGrpSpPr>
            <p:grpSpPr>
              <a:xfrm>
                <a:off x="4275677" y="3065525"/>
                <a:ext cx="334517" cy="380047"/>
                <a:chOff x="4275677" y="3065525"/>
                <a:chExt cx="334517" cy="380047"/>
              </a:xfrm>
            </p:grpSpPr>
            <p:grpSp>
              <p:nvGrpSpPr>
                <p:cNvPr id="3459" name="Google Shape;3459;p124"/>
                <p:cNvGrpSpPr/>
                <p:nvPr/>
              </p:nvGrpSpPr>
              <p:grpSpPr>
                <a:xfrm>
                  <a:off x="4275677" y="3301269"/>
                  <a:ext cx="334422" cy="144303"/>
                  <a:chOff x="4275677" y="3301269"/>
                  <a:chExt cx="334422" cy="144303"/>
                </a:xfrm>
              </p:grpSpPr>
              <p:sp>
                <p:nvSpPr>
                  <p:cNvPr id="3460" name="Google Shape;3460;p124"/>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61" name="Google Shape;3461;p124"/>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62" name="Google Shape;3462;p124"/>
                <p:cNvGrpSpPr/>
                <p:nvPr/>
              </p:nvGrpSpPr>
              <p:grpSpPr>
                <a:xfrm>
                  <a:off x="4275677" y="3183350"/>
                  <a:ext cx="334422" cy="144302"/>
                  <a:chOff x="4275677" y="3183350"/>
                  <a:chExt cx="334422" cy="144302"/>
                </a:xfrm>
              </p:grpSpPr>
              <p:sp>
                <p:nvSpPr>
                  <p:cNvPr id="3463" name="Google Shape;3463;p124"/>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64" name="Google Shape;3464;p124"/>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65" name="Google Shape;3465;p124"/>
                <p:cNvGrpSpPr/>
                <p:nvPr/>
              </p:nvGrpSpPr>
              <p:grpSpPr>
                <a:xfrm>
                  <a:off x="4275677" y="3065525"/>
                  <a:ext cx="334517" cy="144303"/>
                  <a:chOff x="4275677" y="3065525"/>
                  <a:chExt cx="334517" cy="144303"/>
                </a:xfrm>
              </p:grpSpPr>
              <p:sp>
                <p:nvSpPr>
                  <p:cNvPr id="3466" name="Google Shape;3466;p124"/>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67" name="Google Shape;3467;p124"/>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468" name="Google Shape;3468;p124"/>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69" name="Google Shape;3469;p124"/>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0" name="Google Shape;3470;p124"/>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471" name="Google Shape;3471;p124"/>
          <p:cNvGrpSpPr/>
          <p:nvPr/>
        </p:nvGrpSpPr>
        <p:grpSpPr>
          <a:xfrm flipH="1" rot="5400000">
            <a:off x="557972" y="4696603"/>
            <a:ext cx="16329" cy="218290"/>
            <a:chOff x="10809827" y="4402455"/>
            <a:chExt cx="24764" cy="330993"/>
          </a:xfrm>
        </p:grpSpPr>
        <p:sp>
          <p:nvSpPr>
            <p:cNvPr id="3472" name="Google Shape;3472;p124"/>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3" name="Google Shape;3473;p124"/>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4" name="Google Shape;3474;p124"/>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475" name="Google Shape;3475;p124"/>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24"/>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3477" name="Shape 3477"/>
        <p:cNvGrpSpPr/>
        <p:nvPr/>
      </p:nvGrpSpPr>
      <p:grpSpPr>
        <a:xfrm>
          <a:off x="0" y="0"/>
          <a:ext cx="0" cy="0"/>
          <a:chOff x="0" y="0"/>
          <a:chExt cx="0" cy="0"/>
        </a:xfrm>
      </p:grpSpPr>
      <p:sp>
        <p:nvSpPr>
          <p:cNvPr id="3478" name="Google Shape;3478;p1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479" name="Google Shape;3479;p125"/>
          <p:cNvSpPr txBox="1"/>
          <p:nvPr>
            <p:ph idx="1" type="subTitle"/>
          </p:nvPr>
        </p:nvSpPr>
        <p:spPr>
          <a:xfrm>
            <a:off x="93762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480" name="Google Shape;3480;p125"/>
          <p:cNvSpPr txBox="1"/>
          <p:nvPr>
            <p:ph idx="2" type="subTitle"/>
          </p:nvPr>
        </p:nvSpPr>
        <p:spPr>
          <a:xfrm>
            <a:off x="3484347"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481" name="Google Shape;3481;p125"/>
          <p:cNvSpPr txBox="1"/>
          <p:nvPr>
            <p:ph idx="3" type="subTitle"/>
          </p:nvPr>
        </p:nvSpPr>
        <p:spPr>
          <a:xfrm>
            <a:off x="603107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482" name="Google Shape;3482;p125"/>
          <p:cNvSpPr txBox="1"/>
          <p:nvPr>
            <p:ph idx="4" type="subTitle"/>
          </p:nvPr>
        </p:nvSpPr>
        <p:spPr>
          <a:xfrm>
            <a:off x="93762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483" name="Google Shape;3483;p125"/>
          <p:cNvSpPr txBox="1"/>
          <p:nvPr>
            <p:ph idx="5" type="subTitle"/>
          </p:nvPr>
        </p:nvSpPr>
        <p:spPr>
          <a:xfrm>
            <a:off x="3484350"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484" name="Google Shape;3484;p125"/>
          <p:cNvSpPr txBox="1"/>
          <p:nvPr>
            <p:ph idx="6" type="subTitle"/>
          </p:nvPr>
        </p:nvSpPr>
        <p:spPr>
          <a:xfrm>
            <a:off x="603107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485" name="Google Shape;3485;p125"/>
          <p:cNvSpPr/>
          <p:nvPr/>
        </p:nvSpPr>
        <p:spPr>
          <a:xfrm flipH="1" rot="8800738">
            <a:off x="7902412" y="4181666"/>
            <a:ext cx="1680262" cy="1358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125"/>
          <p:cNvSpPr/>
          <p:nvPr/>
        </p:nvSpPr>
        <p:spPr>
          <a:xfrm flipH="1" rot="-8942362">
            <a:off x="-983149" y="4040244"/>
            <a:ext cx="2474148" cy="2000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25"/>
          <p:cNvSpPr/>
          <p:nvPr/>
        </p:nvSpPr>
        <p:spPr>
          <a:xfrm flipH="1" rot="1554271">
            <a:off x="7563507" y="-664049"/>
            <a:ext cx="2112334" cy="200257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25"/>
          <p:cNvSpPr/>
          <p:nvPr/>
        </p:nvSpPr>
        <p:spPr>
          <a:xfrm>
            <a:off x="62825" y="1725386"/>
            <a:ext cx="606206" cy="37384"/>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489" name="Google Shape;3489;p125"/>
          <p:cNvGrpSpPr/>
          <p:nvPr/>
        </p:nvGrpSpPr>
        <p:grpSpPr>
          <a:xfrm>
            <a:off x="96399" y="951293"/>
            <a:ext cx="552408" cy="792759"/>
            <a:chOff x="10519314" y="4728596"/>
            <a:chExt cx="751780" cy="1078731"/>
          </a:xfrm>
        </p:grpSpPr>
        <p:grpSp>
          <p:nvGrpSpPr>
            <p:cNvPr id="3490" name="Google Shape;3490;p125"/>
            <p:cNvGrpSpPr/>
            <p:nvPr/>
          </p:nvGrpSpPr>
          <p:grpSpPr>
            <a:xfrm>
              <a:off x="10519314" y="4728596"/>
              <a:ext cx="626662" cy="1078731"/>
              <a:chOff x="10519314" y="4728596"/>
              <a:chExt cx="626662" cy="1078731"/>
            </a:xfrm>
          </p:grpSpPr>
          <p:grpSp>
            <p:nvGrpSpPr>
              <p:cNvPr id="3491" name="Google Shape;3491;p125"/>
              <p:cNvGrpSpPr/>
              <p:nvPr/>
            </p:nvGrpSpPr>
            <p:grpSpPr>
              <a:xfrm>
                <a:off x="10903220" y="4888205"/>
                <a:ext cx="242756" cy="919122"/>
                <a:chOff x="10903220" y="4888205"/>
                <a:chExt cx="242756" cy="919122"/>
              </a:xfrm>
            </p:grpSpPr>
            <p:sp>
              <p:nvSpPr>
                <p:cNvPr id="3492" name="Google Shape;3492;p125"/>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93" name="Google Shape;3493;p125"/>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94" name="Google Shape;3494;p125"/>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495" name="Google Shape;3495;p125"/>
                <p:cNvGrpSpPr/>
                <p:nvPr/>
              </p:nvGrpSpPr>
              <p:grpSpPr>
                <a:xfrm>
                  <a:off x="11014221" y="5588618"/>
                  <a:ext cx="100021" cy="114784"/>
                  <a:chOff x="11014221" y="5588618"/>
                  <a:chExt cx="100021" cy="114784"/>
                </a:xfrm>
              </p:grpSpPr>
              <p:sp>
                <p:nvSpPr>
                  <p:cNvPr id="3496" name="Google Shape;3496;p125"/>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97" name="Google Shape;3497;p125"/>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98" name="Google Shape;3498;p125"/>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99" name="Google Shape;3499;p125"/>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500" name="Google Shape;3500;p125"/>
              <p:cNvGrpSpPr/>
              <p:nvPr/>
            </p:nvGrpSpPr>
            <p:grpSpPr>
              <a:xfrm>
                <a:off x="10718623" y="4728596"/>
                <a:ext cx="229169" cy="1075979"/>
                <a:chOff x="10718623" y="4728596"/>
                <a:chExt cx="229169" cy="1075979"/>
              </a:xfrm>
            </p:grpSpPr>
            <p:sp>
              <p:nvSpPr>
                <p:cNvPr id="3501" name="Google Shape;3501;p125"/>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02" name="Google Shape;3502;p125"/>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503" name="Google Shape;3503;p125"/>
                <p:cNvGrpSpPr/>
                <p:nvPr/>
              </p:nvGrpSpPr>
              <p:grpSpPr>
                <a:xfrm>
                  <a:off x="10765015" y="5040134"/>
                  <a:ext cx="116314" cy="49775"/>
                  <a:chOff x="10765015" y="5040134"/>
                  <a:chExt cx="116314" cy="49775"/>
                </a:xfrm>
              </p:grpSpPr>
              <p:sp>
                <p:nvSpPr>
                  <p:cNvPr id="3504" name="Google Shape;3504;p125"/>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05" name="Google Shape;3505;p125"/>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506" name="Google Shape;3506;p125"/>
                <p:cNvGrpSpPr/>
                <p:nvPr/>
              </p:nvGrpSpPr>
              <p:grpSpPr>
                <a:xfrm>
                  <a:off x="10784825" y="5436314"/>
                  <a:ext cx="116414" cy="49961"/>
                  <a:chOff x="10784825" y="5436314"/>
                  <a:chExt cx="116414" cy="49961"/>
                </a:xfrm>
              </p:grpSpPr>
              <p:sp>
                <p:nvSpPr>
                  <p:cNvPr id="3507" name="Google Shape;3507;p125"/>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08" name="Google Shape;3508;p125"/>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509" name="Google Shape;3509;p125"/>
              <p:cNvGrpSpPr/>
              <p:nvPr/>
            </p:nvGrpSpPr>
            <p:grpSpPr>
              <a:xfrm>
                <a:off x="10519314" y="4813458"/>
                <a:ext cx="202120" cy="992123"/>
                <a:chOff x="10519314" y="4813458"/>
                <a:chExt cx="202120" cy="992123"/>
              </a:xfrm>
            </p:grpSpPr>
            <p:sp>
              <p:nvSpPr>
                <p:cNvPr id="3510" name="Google Shape;3510;p125"/>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11" name="Google Shape;3511;p125"/>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512" name="Google Shape;3512;p125"/>
                <p:cNvGrpSpPr/>
                <p:nvPr/>
              </p:nvGrpSpPr>
              <p:grpSpPr>
                <a:xfrm>
                  <a:off x="10556176" y="5465730"/>
                  <a:ext cx="128397" cy="44196"/>
                  <a:chOff x="10556176" y="5465730"/>
                  <a:chExt cx="128397" cy="44196"/>
                </a:xfrm>
              </p:grpSpPr>
              <p:sp>
                <p:nvSpPr>
                  <p:cNvPr id="3513" name="Google Shape;3513;p125"/>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14" name="Google Shape;3514;p125"/>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515" name="Google Shape;3515;p125"/>
                <p:cNvGrpSpPr/>
                <p:nvPr/>
              </p:nvGrpSpPr>
              <p:grpSpPr>
                <a:xfrm>
                  <a:off x="10556176" y="5689187"/>
                  <a:ext cx="128397" cy="44196"/>
                  <a:chOff x="10556176" y="5689187"/>
                  <a:chExt cx="128397" cy="44196"/>
                </a:xfrm>
              </p:grpSpPr>
              <p:sp>
                <p:nvSpPr>
                  <p:cNvPr id="3516" name="Google Shape;3516;p125"/>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17" name="Google Shape;3517;p125"/>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3518" name="Google Shape;3518;p125"/>
            <p:cNvGrpSpPr/>
            <p:nvPr/>
          </p:nvGrpSpPr>
          <p:grpSpPr>
            <a:xfrm>
              <a:off x="11058042" y="5088325"/>
              <a:ext cx="213052" cy="717953"/>
              <a:chOff x="11058042" y="5088325"/>
              <a:chExt cx="213052" cy="717953"/>
            </a:xfrm>
          </p:grpSpPr>
          <p:sp>
            <p:nvSpPr>
              <p:cNvPr id="3519" name="Google Shape;3519;p125"/>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0" name="Google Shape;3520;p125"/>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521" name="Google Shape;3521;p125"/>
          <p:cNvGrpSpPr/>
          <p:nvPr/>
        </p:nvGrpSpPr>
        <p:grpSpPr>
          <a:xfrm>
            <a:off x="135453" y="69369"/>
            <a:ext cx="426307" cy="643642"/>
            <a:chOff x="10572463" y="3528536"/>
            <a:chExt cx="580168" cy="875823"/>
          </a:xfrm>
        </p:grpSpPr>
        <p:grpSp>
          <p:nvGrpSpPr>
            <p:cNvPr id="3522" name="Google Shape;3522;p125"/>
            <p:cNvGrpSpPr/>
            <p:nvPr/>
          </p:nvGrpSpPr>
          <p:grpSpPr>
            <a:xfrm>
              <a:off x="10713815" y="3528536"/>
              <a:ext cx="438816" cy="746664"/>
              <a:chOff x="10713815" y="3528536"/>
              <a:chExt cx="438816" cy="746664"/>
            </a:xfrm>
          </p:grpSpPr>
          <p:sp>
            <p:nvSpPr>
              <p:cNvPr id="3523" name="Google Shape;3523;p125"/>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524" name="Google Shape;3524;p125"/>
              <p:cNvGrpSpPr/>
              <p:nvPr/>
            </p:nvGrpSpPr>
            <p:grpSpPr>
              <a:xfrm>
                <a:off x="10776489" y="3625310"/>
                <a:ext cx="313848" cy="288226"/>
                <a:chOff x="10776489" y="3625310"/>
                <a:chExt cx="313848" cy="288226"/>
              </a:xfrm>
            </p:grpSpPr>
            <p:sp>
              <p:nvSpPr>
                <p:cNvPr id="3525" name="Google Shape;3525;p125"/>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6" name="Google Shape;3526;p125"/>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7" name="Google Shape;3527;p125"/>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8" name="Google Shape;3528;p125"/>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9" name="Google Shape;3529;p125"/>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0" name="Google Shape;3530;p125"/>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531" name="Google Shape;3531;p125"/>
              <p:cNvGrpSpPr/>
              <p:nvPr/>
            </p:nvGrpSpPr>
            <p:grpSpPr>
              <a:xfrm>
                <a:off x="10776489" y="3999547"/>
                <a:ext cx="313848" cy="181546"/>
                <a:chOff x="10776489" y="3999547"/>
                <a:chExt cx="313848" cy="181546"/>
              </a:xfrm>
            </p:grpSpPr>
            <p:sp>
              <p:nvSpPr>
                <p:cNvPr id="3532" name="Google Shape;3532;p125"/>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3" name="Google Shape;3533;p125"/>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4" name="Google Shape;3534;p125"/>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5" name="Google Shape;3535;p125"/>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536" name="Google Shape;3536;p125"/>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537" name="Google Shape;3537;p125"/>
            <p:cNvGrpSpPr/>
            <p:nvPr/>
          </p:nvGrpSpPr>
          <p:grpSpPr>
            <a:xfrm>
              <a:off x="10572463" y="3657790"/>
              <a:ext cx="438817" cy="746569"/>
              <a:chOff x="10572463" y="3657790"/>
              <a:chExt cx="438817" cy="746569"/>
            </a:xfrm>
          </p:grpSpPr>
          <p:sp>
            <p:nvSpPr>
              <p:cNvPr id="3538" name="Google Shape;3538;p125"/>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539" name="Google Shape;3539;p125"/>
              <p:cNvGrpSpPr/>
              <p:nvPr/>
            </p:nvGrpSpPr>
            <p:grpSpPr>
              <a:xfrm>
                <a:off x="10635138" y="3754469"/>
                <a:ext cx="313848" cy="288321"/>
                <a:chOff x="10635138" y="3754469"/>
                <a:chExt cx="313848" cy="288321"/>
              </a:xfrm>
            </p:grpSpPr>
            <p:sp>
              <p:nvSpPr>
                <p:cNvPr id="3540" name="Google Shape;3540;p125"/>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1" name="Google Shape;3541;p125"/>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2" name="Google Shape;3542;p125"/>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3" name="Google Shape;3543;p125"/>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4" name="Google Shape;3544;p125"/>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5" name="Google Shape;3545;p125"/>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546" name="Google Shape;3546;p125"/>
              <p:cNvGrpSpPr/>
              <p:nvPr/>
            </p:nvGrpSpPr>
            <p:grpSpPr>
              <a:xfrm>
                <a:off x="10635138" y="4128801"/>
                <a:ext cx="313848" cy="181547"/>
                <a:chOff x="10635138" y="4128801"/>
                <a:chExt cx="313848" cy="181547"/>
              </a:xfrm>
            </p:grpSpPr>
            <p:sp>
              <p:nvSpPr>
                <p:cNvPr id="3547" name="Google Shape;3547;p125"/>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8" name="Google Shape;3548;p125"/>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9" name="Google Shape;3549;p125"/>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0" name="Google Shape;3550;p125"/>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551" name="Google Shape;3551;p125"/>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552" name="Google Shape;3552;p125"/>
          <p:cNvGrpSpPr/>
          <p:nvPr/>
        </p:nvGrpSpPr>
        <p:grpSpPr>
          <a:xfrm>
            <a:off x="309868" y="711612"/>
            <a:ext cx="18197" cy="243247"/>
            <a:chOff x="10809827" y="4402455"/>
            <a:chExt cx="24764" cy="330993"/>
          </a:xfrm>
        </p:grpSpPr>
        <p:sp>
          <p:nvSpPr>
            <p:cNvPr id="3553" name="Google Shape;3553;p125"/>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4" name="Google Shape;3554;p125"/>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5" name="Google Shape;3555;p125"/>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556" name="Google Shape;3556;p125"/>
          <p:cNvGrpSpPr/>
          <p:nvPr/>
        </p:nvGrpSpPr>
        <p:grpSpPr>
          <a:xfrm>
            <a:off x="8421644" y="1045085"/>
            <a:ext cx="396068" cy="717683"/>
            <a:chOff x="1945386" y="5582316"/>
            <a:chExt cx="470725" cy="852963"/>
          </a:xfrm>
        </p:grpSpPr>
        <p:grpSp>
          <p:nvGrpSpPr>
            <p:cNvPr id="3557" name="Google Shape;3557;p125"/>
            <p:cNvGrpSpPr/>
            <p:nvPr/>
          </p:nvGrpSpPr>
          <p:grpSpPr>
            <a:xfrm>
              <a:off x="1945386" y="5582316"/>
              <a:ext cx="470725" cy="852963"/>
              <a:chOff x="1945386" y="5582316"/>
              <a:chExt cx="470725" cy="852963"/>
            </a:xfrm>
          </p:grpSpPr>
          <p:sp>
            <p:nvSpPr>
              <p:cNvPr id="3558" name="Google Shape;3558;p125"/>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9" name="Google Shape;3559;p125"/>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560" name="Google Shape;3560;p125"/>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561" name="Google Shape;3561;p125"/>
          <p:cNvGrpSpPr/>
          <p:nvPr/>
        </p:nvGrpSpPr>
        <p:grpSpPr>
          <a:xfrm>
            <a:off x="8088695" y="57742"/>
            <a:ext cx="1061979" cy="558999"/>
            <a:chOff x="3859815" y="2867310"/>
            <a:chExt cx="1262157" cy="664368"/>
          </a:xfrm>
        </p:grpSpPr>
        <p:sp>
          <p:nvSpPr>
            <p:cNvPr id="3562" name="Google Shape;3562;p125"/>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563" name="Google Shape;3563;p125"/>
            <p:cNvGrpSpPr/>
            <p:nvPr/>
          </p:nvGrpSpPr>
          <p:grpSpPr>
            <a:xfrm>
              <a:off x="4275677" y="3065525"/>
              <a:ext cx="334517" cy="380047"/>
              <a:chOff x="4275677" y="3065525"/>
              <a:chExt cx="334517" cy="380047"/>
            </a:xfrm>
          </p:grpSpPr>
          <p:grpSp>
            <p:nvGrpSpPr>
              <p:cNvPr id="3564" name="Google Shape;3564;p125"/>
              <p:cNvGrpSpPr/>
              <p:nvPr/>
            </p:nvGrpSpPr>
            <p:grpSpPr>
              <a:xfrm>
                <a:off x="4275677" y="3065525"/>
                <a:ext cx="334517" cy="380047"/>
                <a:chOff x="4275677" y="3065525"/>
                <a:chExt cx="334517" cy="380047"/>
              </a:xfrm>
            </p:grpSpPr>
            <p:grpSp>
              <p:nvGrpSpPr>
                <p:cNvPr id="3565" name="Google Shape;3565;p125"/>
                <p:cNvGrpSpPr/>
                <p:nvPr/>
              </p:nvGrpSpPr>
              <p:grpSpPr>
                <a:xfrm>
                  <a:off x="4275677" y="3301269"/>
                  <a:ext cx="334422" cy="144303"/>
                  <a:chOff x="4275677" y="3301269"/>
                  <a:chExt cx="334422" cy="144303"/>
                </a:xfrm>
              </p:grpSpPr>
              <p:sp>
                <p:nvSpPr>
                  <p:cNvPr id="3566" name="Google Shape;3566;p125"/>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67" name="Google Shape;3567;p125"/>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568" name="Google Shape;3568;p125"/>
                <p:cNvGrpSpPr/>
                <p:nvPr/>
              </p:nvGrpSpPr>
              <p:grpSpPr>
                <a:xfrm>
                  <a:off x="4275677" y="3183350"/>
                  <a:ext cx="334422" cy="144302"/>
                  <a:chOff x="4275677" y="3183350"/>
                  <a:chExt cx="334422" cy="144302"/>
                </a:xfrm>
              </p:grpSpPr>
              <p:sp>
                <p:nvSpPr>
                  <p:cNvPr id="3569" name="Google Shape;3569;p125"/>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0" name="Google Shape;3570;p125"/>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571" name="Google Shape;3571;p125"/>
                <p:cNvGrpSpPr/>
                <p:nvPr/>
              </p:nvGrpSpPr>
              <p:grpSpPr>
                <a:xfrm>
                  <a:off x="4275677" y="3065525"/>
                  <a:ext cx="334517" cy="144303"/>
                  <a:chOff x="4275677" y="3065525"/>
                  <a:chExt cx="334517" cy="144303"/>
                </a:xfrm>
              </p:grpSpPr>
              <p:sp>
                <p:nvSpPr>
                  <p:cNvPr id="3572" name="Google Shape;3572;p125"/>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3" name="Google Shape;3573;p125"/>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574" name="Google Shape;3574;p125"/>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5" name="Google Shape;3575;p125"/>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6" name="Google Shape;3576;p125"/>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577" name="Google Shape;3577;p125"/>
          <p:cNvGrpSpPr/>
          <p:nvPr/>
        </p:nvGrpSpPr>
        <p:grpSpPr>
          <a:xfrm>
            <a:off x="8582238" y="611818"/>
            <a:ext cx="33124" cy="442802"/>
            <a:chOff x="10809827" y="4402455"/>
            <a:chExt cx="24764" cy="330993"/>
          </a:xfrm>
        </p:grpSpPr>
        <p:sp>
          <p:nvSpPr>
            <p:cNvPr id="3578" name="Google Shape;3578;p125"/>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9" name="Google Shape;3579;p125"/>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80" name="Google Shape;3580;p125"/>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3581" name="Shape 3581"/>
        <p:cNvGrpSpPr/>
        <p:nvPr/>
      </p:nvGrpSpPr>
      <p:grpSpPr>
        <a:xfrm>
          <a:off x="0" y="0"/>
          <a:ext cx="0" cy="0"/>
          <a:chOff x="0" y="0"/>
          <a:chExt cx="0" cy="0"/>
        </a:xfrm>
      </p:grpSpPr>
      <p:sp>
        <p:nvSpPr>
          <p:cNvPr id="3582" name="Google Shape;3582;p1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583" name="Google Shape;3583;p126"/>
          <p:cNvSpPr txBox="1"/>
          <p:nvPr>
            <p:ph idx="1" type="subTitle"/>
          </p:nvPr>
        </p:nvSpPr>
        <p:spPr>
          <a:xfrm>
            <a:off x="1253225"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584" name="Google Shape;3584;p126"/>
          <p:cNvSpPr txBox="1"/>
          <p:nvPr>
            <p:ph idx="2" type="subTitle"/>
          </p:nvPr>
        </p:nvSpPr>
        <p:spPr>
          <a:xfrm>
            <a:off x="5079776"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585" name="Google Shape;3585;p126"/>
          <p:cNvSpPr txBox="1"/>
          <p:nvPr>
            <p:ph idx="3" type="subTitle"/>
          </p:nvPr>
        </p:nvSpPr>
        <p:spPr>
          <a:xfrm>
            <a:off x="1253225"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586" name="Google Shape;3586;p126"/>
          <p:cNvSpPr txBox="1"/>
          <p:nvPr>
            <p:ph idx="4" type="subTitle"/>
          </p:nvPr>
        </p:nvSpPr>
        <p:spPr>
          <a:xfrm>
            <a:off x="5079776"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587" name="Google Shape;3587;p126"/>
          <p:cNvSpPr txBox="1"/>
          <p:nvPr>
            <p:ph idx="5" type="subTitle"/>
          </p:nvPr>
        </p:nvSpPr>
        <p:spPr>
          <a:xfrm>
            <a:off x="1253225"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588" name="Google Shape;3588;p126"/>
          <p:cNvSpPr txBox="1"/>
          <p:nvPr>
            <p:ph idx="6" type="subTitle"/>
          </p:nvPr>
        </p:nvSpPr>
        <p:spPr>
          <a:xfrm>
            <a:off x="1253225"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589" name="Google Shape;3589;p126"/>
          <p:cNvSpPr txBox="1"/>
          <p:nvPr>
            <p:ph idx="7" type="subTitle"/>
          </p:nvPr>
        </p:nvSpPr>
        <p:spPr>
          <a:xfrm>
            <a:off x="5079750"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590" name="Google Shape;3590;p126"/>
          <p:cNvSpPr txBox="1"/>
          <p:nvPr>
            <p:ph idx="8" type="subTitle"/>
          </p:nvPr>
        </p:nvSpPr>
        <p:spPr>
          <a:xfrm>
            <a:off x="5079750"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591" name="Google Shape;3591;p126"/>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26"/>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3" name="Google Shape;3593;p126"/>
          <p:cNvGrpSpPr/>
          <p:nvPr/>
        </p:nvGrpSpPr>
        <p:grpSpPr>
          <a:xfrm>
            <a:off x="65066" y="4373044"/>
            <a:ext cx="878158" cy="654532"/>
            <a:chOff x="1114425" y="4361211"/>
            <a:chExt cx="573023" cy="427101"/>
          </a:xfrm>
        </p:grpSpPr>
        <p:grpSp>
          <p:nvGrpSpPr>
            <p:cNvPr id="3594" name="Google Shape;3594;p126"/>
            <p:cNvGrpSpPr/>
            <p:nvPr/>
          </p:nvGrpSpPr>
          <p:grpSpPr>
            <a:xfrm>
              <a:off x="1114425" y="4361211"/>
              <a:ext cx="573023" cy="427101"/>
              <a:chOff x="1114425" y="4361211"/>
              <a:chExt cx="573023" cy="427101"/>
            </a:xfrm>
          </p:grpSpPr>
          <p:sp>
            <p:nvSpPr>
              <p:cNvPr id="3595" name="Google Shape;3595;p126"/>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6" name="Google Shape;3596;p126"/>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7" name="Google Shape;3597;p126"/>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598" name="Google Shape;3598;p126"/>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599" name="Google Shape;3599;p126"/>
          <p:cNvGrpSpPr/>
          <p:nvPr/>
        </p:nvGrpSpPr>
        <p:grpSpPr>
          <a:xfrm>
            <a:off x="8114970" y="266839"/>
            <a:ext cx="829992" cy="750888"/>
            <a:chOff x="8114596" y="445039"/>
            <a:chExt cx="633002" cy="572716"/>
          </a:xfrm>
        </p:grpSpPr>
        <p:grpSp>
          <p:nvGrpSpPr>
            <p:cNvPr id="3600" name="Google Shape;3600;p126"/>
            <p:cNvGrpSpPr/>
            <p:nvPr/>
          </p:nvGrpSpPr>
          <p:grpSpPr>
            <a:xfrm>
              <a:off x="8114596" y="445039"/>
              <a:ext cx="633002" cy="572716"/>
              <a:chOff x="7189660" y="520827"/>
              <a:chExt cx="598074" cy="541115"/>
            </a:xfrm>
          </p:grpSpPr>
          <p:sp>
            <p:nvSpPr>
              <p:cNvPr id="3601" name="Google Shape;3601;p126"/>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602" name="Google Shape;3602;p126"/>
              <p:cNvGrpSpPr/>
              <p:nvPr/>
            </p:nvGrpSpPr>
            <p:grpSpPr>
              <a:xfrm>
                <a:off x="7579137" y="551973"/>
                <a:ext cx="164782" cy="41529"/>
                <a:chOff x="7579137" y="551973"/>
                <a:chExt cx="164782" cy="41529"/>
              </a:xfrm>
            </p:grpSpPr>
            <p:sp>
              <p:nvSpPr>
                <p:cNvPr id="3603" name="Google Shape;3603;p126"/>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4" name="Google Shape;3604;p126"/>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5" name="Google Shape;3605;p126"/>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606" name="Google Shape;3606;p126"/>
            <p:cNvGrpSpPr/>
            <p:nvPr/>
          </p:nvGrpSpPr>
          <p:grpSpPr>
            <a:xfrm>
              <a:off x="8184962" y="619646"/>
              <a:ext cx="498115" cy="257273"/>
              <a:chOff x="7256144" y="685800"/>
              <a:chExt cx="470630" cy="243077"/>
            </a:xfrm>
          </p:grpSpPr>
          <p:sp>
            <p:nvSpPr>
              <p:cNvPr id="3607" name="Google Shape;3607;p126"/>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608" name="Google Shape;3608;p126"/>
              <p:cNvGrpSpPr/>
              <p:nvPr/>
            </p:nvGrpSpPr>
            <p:grpSpPr>
              <a:xfrm>
                <a:off x="7512843" y="685800"/>
                <a:ext cx="213931" cy="243077"/>
                <a:chOff x="7512843" y="685800"/>
                <a:chExt cx="213931" cy="243077"/>
              </a:xfrm>
            </p:grpSpPr>
            <p:grpSp>
              <p:nvGrpSpPr>
                <p:cNvPr id="3609" name="Google Shape;3609;p126"/>
                <p:cNvGrpSpPr/>
                <p:nvPr/>
              </p:nvGrpSpPr>
              <p:grpSpPr>
                <a:xfrm>
                  <a:off x="7512843" y="836580"/>
                  <a:ext cx="213931" cy="92297"/>
                  <a:chOff x="7512843" y="836580"/>
                  <a:chExt cx="213931" cy="92297"/>
                </a:xfrm>
              </p:grpSpPr>
              <p:sp>
                <p:nvSpPr>
                  <p:cNvPr id="3610" name="Google Shape;3610;p126"/>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1" name="Google Shape;3611;p126"/>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612" name="Google Shape;3612;p126"/>
                <p:cNvGrpSpPr/>
                <p:nvPr/>
              </p:nvGrpSpPr>
              <p:grpSpPr>
                <a:xfrm>
                  <a:off x="7512843" y="761238"/>
                  <a:ext cx="213931" cy="92296"/>
                  <a:chOff x="7512843" y="761238"/>
                  <a:chExt cx="213931" cy="92296"/>
                </a:xfrm>
              </p:grpSpPr>
              <p:sp>
                <p:nvSpPr>
                  <p:cNvPr id="3613" name="Google Shape;3613;p126"/>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4" name="Google Shape;3614;p126"/>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615" name="Google Shape;3615;p126"/>
                <p:cNvGrpSpPr/>
                <p:nvPr/>
              </p:nvGrpSpPr>
              <p:grpSpPr>
                <a:xfrm>
                  <a:off x="7512843" y="685800"/>
                  <a:ext cx="213931" cy="92297"/>
                  <a:chOff x="7512843" y="685800"/>
                  <a:chExt cx="213931" cy="92297"/>
                </a:xfrm>
              </p:grpSpPr>
              <p:sp>
                <p:nvSpPr>
                  <p:cNvPr id="3616" name="Google Shape;3616;p126"/>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7" name="Google Shape;3617;p126"/>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618" name="Shape 3618"/>
        <p:cNvGrpSpPr/>
        <p:nvPr/>
      </p:nvGrpSpPr>
      <p:grpSpPr>
        <a:xfrm>
          <a:off x="0" y="0"/>
          <a:ext cx="0" cy="0"/>
          <a:chOff x="0" y="0"/>
          <a:chExt cx="0" cy="0"/>
        </a:xfrm>
      </p:grpSpPr>
      <p:sp>
        <p:nvSpPr>
          <p:cNvPr id="3619" name="Google Shape;3619;p1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620" name="Google Shape;3620;p127"/>
          <p:cNvSpPr txBox="1"/>
          <p:nvPr>
            <p:ph idx="1" type="subTitle"/>
          </p:nvPr>
        </p:nvSpPr>
        <p:spPr>
          <a:xfrm>
            <a:off x="723900" y="171015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621" name="Google Shape;3621;p127"/>
          <p:cNvSpPr txBox="1"/>
          <p:nvPr>
            <p:ph idx="2" type="subTitle"/>
          </p:nvPr>
        </p:nvSpPr>
        <p:spPr>
          <a:xfrm>
            <a:off x="3577144"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622" name="Google Shape;3622;p127"/>
          <p:cNvSpPr txBox="1"/>
          <p:nvPr>
            <p:ph idx="3" type="subTitle"/>
          </p:nvPr>
        </p:nvSpPr>
        <p:spPr>
          <a:xfrm>
            <a:off x="723900"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623" name="Google Shape;3623;p127"/>
          <p:cNvSpPr txBox="1"/>
          <p:nvPr>
            <p:ph idx="4" type="subTitle"/>
          </p:nvPr>
        </p:nvSpPr>
        <p:spPr>
          <a:xfrm>
            <a:off x="3577144"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624" name="Google Shape;3624;p127"/>
          <p:cNvSpPr txBox="1"/>
          <p:nvPr>
            <p:ph idx="5" type="subTitle"/>
          </p:nvPr>
        </p:nvSpPr>
        <p:spPr>
          <a:xfrm>
            <a:off x="6430388"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625" name="Google Shape;3625;p127"/>
          <p:cNvSpPr txBox="1"/>
          <p:nvPr>
            <p:ph idx="6" type="subTitle"/>
          </p:nvPr>
        </p:nvSpPr>
        <p:spPr>
          <a:xfrm>
            <a:off x="6430388"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626" name="Google Shape;3626;p127"/>
          <p:cNvSpPr txBox="1"/>
          <p:nvPr>
            <p:ph idx="7" type="subTitle"/>
          </p:nvPr>
        </p:nvSpPr>
        <p:spPr>
          <a:xfrm>
            <a:off x="731700" y="1060275"/>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627" name="Google Shape;3627;p127"/>
          <p:cNvSpPr txBox="1"/>
          <p:nvPr>
            <p:ph idx="8" type="subTitle"/>
          </p:nvPr>
        </p:nvSpPr>
        <p:spPr>
          <a:xfrm>
            <a:off x="3582994"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628" name="Google Shape;3628;p127"/>
          <p:cNvSpPr txBox="1"/>
          <p:nvPr>
            <p:ph idx="9" type="subTitle"/>
          </p:nvPr>
        </p:nvSpPr>
        <p:spPr>
          <a:xfrm>
            <a:off x="6434288"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629" name="Google Shape;3629;p127"/>
          <p:cNvSpPr txBox="1"/>
          <p:nvPr>
            <p:ph idx="13" type="subTitle"/>
          </p:nvPr>
        </p:nvSpPr>
        <p:spPr>
          <a:xfrm>
            <a:off x="723900" y="2845800"/>
            <a:ext cx="19860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630" name="Google Shape;3630;p127"/>
          <p:cNvSpPr txBox="1"/>
          <p:nvPr>
            <p:ph idx="14" type="subTitle"/>
          </p:nvPr>
        </p:nvSpPr>
        <p:spPr>
          <a:xfrm>
            <a:off x="3582995"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631" name="Google Shape;3631;p127"/>
          <p:cNvSpPr txBox="1"/>
          <p:nvPr>
            <p:ph idx="15" type="subTitle"/>
          </p:nvPr>
        </p:nvSpPr>
        <p:spPr>
          <a:xfrm>
            <a:off x="6434290"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632" name="Google Shape;3632;p127"/>
          <p:cNvSpPr/>
          <p:nvPr/>
        </p:nvSpPr>
        <p:spPr>
          <a:xfrm flipH="1" rot="-3263452">
            <a:off x="7372110" y="40383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27"/>
          <p:cNvSpPr/>
          <p:nvPr/>
        </p:nvSpPr>
        <p:spPr>
          <a:xfrm flipH="1" rot="531647">
            <a:off x="-1621232" y="4095570"/>
            <a:ext cx="2581069" cy="208704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127"/>
          <p:cNvSpPr/>
          <p:nvPr/>
        </p:nvSpPr>
        <p:spPr>
          <a:xfrm flipH="1" rot="460658">
            <a:off x="7344116" y="-1448948"/>
            <a:ext cx="3053845" cy="246933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5" name="Google Shape;3635;p127"/>
          <p:cNvGrpSpPr/>
          <p:nvPr/>
        </p:nvGrpSpPr>
        <p:grpSpPr>
          <a:xfrm>
            <a:off x="7931872" y="177093"/>
            <a:ext cx="997823" cy="737095"/>
            <a:chOff x="7931872" y="177093"/>
            <a:chExt cx="997823" cy="737095"/>
          </a:xfrm>
        </p:grpSpPr>
        <p:grpSp>
          <p:nvGrpSpPr>
            <p:cNvPr id="3636" name="Google Shape;3636;p127"/>
            <p:cNvGrpSpPr/>
            <p:nvPr/>
          </p:nvGrpSpPr>
          <p:grpSpPr>
            <a:xfrm>
              <a:off x="7931872" y="177093"/>
              <a:ext cx="919725" cy="318025"/>
              <a:chOff x="7230903" y="4635722"/>
              <a:chExt cx="652843" cy="225742"/>
            </a:xfrm>
          </p:grpSpPr>
          <p:sp>
            <p:nvSpPr>
              <p:cNvPr id="3637" name="Google Shape;3637;p127"/>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8" name="Google Shape;3638;p127"/>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639" name="Google Shape;3639;p127"/>
              <p:cNvGrpSpPr/>
              <p:nvPr/>
            </p:nvGrpSpPr>
            <p:grpSpPr>
              <a:xfrm>
                <a:off x="7487126" y="4676394"/>
                <a:ext cx="332041" cy="142684"/>
                <a:chOff x="7487126" y="4676394"/>
                <a:chExt cx="332041" cy="142684"/>
              </a:xfrm>
            </p:grpSpPr>
            <p:sp>
              <p:nvSpPr>
                <p:cNvPr id="3640" name="Google Shape;3640;p127"/>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1" name="Google Shape;3641;p127"/>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2" name="Google Shape;3642;p127"/>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3" name="Google Shape;3643;p127"/>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644" name="Google Shape;3644;p127"/>
            <p:cNvGrpSpPr/>
            <p:nvPr/>
          </p:nvGrpSpPr>
          <p:grpSpPr>
            <a:xfrm>
              <a:off x="7931872" y="596163"/>
              <a:ext cx="919725" cy="318025"/>
              <a:chOff x="7230903" y="4933188"/>
              <a:chExt cx="652843" cy="225742"/>
            </a:xfrm>
          </p:grpSpPr>
          <p:grpSp>
            <p:nvGrpSpPr>
              <p:cNvPr id="3645" name="Google Shape;3645;p127"/>
              <p:cNvGrpSpPr/>
              <p:nvPr/>
            </p:nvGrpSpPr>
            <p:grpSpPr>
              <a:xfrm>
                <a:off x="7230903" y="4933188"/>
                <a:ext cx="652843" cy="225742"/>
                <a:chOff x="7230903" y="4933188"/>
                <a:chExt cx="652843" cy="225742"/>
              </a:xfrm>
            </p:grpSpPr>
            <p:sp>
              <p:nvSpPr>
                <p:cNvPr id="3646" name="Google Shape;3646;p127"/>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7" name="Google Shape;3647;p127"/>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648" name="Google Shape;3648;p127"/>
                <p:cNvGrpSpPr/>
                <p:nvPr/>
              </p:nvGrpSpPr>
              <p:grpSpPr>
                <a:xfrm>
                  <a:off x="7487126" y="4973859"/>
                  <a:ext cx="332041" cy="142684"/>
                  <a:chOff x="7487126" y="4973859"/>
                  <a:chExt cx="332041" cy="142684"/>
                </a:xfrm>
              </p:grpSpPr>
              <p:sp>
                <p:nvSpPr>
                  <p:cNvPr id="3649" name="Google Shape;3649;p127"/>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0" name="Google Shape;3650;p127"/>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1" name="Google Shape;3651;p127"/>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2" name="Google Shape;3652;p127"/>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653" name="Google Shape;3653;p127"/>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654" name="Google Shape;3654;p127"/>
            <p:cNvGrpSpPr/>
            <p:nvPr/>
          </p:nvGrpSpPr>
          <p:grpSpPr>
            <a:xfrm>
              <a:off x="8756326" y="539537"/>
              <a:ext cx="173370" cy="112691"/>
              <a:chOff x="7816120" y="4892994"/>
              <a:chExt cx="123062" cy="79991"/>
            </a:xfrm>
          </p:grpSpPr>
          <p:grpSp>
            <p:nvGrpSpPr>
              <p:cNvPr id="3655" name="Google Shape;3655;p127"/>
              <p:cNvGrpSpPr/>
              <p:nvPr/>
            </p:nvGrpSpPr>
            <p:grpSpPr>
              <a:xfrm>
                <a:off x="7816120" y="4902803"/>
                <a:ext cx="123062" cy="63817"/>
                <a:chOff x="7816120" y="4902803"/>
                <a:chExt cx="123062" cy="63817"/>
              </a:xfrm>
            </p:grpSpPr>
            <p:sp>
              <p:nvSpPr>
                <p:cNvPr id="3656" name="Google Shape;3656;p127"/>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7" name="Google Shape;3657;p127"/>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658" name="Google Shape;3658;p127"/>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3659" name="Shape 3659"/>
        <p:cNvGrpSpPr/>
        <p:nvPr/>
      </p:nvGrpSpPr>
      <p:grpSpPr>
        <a:xfrm>
          <a:off x="0" y="0"/>
          <a:ext cx="0" cy="0"/>
          <a:chOff x="0" y="0"/>
          <a:chExt cx="0" cy="0"/>
        </a:xfrm>
      </p:grpSpPr>
      <p:sp>
        <p:nvSpPr>
          <p:cNvPr id="3660" name="Google Shape;3660;p128"/>
          <p:cNvSpPr txBox="1"/>
          <p:nvPr>
            <p:ph hasCustomPrompt="1" type="title"/>
          </p:nvPr>
        </p:nvSpPr>
        <p:spPr>
          <a:xfrm>
            <a:off x="798388"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3661" name="Google Shape;3661;p128"/>
          <p:cNvSpPr txBox="1"/>
          <p:nvPr>
            <p:ph idx="1" type="subTitle"/>
          </p:nvPr>
        </p:nvSpPr>
        <p:spPr>
          <a:xfrm>
            <a:off x="798388"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3662" name="Google Shape;3662;p128"/>
          <p:cNvSpPr txBox="1"/>
          <p:nvPr>
            <p:ph hasCustomPrompt="1" idx="2" type="title"/>
          </p:nvPr>
        </p:nvSpPr>
        <p:spPr>
          <a:xfrm>
            <a:off x="2825700" y="1029535"/>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3663" name="Google Shape;3663;p128"/>
          <p:cNvSpPr txBox="1"/>
          <p:nvPr>
            <p:ph idx="3" type="subTitle"/>
          </p:nvPr>
        </p:nvSpPr>
        <p:spPr>
          <a:xfrm>
            <a:off x="2825700" y="1804473"/>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3664" name="Google Shape;3664;p128"/>
          <p:cNvSpPr txBox="1"/>
          <p:nvPr>
            <p:ph hasCustomPrompt="1" idx="4" type="title"/>
          </p:nvPr>
        </p:nvSpPr>
        <p:spPr>
          <a:xfrm>
            <a:off x="4853013"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3665" name="Google Shape;3665;p128"/>
          <p:cNvSpPr txBox="1"/>
          <p:nvPr>
            <p:ph idx="5" type="subTitle"/>
          </p:nvPr>
        </p:nvSpPr>
        <p:spPr>
          <a:xfrm>
            <a:off x="4853013"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3666" name="Google Shape;3666;p128"/>
          <p:cNvSpPr/>
          <p:nvPr/>
        </p:nvSpPr>
        <p:spPr>
          <a:xfrm rot="-5710536">
            <a:off x="-1869285" y="3438573"/>
            <a:ext cx="3168438" cy="23079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28"/>
          <p:cNvSpPr/>
          <p:nvPr/>
        </p:nvSpPr>
        <p:spPr>
          <a:xfrm rot="-294905">
            <a:off x="7350387" y="3903245"/>
            <a:ext cx="3168449" cy="256199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3668" name="Shape 3668"/>
        <p:cNvGrpSpPr/>
        <p:nvPr/>
      </p:nvGrpSpPr>
      <p:grpSpPr>
        <a:xfrm>
          <a:off x="0" y="0"/>
          <a:ext cx="0" cy="0"/>
          <a:chOff x="0" y="0"/>
          <a:chExt cx="0" cy="0"/>
        </a:xfrm>
      </p:grpSpPr>
      <p:sp>
        <p:nvSpPr>
          <p:cNvPr id="3669" name="Google Shape;3669;p1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670" name="Google Shape;3670;p129"/>
          <p:cNvSpPr/>
          <p:nvPr/>
        </p:nvSpPr>
        <p:spPr>
          <a:xfrm flipH="1" rot="337739">
            <a:off x="8212271" y="3187242"/>
            <a:ext cx="3158465" cy="3518480"/>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1" name="Google Shape;3671;p129"/>
          <p:cNvGrpSpPr/>
          <p:nvPr/>
        </p:nvGrpSpPr>
        <p:grpSpPr>
          <a:xfrm>
            <a:off x="90200" y="4214393"/>
            <a:ext cx="516117" cy="779220"/>
            <a:chOff x="10572463" y="3528536"/>
            <a:chExt cx="580168" cy="875823"/>
          </a:xfrm>
        </p:grpSpPr>
        <p:grpSp>
          <p:nvGrpSpPr>
            <p:cNvPr id="3672" name="Google Shape;3672;p129"/>
            <p:cNvGrpSpPr/>
            <p:nvPr/>
          </p:nvGrpSpPr>
          <p:grpSpPr>
            <a:xfrm>
              <a:off x="10713815" y="3528536"/>
              <a:ext cx="438816" cy="746664"/>
              <a:chOff x="10713815" y="3528536"/>
              <a:chExt cx="438816" cy="746664"/>
            </a:xfrm>
          </p:grpSpPr>
          <p:sp>
            <p:nvSpPr>
              <p:cNvPr id="3673" name="Google Shape;3673;p129"/>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674" name="Google Shape;3674;p129"/>
              <p:cNvGrpSpPr/>
              <p:nvPr/>
            </p:nvGrpSpPr>
            <p:grpSpPr>
              <a:xfrm>
                <a:off x="10776489" y="3625310"/>
                <a:ext cx="313848" cy="288226"/>
                <a:chOff x="10776489" y="3625310"/>
                <a:chExt cx="313848" cy="288226"/>
              </a:xfrm>
            </p:grpSpPr>
            <p:sp>
              <p:nvSpPr>
                <p:cNvPr id="3675" name="Google Shape;3675;p129"/>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6" name="Google Shape;3676;p129"/>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7" name="Google Shape;3677;p129"/>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8" name="Google Shape;3678;p129"/>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9" name="Google Shape;3679;p129"/>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0" name="Google Shape;3680;p129"/>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681" name="Google Shape;3681;p129"/>
              <p:cNvGrpSpPr/>
              <p:nvPr/>
            </p:nvGrpSpPr>
            <p:grpSpPr>
              <a:xfrm>
                <a:off x="10776489" y="3999547"/>
                <a:ext cx="313848" cy="181546"/>
                <a:chOff x="10776489" y="3999547"/>
                <a:chExt cx="313848" cy="181546"/>
              </a:xfrm>
            </p:grpSpPr>
            <p:sp>
              <p:nvSpPr>
                <p:cNvPr id="3682" name="Google Shape;3682;p129"/>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3" name="Google Shape;3683;p129"/>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4" name="Google Shape;3684;p129"/>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5" name="Google Shape;3685;p129"/>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686" name="Google Shape;3686;p129"/>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687" name="Google Shape;3687;p129"/>
            <p:cNvGrpSpPr/>
            <p:nvPr/>
          </p:nvGrpSpPr>
          <p:grpSpPr>
            <a:xfrm>
              <a:off x="10572463" y="3657790"/>
              <a:ext cx="438817" cy="746569"/>
              <a:chOff x="10572463" y="3657790"/>
              <a:chExt cx="438817" cy="746569"/>
            </a:xfrm>
          </p:grpSpPr>
          <p:sp>
            <p:nvSpPr>
              <p:cNvPr id="3688" name="Google Shape;3688;p129"/>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689" name="Google Shape;3689;p129"/>
              <p:cNvGrpSpPr/>
              <p:nvPr/>
            </p:nvGrpSpPr>
            <p:grpSpPr>
              <a:xfrm>
                <a:off x="10635138" y="3754469"/>
                <a:ext cx="313848" cy="288321"/>
                <a:chOff x="10635138" y="3754469"/>
                <a:chExt cx="313848" cy="288321"/>
              </a:xfrm>
            </p:grpSpPr>
            <p:sp>
              <p:nvSpPr>
                <p:cNvPr id="3690" name="Google Shape;3690;p129"/>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1" name="Google Shape;3691;p129"/>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2" name="Google Shape;3692;p129"/>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3" name="Google Shape;3693;p129"/>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4" name="Google Shape;3694;p129"/>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5" name="Google Shape;3695;p129"/>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696" name="Google Shape;3696;p129"/>
              <p:cNvGrpSpPr/>
              <p:nvPr/>
            </p:nvGrpSpPr>
            <p:grpSpPr>
              <a:xfrm>
                <a:off x="10635138" y="4128801"/>
                <a:ext cx="313848" cy="181547"/>
                <a:chOff x="10635138" y="4128801"/>
                <a:chExt cx="313848" cy="181547"/>
              </a:xfrm>
            </p:grpSpPr>
            <p:sp>
              <p:nvSpPr>
                <p:cNvPr id="3697" name="Google Shape;3697;p129"/>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8" name="Google Shape;3698;p129"/>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9" name="Google Shape;3699;p129"/>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0" name="Google Shape;3700;p129"/>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701" name="Google Shape;3701;p129"/>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702" name="Google Shape;3702;p129"/>
          <p:cNvSpPr/>
          <p:nvPr/>
        </p:nvSpPr>
        <p:spPr>
          <a:xfrm flipH="1" rot="-3657034">
            <a:off x="-1404232" y="-737971"/>
            <a:ext cx="2746020" cy="16278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03" name="Google Shape;3703;p129"/>
          <p:cNvGrpSpPr/>
          <p:nvPr/>
        </p:nvGrpSpPr>
        <p:grpSpPr>
          <a:xfrm>
            <a:off x="8114970" y="266839"/>
            <a:ext cx="829992" cy="750888"/>
            <a:chOff x="8114596" y="445039"/>
            <a:chExt cx="633002" cy="572716"/>
          </a:xfrm>
        </p:grpSpPr>
        <p:grpSp>
          <p:nvGrpSpPr>
            <p:cNvPr id="3704" name="Google Shape;3704;p129"/>
            <p:cNvGrpSpPr/>
            <p:nvPr/>
          </p:nvGrpSpPr>
          <p:grpSpPr>
            <a:xfrm>
              <a:off x="8114596" y="445039"/>
              <a:ext cx="633002" cy="572716"/>
              <a:chOff x="7189660" y="520827"/>
              <a:chExt cx="598074" cy="541115"/>
            </a:xfrm>
          </p:grpSpPr>
          <p:sp>
            <p:nvSpPr>
              <p:cNvPr id="3705" name="Google Shape;3705;p129"/>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706" name="Google Shape;3706;p129"/>
              <p:cNvGrpSpPr/>
              <p:nvPr/>
            </p:nvGrpSpPr>
            <p:grpSpPr>
              <a:xfrm>
                <a:off x="7579137" y="551973"/>
                <a:ext cx="164782" cy="41529"/>
                <a:chOff x="7579137" y="551973"/>
                <a:chExt cx="164782" cy="41529"/>
              </a:xfrm>
            </p:grpSpPr>
            <p:sp>
              <p:nvSpPr>
                <p:cNvPr id="3707" name="Google Shape;3707;p129"/>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8" name="Google Shape;3708;p129"/>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9" name="Google Shape;3709;p129"/>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710" name="Google Shape;3710;p129"/>
            <p:cNvGrpSpPr/>
            <p:nvPr/>
          </p:nvGrpSpPr>
          <p:grpSpPr>
            <a:xfrm>
              <a:off x="8184962" y="619646"/>
              <a:ext cx="498115" cy="257273"/>
              <a:chOff x="7256144" y="685800"/>
              <a:chExt cx="470630" cy="243077"/>
            </a:xfrm>
          </p:grpSpPr>
          <p:sp>
            <p:nvSpPr>
              <p:cNvPr id="3711" name="Google Shape;3711;p129"/>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712" name="Google Shape;3712;p129"/>
              <p:cNvGrpSpPr/>
              <p:nvPr/>
            </p:nvGrpSpPr>
            <p:grpSpPr>
              <a:xfrm>
                <a:off x="7512843" y="685800"/>
                <a:ext cx="213931" cy="243077"/>
                <a:chOff x="7512843" y="685800"/>
                <a:chExt cx="213931" cy="243077"/>
              </a:xfrm>
            </p:grpSpPr>
            <p:grpSp>
              <p:nvGrpSpPr>
                <p:cNvPr id="3713" name="Google Shape;3713;p129"/>
                <p:cNvGrpSpPr/>
                <p:nvPr/>
              </p:nvGrpSpPr>
              <p:grpSpPr>
                <a:xfrm>
                  <a:off x="7512843" y="836580"/>
                  <a:ext cx="213931" cy="92297"/>
                  <a:chOff x="7512843" y="836580"/>
                  <a:chExt cx="213931" cy="92297"/>
                </a:xfrm>
              </p:grpSpPr>
              <p:sp>
                <p:nvSpPr>
                  <p:cNvPr id="3714" name="Google Shape;3714;p129"/>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5" name="Google Shape;3715;p129"/>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716" name="Google Shape;3716;p129"/>
                <p:cNvGrpSpPr/>
                <p:nvPr/>
              </p:nvGrpSpPr>
              <p:grpSpPr>
                <a:xfrm>
                  <a:off x="7512843" y="761238"/>
                  <a:ext cx="213931" cy="92296"/>
                  <a:chOff x="7512843" y="761238"/>
                  <a:chExt cx="213931" cy="92296"/>
                </a:xfrm>
              </p:grpSpPr>
              <p:sp>
                <p:nvSpPr>
                  <p:cNvPr id="3717" name="Google Shape;3717;p129"/>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8" name="Google Shape;3718;p129"/>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719" name="Google Shape;3719;p129"/>
                <p:cNvGrpSpPr/>
                <p:nvPr/>
              </p:nvGrpSpPr>
              <p:grpSpPr>
                <a:xfrm>
                  <a:off x="7512843" y="685800"/>
                  <a:ext cx="213931" cy="92297"/>
                  <a:chOff x="7512843" y="685800"/>
                  <a:chExt cx="213931" cy="92297"/>
                </a:xfrm>
              </p:grpSpPr>
              <p:sp>
                <p:nvSpPr>
                  <p:cNvPr id="3720" name="Google Shape;3720;p129"/>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1" name="Google Shape;3721;p129"/>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3722" name="Shape 3722"/>
        <p:cNvGrpSpPr/>
        <p:nvPr/>
      </p:nvGrpSpPr>
      <p:grpSpPr>
        <a:xfrm>
          <a:off x="0" y="0"/>
          <a:ext cx="0" cy="0"/>
          <a:chOff x="0" y="0"/>
          <a:chExt cx="0" cy="0"/>
        </a:xfrm>
      </p:grpSpPr>
      <p:sp>
        <p:nvSpPr>
          <p:cNvPr id="3723" name="Google Shape;3723;p130"/>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1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3725" name="Google Shape;3725;p130"/>
          <p:cNvGrpSpPr/>
          <p:nvPr/>
        </p:nvGrpSpPr>
        <p:grpSpPr>
          <a:xfrm flipH="1">
            <a:off x="683048" y="4696520"/>
            <a:ext cx="325927" cy="404808"/>
            <a:chOff x="7385113" y="1535430"/>
            <a:chExt cx="435673" cy="541115"/>
          </a:xfrm>
        </p:grpSpPr>
        <p:sp>
          <p:nvSpPr>
            <p:cNvPr id="3726" name="Google Shape;3726;p130"/>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727" name="Google Shape;3727;p130"/>
            <p:cNvGrpSpPr/>
            <p:nvPr/>
          </p:nvGrpSpPr>
          <p:grpSpPr>
            <a:xfrm>
              <a:off x="7612094" y="1566576"/>
              <a:ext cx="164781" cy="41529"/>
              <a:chOff x="7612094" y="1566576"/>
              <a:chExt cx="164781" cy="41529"/>
            </a:xfrm>
          </p:grpSpPr>
          <p:sp>
            <p:nvSpPr>
              <p:cNvPr id="3728" name="Google Shape;3728;p130"/>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9" name="Google Shape;3729;p130"/>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0" name="Google Shape;3730;p130"/>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731" name="Google Shape;3731;p130"/>
          <p:cNvGrpSpPr/>
          <p:nvPr/>
        </p:nvGrpSpPr>
        <p:grpSpPr>
          <a:xfrm flipH="1">
            <a:off x="713902" y="4774546"/>
            <a:ext cx="268636" cy="280965"/>
            <a:chOff x="7420451" y="1639728"/>
            <a:chExt cx="359091" cy="375571"/>
          </a:xfrm>
        </p:grpSpPr>
        <p:sp>
          <p:nvSpPr>
            <p:cNvPr id="3732" name="Google Shape;3732;p130"/>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3" name="Google Shape;3733;p130"/>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734" name="Google Shape;3734;p130"/>
          <p:cNvGrpSpPr/>
          <p:nvPr/>
        </p:nvGrpSpPr>
        <p:grpSpPr>
          <a:xfrm flipH="1">
            <a:off x="96200" y="4469347"/>
            <a:ext cx="355444" cy="644072"/>
            <a:chOff x="1945386" y="5582316"/>
            <a:chExt cx="470725" cy="852963"/>
          </a:xfrm>
        </p:grpSpPr>
        <p:grpSp>
          <p:nvGrpSpPr>
            <p:cNvPr id="3735" name="Google Shape;3735;p130"/>
            <p:cNvGrpSpPr/>
            <p:nvPr/>
          </p:nvGrpSpPr>
          <p:grpSpPr>
            <a:xfrm>
              <a:off x="1945386" y="5582316"/>
              <a:ext cx="470725" cy="852963"/>
              <a:chOff x="1945386" y="5582316"/>
              <a:chExt cx="470725" cy="852963"/>
            </a:xfrm>
          </p:grpSpPr>
          <p:sp>
            <p:nvSpPr>
              <p:cNvPr id="3736" name="Google Shape;3736;p130"/>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7" name="Google Shape;3737;p130"/>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738" name="Google Shape;3738;p130"/>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739" name="Google Shape;3739;p130"/>
          <p:cNvGrpSpPr/>
          <p:nvPr/>
        </p:nvGrpSpPr>
        <p:grpSpPr>
          <a:xfrm>
            <a:off x="7975988" y="116167"/>
            <a:ext cx="1061979" cy="558999"/>
            <a:chOff x="3859815" y="2867310"/>
            <a:chExt cx="1262157" cy="664368"/>
          </a:xfrm>
        </p:grpSpPr>
        <p:sp>
          <p:nvSpPr>
            <p:cNvPr id="3740" name="Google Shape;3740;p130"/>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741" name="Google Shape;3741;p130"/>
            <p:cNvGrpSpPr/>
            <p:nvPr/>
          </p:nvGrpSpPr>
          <p:grpSpPr>
            <a:xfrm>
              <a:off x="4275677" y="3065525"/>
              <a:ext cx="334517" cy="380047"/>
              <a:chOff x="4275677" y="3065525"/>
              <a:chExt cx="334517" cy="380047"/>
            </a:xfrm>
          </p:grpSpPr>
          <p:grpSp>
            <p:nvGrpSpPr>
              <p:cNvPr id="3742" name="Google Shape;3742;p130"/>
              <p:cNvGrpSpPr/>
              <p:nvPr/>
            </p:nvGrpSpPr>
            <p:grpSpPr>
              <a:xfrm>
                <a:off x="4275677" y="3065525"/>
                <a:ext cx="334517" cy="380047"/>
                <a:chOff x="4275677" y="3065525"/>
                <a:chExt cx="334517" cy="380047"/>
              </a:xfrm>
            </p:grpSpPr>
            <p:grpSp>
              <p:nvGrpSpPr>
                <p:cNvPr id="3743" name="Google Shape;3743;p130"/>
                <p:cNvGrpSpPr/>
                <p:nvPr/>
              </p:nvGrpSpPr>
              <p:grpSpPr>
                <a:xfrm>
                  <a:off x="4275677" y="3301269"/>
                  <a:ext cx="334422" cy="144303"/>
                  <a:chOff x="4275677" y="3301269"/>
                  <a:chExt cx="334422" cy="144303"/>
                </a:xfrm>
              </p:grpSpPr>
              <p:sp>
                <p:nvSpPr>
                  <p:cNvPr id="3744" name="Google Shape;3744;p130"/>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5" name="Google Shape;3745;p130"/>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746" name="Google Shape;3746;p130"/>
                <p:cNvGrpSpPr/>
                <p:nvPr/>
              </p:nvGrpSpPr>
              <p:grpSpPr>
                <a:xfrm>
                  <a:off x="4275677" y="3183350"/>
                  <a:ext cx="334422" cy="144302"/>
                  <a:chOff x="4275677" y="3183350"/>
                  <a:chExt cx="334422" cy="144302"/>
                </a:xfrm>
              </p:grpSpPr>
              <p:sp>
                <p:nvSpPr>
                  <p:cNvPr id="3747" name="Google Shape;3747;p130"/>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8" name="Google Shape;3748;p130"/>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749" name="Google Shape;3749;p130"/>
                <p:cNvGrpSpPr/>
                <p:nvPr/>
              </p:nvGrpSpPr>
              <p:grpSpPr>
                <a:xfrm>
                  <a:off x="4275677" y="3065525"/>
                  <a:ext cx="334517" cy="144303"/>
                  <a:chOff x="4275677" y="3065525"/>
                  <a:chExt cx="334517" cy="144303"/>
                </a:xfrm>
              </p:grpSpPr>
              <p:sp>
                <p:nvSpPr>
                  <p:cNvPr id="3750" name="Google Shape;3750;p130"/>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1" name="Google Shape;3751;p130"/>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752" name="Google Shape;3752;p130"/>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3" name="Google Shape;3753;p130"/>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4" name="Google Shape;3754;p130"/>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755" name="Google Shape;3755;p130"/>
          <p:cNvGrpSpPr/>
          <p:nvPr/>
        </p:nvGrpSpPr>
        <p:grpSpPr>
          <a:xfrm flipH="1" rot="5400000">
            <a:off x="557972" y="4696603"/>
            <a:ext cx="16329" cy="218290"/>
            <a:chOff x="10809827" y="4402455"/>
            <a:chExt cx="24764" cy="330993"/>
          </a:xfrm>
        </p:grpSpPr>
        <p:sp>
          <p:nvSpPr>
            <p:cNvPr id="3756" name="Google Shape;3756;p130"/>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7" name="Google Shape;3757;p130"/>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8" name="Google Shape;3758;p130"/>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759" name="Google Shape;3759;p130"/>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130"/>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3761" name="Shape 3761"/>
        <p:cNvGrpSpPr/>
        <p:nvPr/>
      </p:nvGrpSpPr>
      <p:grpSpPr>
        <a:xfrm>
          <a:off x="0" y="0"/>
          <a:ext cx="0" cy="0"/>
          <a:chOff x="0" y="0"/>
          <a:chExt cx="0" cy="0"/>
        </a:xfrm>
      </p:grpSpPr>
      <p:sp>
        <p:nvSpPr>
          <p:cNvPr id="3762" name="Google Shape;3762;p131"/>
          <p:cNvSpPr txBox="1"/>
          <p:nvPr>
            <p:ph type="title"/>
          </p:nvPr>
        </p:nvSpPr>
        <p:spPr>
          <a:xfrm>
            <a:off x="2347938" y="997200"/>
            <a:ext cx="4448100" cy="10587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sz="85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763" name="Google Shape;3763;p131"/>
          <p:cNvSpPr txBox="1"/>
          <p:nvPr>
            <p:ph idx="1" type="subTitle"/>
          </p:nvPr>
        </p:nvSpPr>
        <p:spPr>
          <a:xfrm>
            <a:off x="2347900" y="1841450"/>
            <a:ext cx="4448100" cy="105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764" name="Google Shape;3764;p131"/>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Open Sans"/>
                <a:ea typeface="Open Sans"/>
                <a:cs typeface="Open Sans"/>
                <a:sym typeface="Open Sans"/>
              </a:rPr>
              <a:t>CREDITS:</a:t>
            </a:r>
            <a:r>
              <a:rPr lang="en" sz="1200">
                <a:solidFill>
                  <a:schemeClr val="dk1"/>
                </a:solidFill>
                <a:latin typeface="Open Sans"/>
                <a:ea typeface="Open Sans"/>
                <a:cs typeface="Open Sans"/>
                <a:sym typeface="Open Sans"/>
              </a:rPr>
              <a:t> This presentation template was created by </a:t>
            </a:r>
            <a:r>
              <a:rPr b="1" lang="en" sz="1200" u="sng">
                <a:solidFill>
                  <a:schemeClr val="hlink"/>
                </a:solidFill>
                <a:latin typeface="Open Sans"/>
                <a:ea typeface="Open Sans"/>
                <a:cs typeface="Open Sans"/>
                <a:sym typeface="Open Sans"/>
                <a:hlinkClick r:id="rId2"/>
              </a:rPr>
              <a:t>Slidesgo</a:t>
            </a:r>
            <a:r>
              <a:rPr lang="en" sz="1200">
                <a:solidFill>
                  <a:schemeClr val="dk1"/>
                </a:solidFill>
                <a:latin typeface="Open Sans"/>
                <a:ea typeface="Open Sans"/>
                <a:cs typeface="Open Sans"/>
                <a:sym typeface="Open Sans"/>
              </a:rPr>
              <a:t>, and includes icons, infographics &amp; images by </a:t>
            </a:r>
            <a:r>
              <a:rPr b="1" lang="en" sz="1200" u="sng">
                <a:solidFill>
                  <a:schemeClr val="dk1"/>
                </a:solidFill>
                <a:latin typeface="Open Sans"/>
                <a:ea typeface="Open Sans"/>
                <a:cs typeface="Open Sans"/>
                <a:sym typeface="Open Sans"/>
                <a:hlinkClick r:id="rId3">
                  <a:extLst>
                    <a:ext uri="{A12FA001-AC4F-418D-AE19-62706E023703}">
                      <ahyp:hlinkClr val="tx"/>
                    </a:ext>
                  </a:extLst>
                </a:hlinkClick>
              </a:rPr>
              <a:t>Freepik</a:t>
            </a:r>
            <a:r>
              <a:rPr lang="en" sz="1200" u="sng">
                <a:solidFill>
                  <a:schemeClr val="dk1"/>
                </a:solidFill>
                <a:latin typeface="Open Sans"/>
                <a:ea typeface="Open Sans"/>
                <a:cs typeface="Open Sans"/>
                <a:sym typeface="Open Sans"/>
              </a:rPr>
              <a:t> </a:t>
            </a:r>
            <a:endParaRPr b="1" sz="1200" u="sng">
              <a:solidFill>
                <a:schemeClr val="dk1"/>
              </a:solidFill>
              <a:latin typeface="Open Sans"/>
              <a:ea typeface="Open Sans"/>
              <a:cs typeface="Open Sans"/>
              <a:sym typeface="Open Sans"/>
            </a:endParaRPr>
          </a:p>
        </p:txBody>
      </p:sp>
      <p:sp>
        <p:nvSpPr>
          <p:cNvPr id="3765" name="Google Shape;3765;p131"/>
          <p:cNvSpPr/>
          <p:nvPr/>
        </p:nvSpPr>
        <p:spPr>
          <a:xfrm flipH="1" rot="-2493044">
            <a:off x="-1086706" y="-570280"/>
            <a:ext cx="2902912" cy="23472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31"/>
          <p:cNvSpPr/>
          <p:nvPr/>
        </p:nvSpPr>
        <p:spPr>
          <a:xfrm flipH="1" rot="-5051288">
            <a:off x="7227752" y="3451481"/>
            <a:ext cx="2997828" cy="2576307"/>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31"/>
          <p:cNvSpPr/>
          <p:nvPr/>
        </p:nvSpPr>
        <p:spPr>
          <a:xfrm flipH="1" rot="460638">
            <a:off x="178423" y="3742788"/>
            <a:ext cx="1359611" cy="122255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31"/>
          <p:cNvSpPr/>
          <p:nvPr/>
        </p:nvSpPr>
        <p:spPr>
          <a:xfrm flipH="1" rot="460623">
            <a:off x="6683138" y="-2074210"/>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3769" name="Shape 3769"/>
        <p:cNvGrpSpPr/>
        <p:nvPr/>
      </p:nvGrpSpPr>
      <p:grpSpPr>
        <a:xfrm>
          <a:off x="0" y="0"/>
          <a:ext cx="0" cy="0"/>
          <a:chOff x="0" y="0"/>
          <a:chExt cx="0" cy="0"/>
        </a:xfrm>
      </p:grpSpPr>
      <p:sp>
        <p:nvSpPr>
          <p:cNvPr id="3770" name="Google Shape;3770;p132"/>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32"/>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32"/>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32"/>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4" name="Google Shape;3774;p132"/>
          <p:cNvGrpSpPr/>
          <p:nvPr/>
        </p:nvGrpSpPr>
        <p:grpSpPr>
          <a:xfrm>
            <a:off x="7931872" y="177093"/>
            <a:ext cx="997823" cy="737095"/>
            <a:chOff x="7931872" y="177093"/>
            <a:chExt cx="997823" cy="737095"/>
          </a:xfrm>
        </p:grpSpPr>
        <p:grpSp>
          <p:nvGrpSpPr>
            <p:cNvPr id="3775" name="Google Shape;3775;p132"/>
            <p:cNvGrpSpPr/>
            <p:nvPr/>
          </p:nvGrpSpPr>
          <p:grpSpPr>
            <a:xfrm>
              <a:off x="7931872" y="177093"/>
              <a:ext cx="919725" cy="318025"/>
              <a:chOff x="7230903" y="4635722"/>
              <a:chExt cx="652843" cy="225742"/>
            </a:xfrm>
          </p:grpSpPr>
          <p:sp>
            <p:nvSpPr>
              <p:cNvPr id="3776" name="Google Shape;3776;p132"/>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7" name="Google Shape;3777;p132"/>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778" name="Google Shape;3778;p132"/>
              <p:cNvGrpSpPr/>
              <p:nvPr/>
            </p:nvGrpSpPr>
            <p:grpSpPr>
              <a:xfrm>
                <a:off x="7487126" y="4676394"/>
                <a:ext cx="332041" cy="142684"/>
                <a:chOff x="7487126" y="4676394"/>
                <a:chExt cx="332041" cy="142684"/>
              </a:xfrm>
            </p:grpSpPr>
            <p:sp>
              <p:nvSpPr>
                <p:cNvPr id="3779" name="Google Shape;3779;p132"/>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0" name="Google Shape;3780;p132"/>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1" name="Google Shape;3781;p132"/>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2" name="Google Shape;3782;p132"/>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783" name="Google Shape;3783;p132"/>
            <p:cNvGrpSpPr/>
            <p:nvPr/>
          </p:nvGrpSpPr>
          <p:grpSpPr>
            <a:xfrm>
              <a:off x="7931872" y="596163"/>
              <a:ext cx="919725" cy="318025"/>
              <a:chOff x="7230903" y="4933188"/>
              <a:chExt cx="652843" cy="225742"/>
            </a:xfrm>
          </p:grpSpPr>
          <p:grpSp>
            <p:nvGrpSpPr>
              <p:cNvPr id="3784" name="Google Shape;3784;p132"/>
              <p:cNvGrpSpPr/>
              <p:nvPr/>
            </p:nvGrpSpPr>
            <p:grpSpPr>
              <a:xfrm>
                <a:off x="7230903" y="4933188"/>
                <a:ext cx="652843" cy="225742"/>
                <a:chOff x="7230903" y="4933188"/>
                <a:chExt cx="652843" cy="225742"/>
              </a:xfrm>
            </p:grpSpPr>
            <p:sp>
              <p:nvSpPr>
                <p:cNvPr id="3785" name="Google Shape;3785;p132"/>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6" name="Google Shape;3786;p132"/>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787" name="Google Shape;3787;p132"/>
                <p:cNvGrpSpPr/>
                <p:nvPr/>
              </p:nvGrpSpPr>
              <p:grpSpPr>
                <a:xfrm>
                  <a:off x="7487126" y="4973859"/>
                  <a:ext cx="332041" cy="142684"/>
                  <a:chOff x="7487126" y="4973859"/>
                  <a:chExt cx="332041" cy="142684"/>
                </a:xfrm>
              </p:grpSpPr>
              <p:sp>
                <p:nvSpPr>
                  <p:cNvPr id="3788" name="Google Shape;3788;p132"/>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9" name="Google Shape;3789;p132"/>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0" name="Google Shape;3790;p132"/>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1" name="Google Shape;3791;p132"/>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792" name="Google Shape;3792;p132"/>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793" name="Google Shape;3793;p132"/>
            <p:cNvGrpSpPr/>
            <p:nvPr/>
          </p:nvGrpSpPr>
          <p:grpSpPr>
            <a:xfrm>
              <a:off x="8756326" y="539537"/>
              <a:ext cx="173370" cy="112691"/>
              <a:chOff x="7816120" y="4892994"/>
              <a:chExt cx="123062" cy="79991"/>
            </a:xfrm>
          </p:grpSpPr>
          <p:grpSp>
            <p:nvGrpSpPr>
              <p:cNvPr id="3794" name="Google Shape;3794;p132"/>
              <p:cNvGrpSpPr/>
              <p:nvPr/>
            </p:nvGrpSpPr>
            <p:grpSpPr>
              <a:xfrm>
                <a:off x="7816120" y="4902803"/>
                <a:ext cx="123062" cy="63817"/>
                <a:chOff x="7816120" y="4902803"/>
                <a:chExt cx="123062" cy="63817"/>
              </a:xfrm>
            </p:grpSpPr>
            <p:sp>
              <p:nvSpPr>
                <p:cNvPr id="3795" name="Google Shape;3795;p132"/>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6" name="Google Shape;3796;p132"/>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797" name="Google Shape;3797;p132"/>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3798" name="Shape 3798"/>
        <p:cNvGrpSpPr/>
        <p:nvPr/>
      </p:nvGrpSpPr>
      <p:grpSpPr>
        <a:xfrm>
          <a:off x="0" y="0"/>
          <a:ext cx="0" cy="0"/>
          <a:chOff x="0" y="0"/>
          <a:chExt cx="0" cy="0"/>
        </a:xfrm>
      </p:grpSpPr>
      <p:sp>
        <p:nvSpPr>
          <p:cNvPr id="3799" name="Google Shape;3799;p133"/>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33"/>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1" name="Google Shape;3801;p133"/>
          <p:cNvGrpSpPr/>
          <p:nvPr/>
        </p:nvGrpSpPr>
        <p:grpSpPr>
          <a:xfrm>
            <a:off x="65066" y="4373044"/>
            <a:ext cx="878158" cy="654532"/>
            <a:chOff x="1114425" y="4361211"/>
            <a:chExt cx="573023" cy="427101"/>
          </a:xfrm>
        </p:grpSpPr>
        <p:grpSp>
          <p:nvGrpSpPr>
            <p:cNvPr id="3802" name="Google Shape;3802;p133"/>
            <p:cNvGrpSpPr/>
            <p:nvPr/>
          </p:nvGrpSpPr>
          <p:grpSpPr>
            <a:xfrm>
              <a:off x="1114425" y="4361211"/>
              <a:ext cx="573023" cy="427101"/>
              <a:chOff x="1114425" y="4361211"/>
              <a:chExt cx="573023" cy="427101"/>
            </a:xfrm>
          </p:grpSpPr>
          <p:sp>
            <p:nvSpPr>
              <p:cNvPr id="3803" name="Google Shape;3803;p133"/>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4" name="Google Shape;3804;p133"/>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5" name="Google Shape;3805;p133"/>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806" name="Google Shape;3806;p133"/>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07" name="Google Shape;3807;p133"/>
          <p:cNvGrpSpPr/>
          <p:nvPr/>
        </p:nvGrpSpPr>
        <p:grpSpPr>
          <a:xfrm>
            <a:off x="8114970" y="266839"/>
            <a:ext cx="829992" cy="750888"/>
            <a:chOff x="8114596" y="445039"/>
            <a:chExt cx="633002" cy="572716"/>
          </a:xfrm>
        </p:grpSpPr>
        <p:grpSp>
          <p:nvGrpSpPr>
            <p:cNvPr id="3808" name="Google Shape;3808;p133"/>
            <p:cNvGrpSpPr/>
            <p:nvPr/>
          </p:nvGrpSpPr>
          <p:grpSpPr>
            <a:xfrm>
              <a:off x="8114596" y="445039"/>
              <a:ext cx="633002" cy="572716"/>
              <a:chOff x="7189660" y="520827"/>
              <a:chExt cx="598074" cy="541115"/>
            </a:xfrm>
          </p:grpSpPr>
          <p:sp>
            <p:nvSpPr>
              <p:cNvPr id="3809" name="Google Shape;3809;p133"/>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810" name="Google Shape;3810;p133"/>
              <p:cNvGrpSpPr/>
              <p:nvPr/>
            </p:nvGrpSpPr>
            <p:grpSpPr>
              <a:xfrm>
                <a:off x="7579137" y="551973"/>
                <a:ext cx="164782" cy="41529"/>
                <a:chOff x="7579137" y="551973"/>
                <a:chExt cx="164782" cy="41529"/>
              </a:xfrm>
            </p:grpSpPr>
            <p:sp>
              <p:nvSpPr>
                <p:cNvPr id="3811" name="Google Shape;3811;p133"/>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2" name="Google Shape;3812;p133"/>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3" name="Google Shape;3813;p133"/>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814" name="Google Shape;3814;p133"/>
            <p:cNvGrpSpPr/>
            <p:nvPr/>
          </p:nvGrpSpPr>
          <p:grpSpPr>
            <a:xfrm>
              <a:off x="8184962" y="619646"/>
              <a:ext cx="498115" cy="257273"/>
              <a:chOff x="7256144" y="685800"/>
              <a:chExt cx="470630" cy="243077"/>
            </a:xfrm>
          </p:grpSpPr>
          <p:sp>
            <p:nvSpPr>
              <p:cNvPr id="3815" name="Google Shape;3815;p133"/>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816" name="Google Shape;3816;p133"/>
              <p:cNvGrpSpPr/>
              <p:nvPr/>
            </p:nvGrpSpPr>
            <p:grpSpPr>
              <a:xfrm>
                <a:off x="7512843" y="685800"/>
                <a:ext cx="213931" cy="243077"/>
                <a:chOff x="7512843" y="685800"/>
                <a:chExt cx="213931" cy="243077"/>
              </a:xfrm>
            </p:grpSpPr>
            <p:grpSp>
              <p:nvGrpSpPr>
                <p:cNvPr id="3817" name="Google Shape;3817;p133"/>
                <p:cNvGrpSpPr/>
                <p:nvPr/>
              </p:nvGrpSpPr>
              <p:grpSpPr>
                <a:xfrm>
                  <a:off x="7512843" y="836580"/>
                  <a:ext cx="213931" cy="92297"/>
                  <a:chOff x="7512843" y="836580"/>
                  <a:chExt cx="213931" cy="92297"/>
                </a:xfrm>
              </p:grpSpPr>
              <p:sp>
                <p:nvSpPr>
                  <p:cNvPr id="3818" name="Google Shape;3818;p133"/>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9" name="Google Shape;3819;p133"/>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20" name="Google Shape;3820;p133"/>
                <p:cNvGrpSpPr/>
                <p:nvPr/>
              </p:nvGrpSpPr>
              <p:grpSpPr>
                <a:xfrm>
                  <a:off x="7512843" y="761238"/>
                  <a:ext cx="213931" cy="92296"/>
                  <a:chOff x="7512843" y="761238"/>
                  <a:chExt cx="213931" cy="92296"/>
                </a:xfrm>
              </p:grpSpPr>
              <p:sp>
                <p:nvSpPr>
                  <p:cNvPr id="3821" name="Google Shape;3821;p133"/>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2" name="Google Shape;3822;p133"/>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23" name="Google Shape;3823;p133"/>
                <p:cNvGrpSpPr/>
                <p:nvPr/>
              </p:nvGrpSpPr>
              <p:grpSpPr>
                <a:xfrm>
                  <a:off x="7512843" y="685800"/>
                  <a:ext cx="213931" cy="92297"/>
                  <a:chOff x="7512843" y="685800"/>
                  <a:chExt cx="213931" cy="92297"/>
                </a:xfrm>
              </p:grpSpPr>
              <p:sp>
                <p:nvSpPr>
                  <p:cNvPr id="3824" name="Google Shape;3824;p133"/>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5" name="Google Shape;3825;p133"/>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3829" name="Shape 3829"/>
        <p:cNvGrpSpPr/>
        <p:nvPr/>
      </p:nvGrpSpPr>
      <p:grpSpPr>
        <a:xfrm>
          <a:off x="0" y="0"/>
          <a:ext cx="0" cy="0"/>
          <a:chOff x="0" y="0"/>
          <a:chExt cx="0" cy="0"/>
        </a:xfrm>
      </p:grpSpPr>
      <p:sp>
        <p:nvSpPr>
          <p:cNvPr id="3830" name="Google Shape;3830;p135"/>
          <p:cNvSpPr txBox="1"/>
          <p:nvPr>
            <p:ph type="ctrTitle"/>
          </p:nvPr>
        </p:nvSpPr>
        <p:spPr>
          <a:xfrm>
            <a:off x="713225" y="1144500"/>
            <a:ext cx="4112100" cy="23787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5000">
                <a:latin typeface="Epilogue"/>
                <a:ea typeface="Epilogue"/>
                <a:cs typeface="Epilogue"/>
                <a:sym typeface="Epilogu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3831" name="Google Shape;3831;p135"/>
          <p:cNvSpPr txBox="1"/>
          <p:nvPr>
            <p:ph idx="1" type="subTitle"/>
          </p:nvPr>
        </p:nvSpPr>
        <p:spPr>
          <a:xfrm>
            <a:off x="713225" y="3523200"/>
            <a:ext cx="41121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latin typeface="Lato"/>
                <a:ea typeface="Lato"/>
                <a:cs typeface="Lato"/>
                <a:sym typeface="La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3832" name="Google Shape;3832;p135"/>
          <p:cNvSpPr/>
          <p:nvPr/>
        </p:nvSpPr>
        <p:spPr>
          <a:xfrm rot="10800000">
            <a:off x="-1604593" y="-845132"/>
            <a:ext cx="3281418" cy="21328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35"/>
          <p:cNvSpPr/>
          <p:nvPr/>
        </p:nvSpPr>
        <p:spPr>
          <a:xfrm flipH="1" rot="-9899992">
            <a:off x="-1515196" y="4121356"/>
            <a:ext cx="3953580" cy="192177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834" name="Shape 3834"/>
        <p:cNvGrpSpPr/>
        <p:nvPr/>
      </p:nvGrpSpPr>
      <p:grpSpPr>
        <a:xfrm>
          <a:off x="0" y="0"/>
          <a:ext cx="0" cy="0"/>
          <a:chOff x="0" y="0"/>
          <a:chExt cx="0" cy="0"/>
        </a:xfrm>
      </p:grpSpPr>
      <p:sp>
        <p:nvSpPr>
          <p:cNvPr id="3835" name="Google Shape;3835;p136"/>
          <p:cNvSpPr txBox="1"/>
          <p:nvPr>
            <p:ph type="title"/>
          </p:nvPr>
        </p:nvSpPr>
        <p:spPr>
          <a:xfrm>
            <a:off x="4047175" y="2571975"/>
            <a:ext cx="43836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836" name="Google Shape;3836;p136"/>
          <p:cNvSpPr txBox="1"/>
          <p:nvPr>
            <p:ph hasCustomPrompt="1" idx="2" type="title"/>
          </p:nvPr>
        </p:nvSpPr>
        <p:spPr>
          <a:xfrm>
            <a:off x="4047175" y="1321975"/>
            <a:ext cx="1235700" cy="841800"/>
          </a:xfrm>
          <a:prstGeom prst="rect">
            <a:avLst/>
          </a:prstGeom>
          <a:noFill/>
        </p:spPr>
        <p:txBody>
          <a:bodyPr anchorCtr="0" anchor="b"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3837" name="Google Shape;3837;p136"/>
          <p:cNvSpPr/>
          <p:nvPr>
            <p:ph idx="3" type="pic"/>
          </p:nvPr>
        </p:nvSpPr>
        <p:spPr>
          <a:xfrm>
            <a:off x="484625" y="1076550"/>
            <a:ext cx="2990400" cy="2990400"/>
          </a:xfrm>
          <a:prstGeom prst="roundRect">
            <a:avLst>
              <a:gd fmla="val 16667" name="adj"/>
            </a:avLst>
          </a:prstGeom>
          <a:noFill/>
          <a:ln>
            <a:noFill/>
          </a:ln>
        </p:spPr>
      </p:sp>
      <p:sp>
        <p:nvSpPr>
          <p:cNvPr id="3838" name="Google Shape;3838;p136"/>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36"/>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36"/>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841" name="Shape 3841"/>
        <p:cNvGrpSpPr/>
        <p:nvPr/>
      </p:nvGrpSpPr>
      <p:grpSpPr>
        <a:xfrm>
          <a:off x="0" y="0"/>
          <a:ext cx="0" cy="0"/>
          <a:chOff x="0" y="0"/>
          <a:chExt cx="0" cy="0"/>
        </a:xfrm>
      </p:grpSpPr>
      <p:sp>
        <p:nvSpPr>
          <p:cNvPr id="3842" name="Google Shape;3842;p1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843" name="Google Shape;3843;p137"/>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3844" name="Google Shape;3844;p137"/>
          <p:cNvSpPr/>
          <p:nvPr/>
        </p:nvSpPr>
        <p:spPr>
          <a:xfrm flipH="1" rot="-4014673">
            <a:off x="-1798429" y="-1029372"/>
            <a:ext cx="3158476" cy="250963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37"/>
          <p:cNvSpPr/>
          <p:nvPr/>
        </p:nvSpPr>
        <p:spPr>
          <a:xfrm flipH="1">
            <a:off x="8355841" y="2667287"/>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846" name="Google Shape;3846;p137"/>
          <p:cNvGrpSpPr/>
          <p:nvPr/>
        </p:nvGrpSpPr>
        <p:grpSpPr>
          <a:xfrm flipH="1">
            <a:off x="8380540" y="1729933"/>
            <a:ext cx="668783" cy="959747"/>
            <a:chOff x="10519314" y="4728596"/>
            <a:chExt cx="751780" cy="1078731"/>
          </a:xfrm>
        </p:grpSpPr>
        <p:grpSp>
          <p:nvGrpSpPr>
            <p:cNvPr id="3847" name="Google Shape;3847;p137"/>
            <p:cNvGrpSpPr/>
            <p:nvPr/>
          </p:nvGrpSpPr>
          <p:grpSpPr>
            <a:xfrm>
              <a:off x="10519314" y="4728596"/>
              <a:ext cx="626662" cy="1078731"/>
              <a:chOff x="10519314" y="4728596"/>
              <a:chExt cx="626662" cy="1078731"/>
            </a:xfrm>
          </p:grpSpPr>
          <p:grpSp>
            <p:nvGrpSpPr>
              <p:cNvPr id="3848" name="Google Shape;3848;p137"/>
              <p:cNvGrpSpPr/>
              <p:nvPr/>
            </p:nvGrpSpPr>
            <p:grpSpPr>
              <a:xfrm>
                <a:off x="10903220" y="4888205"/>
                <a:ext cx="242756" cy="919122"/>
                <a:chOff x="10903220" y="4888205"/>
                <a:chExt cx="242756" cy="919122"/>
              </a:xfrm>
            </p:grpSpPr>
            <p:sp>
              <p:nvSpPr>
                <p:cNvPr id="3849" name="Google Shape;3849;p137"/>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0" name="Google Shape;3850;p137"/>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1" name="Google Shape;3851;p137"/>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852" name="Google Shape;3852;p137"/>
                <p:cNvGrpSpPr/>
                <p:nvPr/>
              </p:nvGrpSpPr>
              <p:grpSpPr>
                <a:xfrm>
                  <a:off x="11014221" y="5588618"/>
                  <a:ext cx="100021" cy="114784"/>
                  <a:chOff x="11014221" y="5588618"/>
                  <a:chExt cx="100021" cy="114784"/>
                </a:xfrm>
              </p:grpSpPr>
              <p:sp>
                <p:nvSpPr>
                  <p:cNvPr id="3853" name="Google Shape;3853;p137"/>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4" name="Google Shape;3854;p137"/>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5" name="Google Shape;3855;p137"/>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6" name="Google Shape;3856;p137"/>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857" name="Google Shape;3857;p137"/>
              <p:cNvGrpSpPr/>
              <p:nvPr/>
            </p:nvGrpSpPr>
            <p:grpSpPr>
              <a:xfrm>
                <a:off x="10718623" y="4728596"/>
                <a:ext cx="229169" cy="1075979"/>
                <a:chOff x="10718623" y="4728596"/>
                <a:chExt cx="229169" cy="1075979"/>
              </a:xfrm>
            </p:grpSpPr>
            <p:sp>
              <p:nvSpPr>
                <p:cNvPr id="3858" name="Google Shape;3858;p137"/>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9" name="Google Shape;3859;p137"/>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860" name="Google Shape;3860;p137"/>
                <p:cNvGrpSpPr/>
                <p:nvPr/>
              </p:nvGrpSpPr>
              <p:grpSpPr>
                <a:xfrm>
                  <a:off x="10765015" y="5040134"/>
                  <a:ext cx="116314" cy="49775"/>
                  <a:chOff x="10765015" y="5040134"/>
                  <a:chExt cx="116314" cy="49775"/>
                </a:xfrm>
              </p:grpSpPr>
              <p:sp>
                <p:nvSpPr>
                  <p:cNvPr id="3861" name="Google Shape;3861;p137"/>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2" name="Google Shape;3862;p137"/>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63" name="Google Shape;3863;p137"/>
                <p:cNvGrpSpPr/>
                <p:nvPr/>
              </p:nvGrpSpPr>
              <p:grpSpPr>
                <a:xfrm>
                  <a:off x="10784825" y="5436314"/>
                  <a:ext cx="116414" cy="49961"/>
                  <a:chOff x="10784825" y="5436314"/>
                  <a:chExt cx="116414" cy="49961"/>
                </a:xfrm>
              </p:grpSpPr>
              <p:sp>
                <p:nvSpPr>
                  <p:cNvPr id="3864" name="Google Shape;3864;p137"/>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5" name="Google Shape;3865;p137"/>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866" name="Google Shape;3866;p137"/>
              <p:cNvGrpSpPr/>
              <p:nvPr/>
            </p:nvGrpSpPr>
            <p:grpSpPr>
              <a:xfrm>
                <a:off x="10519314" y="4813458"/>
                <a:ext cx="202120" cy="992123"/>
                <a:chOff x="10519314" y="4813458"/>
                <a:chExt cx="202120" cy="992123"/>
              </a:xfrm>
            </p:grpSpPr>
            <p:sp>
              <p:nvSpPr>
                <p:cNvPr id="3867" name="Google Shape;3867;p137"/>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8" name="Google Shape;3868;p137"/>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869" name="Google Shape;3869;p137"/>
                <p:cNvGrpSpPr/>
                <p:nvPr/>
              </p:nvGrpSpPr>
              <p:grpSpPr>
                <a:xfrm>
                  <a:off x="10556176" y="5465730"/>
                  <a:ext cx="128397" cy="44196"/>
                  <a:chOff x="10556176" y="5465730"/>
                  <a:chExt cx="128397" cy="44196"/>
                </a:xfrm>
              </p:grpSpPr>
              <p:sp>
                <p:nvSpPr>
                  <p:cNvPr id="3870" name="Google Shape;3870;p137"/>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1" name="Google Shape;3871;p137"/>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72" name="Google Shape;3872;p137"/>
                <p:cNvGrpSpPr/>
                <p:nvPr/>
              </p:nvGrpSpPr>
              <p:grpSpPr>
                <a:xfrm>
                  <a:off x="10556176" y="5689187"/>
                  <a:ext cx="128397" cy="44196"/>
                  <a:chOff x="10556176" y="5689187"/>
                  <a:chExt cx="128397" cy="44196"/>
                </a:xfrm>
              </p:grpSpPr>
              <p:sp>
                <p:nvSpPr>
                  <p:cNvPr id="3873" name="Google Shape;3873;p137"/>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4" name="Google Shape;3874;p137"/>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3875" name="Google Shape;3875;p137"/>
            <p:cNvGrpSpPr/>
            <p:nvPr/>
          </p:nvGrpSpPr>
          <p:grpSpPr>
            <a:xfrm>
              <a:off x="11058042" y="5088325"/>
              <a:ext cx="213052" cy="717953"/>
              <a:chOff x="11058042" y="5088325"/>
              <a:chExt cx="213052" cy="717953"/>
            </a:xfrm>
          </p:grpSpPr>
          <p:sp>
            <p:nvSpPr>
              <p:cNvPr id="3876" name="Google Shape;3876;p137"/>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7" name="Google Shape;3877;p137"/>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878" name="Google Shape;3878;p137"/>
          <p:cNvGrpSpPr/>
          <p:nvPr/>
        </p:nvGrpSpPr>
        <p:grpSpPr>
          <a:xfrm flipH="1">
            <a:off x="8485925" y="662239"/>
            <a:ext cx="516117" cy="779220"/>
            <a:chOff x="10572463" y="3528536"/>
            <a:chExt cx="580168" cy="875823"/>
          </a:xfrm>
        </p:grpSpPr>
        <p:grpSp>
          <p:nvGrpSpPr>
            <p:cNvPr id="3879" name="Google Shape;3879;p137"/>
            <p:cNvGrpSpPr/>
            <p:nvPr/>
          </p:nvGrpSpPr>
          <p:grpSpPr>
            <a:xfrm>
              <a:off x="10713815" y="3528536"/>
              <a:ext cx="438816" cy="746664"/>
              <a:chOff x="10713815" y="3528536"/>
              <a:chExt cx="438816" cy="746664"/>
            </a:xfrm>
          </p:grpSpPr>
          <p:sp>
            <p:nvSpPr>
              <p:cNvPr id="3880" name="Google Shape;3880;p137"/>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881" name="Google Shape;3881;p137"/>
              <p:cNvGrpSpPr/>
              <p:nvPr/>
            </p:nvGrpSpPr>
            <p:grpSpPr>
              <a:xfrm>
                <a:off x="10776489" y="3625310"/>
                <a:ext cx="313848" cy="288226"/>
                <a:chOff x="10776489" y="3625310"/>
                <a:chExt cx="313848" cy="288226"/>
              </a:xfrm>
            </p:grpSpPr>
            <p:sp>
              <p:nvSpPr>
                <p:cNvPr id="3882" name="Google Shape;3882;p137"/>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3" name="Google Shape;3883;p137"/>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4" name="Google Shape;3884;p137"/>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5" name="Google Shape;3885;p137"/>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6" name="Google Shape;3886;p137"/>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7" name="Google Shape;3887;p137"/>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88" name="Google Shape;3888;p137"/>
              <p:cNvGrpSpPr/>
              <p:nvPr/>
            </p:nvGrpSpPr>
            <p:grpSpPr>
              <a:xfrm>
                <a:off x="10776489" y="3999547"/>
                <a:ext cx="313848" cy="181546"/>
                <a:chOff x="10776489" y="3999547"/>
                <a:chExt cx="313848" cy="181546"/>
              </a:xfrm>
            </p:grpSpPr>
            <p:sp>
              <p:nvSpPr>
                <p:cNvPr id="3889" name="Google Shape;3889;p137"/>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0" name="Google Shape;3890;p137"/>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1" name="Google Shape;3891;p137"/>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2" name="Google Shape;3892;p137"/>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893" name="Google Shape;3893;p137"/>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94" name="Google Shape;3894;p137"/>
            <p:cNvGrpSpPr/>
            <p:nvPr/>
          </p:nvGrpSpPr>
          <p:grpSpPr>
            <a:xfrm>
              <a:off x="10572463" y="3657790"/>
              <a:ext cx="438817" cy="746569"/>
              <a:chOff x="10572463" y="3657790"/>
              <a:chExt cx="438817" cy="746569"/>
            </a:xfrm>
          </p:grpSpPr>
          <p:sp>
            <p:nvSpPr>
              <p:cNvPr id="3895" name="Google Shape;3895;p137"/>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896" name="Google Shape;3896;p137"/>
              <p:cNvGrpSpPr/>
              <p:nvPr/>
            </p:nvGrpSpPr>
            <p:grpSpPr>
              <a:xfrm>
                <a:off x="10635138" y="3754469"/>
                <a:ext cx="313848" cy="288321"/>
                <a:chOff x="10635138" y="3754469"/>
                <a:chExt cx="313848" cy="288321"/>
              </a:xfrm>
            </p:grpSpPr>
            <p:sp>
              <p:nvSpPr>
                <p:cNvPr id="3897" name="Google Shape;3897;p137"/>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8" name="Google Shape;3898;p137"/>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9" name="Google Shape;3899;p137"/>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0" name="Google Shape;3900;p137"/>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1" name="Google Shape;3901;p137"/>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2" name="Google Shape;3902;p137"/>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03" name="Google Shape;3903;p137"/>
              <p:cNvGrpSpPr/>
              <p:nvPr/>
            </p:nvGrpSpPr>
            <p:grpSpPr>
              <a:xfrm>
                <a:off x="10635138" y="4128801"/>
                <a:ext cx="313848" cy="181547"/>
                <a:chOff x="10635138" y="4128801"/>
                <a:chExt cx="313848" cy="181547"/>
              </a:xfrm>
            </p:grpSpPr>
            <p:sp>
              <p:nvSpPr>
                <p:cNvPr id="3904" name="Google Shape;3904;p137"/>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5" name="Google Shape;3905;p137"/>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6" name="Google Shape;3906;p137"/>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7" name="Google Shape;3907;p137"/>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908" name="Google Shape;3908;p137"/>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909" name="Google Shape;3909;p137"/>
          <p:cNvGrpSpPr/>
          <p:nvPr/>
        </p:nvGrpSpPr>
        <p:grpSpPr>
          <a:xfrm flipH="1">
            <a:off x="8768853" y="1439765"/>
            <a:ext cx="22030" cy="294484"/>
            <a:chOff x="10809827" y="4402455"/>
            <a:chExt cx="24764" cy="330993"/>
          </a:xfrm>
        </p:grpSpPr>
        <p:sp>
          <p:nvSpPr>
            <p:cNvPr id="3910" name="Google Shape;3910;p137"/>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1" name="Google Shape;3911;p137"/>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2" name="Google Shape;3912;p137"/>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913" name="Google Shape;3913;p137"/>
          <p:cNvSpPr/>
          <p:nvPr/>
        </p:nvSpPr>
        <p:spPr>
          <a:xfrm flipH="1" rot="8662747">
            <a:off x="7370974" y="4168319"/>
            <a:ext cx="2746019" cy="19216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14" name="Google Shape;3914;p137"/>
          <p:cNvGrpSpPr/>
          <p:nvPr/>
        </p:nvGrpSpPr>
        <p:grpSpPr>
          <a:xfrm flipH="1">
            <a:off x="122956" y="4228558"/>
            <a:ext cx="829992" cy="750888"/>
            <a:chOff x="8114596" y="445039"/>
            <a:chExt cx="633002" cy="572716"/>
          </a:xfrm>
        </p:grpSpPr>
        <p:grpSp>
          <p:nvGrpSpPr>
            <p:cNvPr id="3915" name="Google Shape;3915;p137"/>
            <p:cNvGrpSpPr/>
            <p:nvPr/>
          </p:nvGrpSpPr>
          <p:grpSpPr>
            <a:xfrm>
              <a:off x="8114596" y="445039"/>
              <a:ext cx="633002" cy="572716"/>
              <a:chOff x="7189660" y="520827"/>
              <a:chExt cx="598074" cy="541115"/>
            </a:xfrm>
          </p:grpSpPr>
          <p:sp>
            <p:nvSpPr>
              <p:cNvPr id="3916" name="Google Shape;3916;p137"/>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917" name="Google Shape;3917;p137"/>
              <p:cNvGrpSpPr/>
              <p:nvPr/>
            </p:nvGrpSpPr>
            <p:grpSpPr>
              <a:xfrm>
                <a:off x="7579137" y="551973"/>
                <a:ext cx="164782" cy="41529"/>
                <a:chOff x="7579137" y="551973"/>
                <a:chExt cx="164782" cy="41529"/>
              </a:xfrm>
            </p:grpSpPr>
            <p:sp>
              <p:nvSpPr>
                <p:cNvPr id="3918" name="Google Shape;3918;p137"/>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9" name="Google Shape;3919;p137"/>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0" name="Google Shape;3920;p137"/>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921" name="Google Shape;3921;p137"/>
            <p:cNvGrpSpPr/>
            <p:nvPr/>
          </p:nvGrpSpPr>
          <p:grpSpPr>
            <a:xfrm>
              <a:off x="8184962" y="619646"/>
              <a:ext cx="498115" cy="257273"/>
              <a:chOff x="7256144" y="685800"/>
              <a:chExt cx="470630" cy="243077"/>
            </a:xfrm>
          </p:grpSpPr>
          <p:sp>
            <p:nvSpPr>
              <p:cNvPr id="3922" name="Google Shape;3922;p137"/>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923" name="Google Shape;3923;p137"/>
              <p:cNvGrpSpPr/>
              <p:nvPr/>
            </p:nvGrpSpPr>
            <p:grpSpPr>
              <a:xfrm>
                <a:off x="7512843" y="685800"/>
                <a:ext cx="213931" cy="243077"/>
                <a:chOff x="7512843" y="685800"/>
                <a:chExt cx="213931" cy="243077"/>
              </a:xfrm>
            </p:grpSpPr>
            <p:grpSp>
              <p:nvGrpSpPr>
                <p:cNvPr id="3924" name="Google Shape;3924;p137"/>
                <p:cNvGrpSpPr/>
                <p:nvPr/>
              </p:nvGrpSpPr>
              <p:grpSpPr>
                <a:xfrm>
                  <a:off x="7512843" y="836580"/>
                  <a:ext cx="213931" cy="92297"/>
                  <a:chOff x="7512843" y="836580"/>
                  <a:chExt cx="213931" cy="92297"/>
                </a:xfrm>
              </p:grpSpPr>
              <p:sp>
                <p:nvSpPr>
                  <p:cNvPr id="3925" name="Google Shape;3925;p137"/>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6" name="Google Shape;3926;p137"/>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27" name="Google Shape;3927;p137"/>
                <p:cNvGrpSpPr/>
                <p:nvPr/>
              </p:nvGrpSpPr>
              <p:grpSpPr>
                <a:xfrm>
                  <a:off x="7512843" y="761238"/>
                  <a:ext cx="213931" cy="92296"/>
                  <a:chOff x="7512843" y="761238"/>
                  <a:chExt cx="213931" cy="92296"/>
                </a:xfrm>
              </p:grpSpPr>
              <p:sp>
                <p:nvSpPr>
                  <p:cNvPr id="3928" name="Google Shape;3928;p137"/>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9" name="Google Shape;3929;p137"/>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30" name="Google Shape;3930;p137"/>
                <p:cNvGrpSpPr/>
                <p:nvPr/>
              </p:nvGrpSpPr>
              <p:grpSpPr>
                <a:xfrm>
                  <a:off x="7512843" y="685800"/>
                  <a:ext cx="213931" cy="92297"/>
                  <a:chOff x="7512843" y="685800"/>
                  <a:chExt cx="213931" cy="92297"/>
                </a:xfrm>
              </p:grpSpPr>
              <p:sp>
                <p:nvSpPr>
                  <p:cNvPr id="3931" name="Google Shape;3931;p137"/>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2" name="Google Shape;3932;p137"/>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933" name="Shape 3933"/>
        <p:cNvGrpSpPr/>
        <p:nvPr/>
      </p:nvGrpSpPr>
      <p:grpSpPr>
        <a:xfrm>
          <a:off x="0" y="0"/>
          <a:ext cx="0" cy="0"/>
          <a:chOff x="0" y="0"/>
          <a:chExt cx="0" cy="0"/>
        </a:xfrm>
      </p:grpSpPr>
      <p:sp>
        <p:nvSpPr>
          <p:cNvPr id="3934" name="Google Shape;3934;p1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935" name="Google Shape;3935;p138"/>
          <p:cNvSpPr txBox="1"/>
          <p:nvPr>
            <p:ph idx="1" type="subTitle"/>
          </p:nvPr>
        </p:nvSpPr>
        <p:spPr>
          <a:xfrm>
            <a:off x="4679150"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936" name="Google Shape;3936;p138"/>
          <p:cNvSpPr txBox="1"/>
          <p:nvPr>
            <p:ph idx="2" type="subTitle"/>
          </p:nvPr>
        </p:nvSpPr>
        <p:spPr>
          <a:xfrm>
            <a:off x="1080525"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937" name="Google Shape;3937;p138"/>
          <p:cNvSpPr txBox="1"/>
          <p:nvPr>
            <p:ph idx="3" type="subTitle"/>
          </p:nvPr>
        </p:nvSpPr>
        <p:spPr>
          <a:xfrm>
            <a:off x="1080536"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938" name="Google Shape;3938;p138"/>
          <p:cNvSpPr txBox="1"/>
          <p:nvPr>
            <p:ph idx="4" type="subTitle"/>
          </p:nvPr>
        </p:nvSpPr>
        <p:spPr>
          <a:xfrm>
            <a:off x="4679164"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939" name="Google Shape;3939;p138"/>
          <p:cNvSpPr/>
          <p:nvPr/>
        </p:nvSpPr>
        <p:spPr>
          <a:xfrm rot="5551952">
            <a:off x="-721531" y="4084618"/>
            <a:ext cx="2053998" cy="17652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38"/>
          <p:cNvSpPr/>
          <p:nvPr/>
        </p:nvSpPr>
        <p:spPr>
          <a:xfrm rot="-460685">
            <a:off x="-850641" y="-888875"/>
            <a:ext cx="2082611" cy="168399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138"/>
          <p:cNvSpPr/>
          <p:nvPr/>
        </p:nvSpPr>
        <p:spPr>
          <a:xfrm rot="3259731">
            <a:off x="7063135" y="-804478"/>
            <a:ext cx="3168421" cy="25619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942" name="Shape 3942"/>
        <p:cNvGrpSpPr/>
        <p:nvPr/>
      </p:nvGrpSpPr>
      <p:grpSpPr>
        <a:xfrm>
          <a:off x="0" y="0"/>
          <a:ext cx="0" cy="0"/>
          <a:chOff x="0" y="0"/>
          <a:chExt cx="0" cy="0"/>
        </a:xfrm>
      </p:grpSpPr>
      <p:sp>
        <p:nvSpPr>
          <p:cNvPr id="3943" name="Google Shape;3943;p1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944" name="Google Shape;3944;p139"/>
          <p:cNvSpPr/>
          <p:nvPr/>
        </p:nvSpPr>
        <p:spPr>
          <a:xfrm rot="-9076707">
            <a:off x="85462" y="-755109"/>
            <a:ext cx="1683799" cy="1313891"/>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5" name="Google Shape;3945;p139"/>
          <p:cNvGrpSpPr/>
          <p:nvPr/>
        </p:nvGrpSpPr>
        <p:grpSpPr>
          <a:xfrm>
            <a:off x="6779278" y="192982"/>
            <a:ext cx="2107998" cy="297419"/>
            <a:chOff x="6108096" y="3265836"/>
            <a:chExt cx="1633727" cy="230504"/>
          </a:xfrm>
        </p:grpSpPr>
        <p:sp>
          <p:nvSpPr>
            <p:cNvPr id="3946" name="Google Shape;3946;p139"/>
            <p:cNvSpPr/>
            <p:nvPr/>
          </p:nvSpPr>
          <p:spPr>
            <a:xfrm>
              <a:off x="6108096" y="3265836"/>
              <a:ext cx="1633727" cy="230504"/>
            </a:xfrm>
            <a:custGeom>
              <a:rect b="b" l="l" r="r" t="t"/>
              <a:pathLst>
                <a:path extrusionOk="0" h="230504" w="1633727">
                  <a:moveTo>
                    <a:pt x="1518476" y="0"/>
                  </a:moveTo>
                  <a:cubicBezTo>
                    <a:pt x="1582128" y="0"/>
                    <a:pt x="1633728" y="51600"/>
                    <a:pt x="1633728" y="115253"/>
                  </a:cubicBezTo>
                  <a:lnTo>
                    <a:pt x="1633728" y="115253"/>
                  </a:lnTo>
                  <a:cubicBezTo>
                    <a:pt x="1633728" y="178905"/>
                    <a:pt x="1582128" y="230505"/>
                    <a:pt x="1518476" y="230505"/>
                  </a:cubicBezTo>
                  <a:lnTo>
                    <a:pt x="115252" y="230505"/>
                  </a:lnTo>
                  <a:cubicBezTo>
                    <a:pt x="51601" y="230505"/>
                    <a:pt x="0" y="178905"/>
                    <a:pt x="0" y="115253"/>
                  </a:cubicBezTo>
                  <a:lnTo>
                    <a:pt x="0" y="115253"/>
                  </a:lnTo>
                  <a:cubicBezTo>
                    <a:pt x="0" y="51600"/>
                    <a:pt x="51601" y="0"/>
                    <a:pt x="115252"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7" name="Google Shape;3947;p139"/>
            <p:cNvSpPr/>
            <p:nvPr/>
          </p:nvSpPr>
          <p:spPr>
            <a:xfrm>
              <a:off x="7528381" y="3292292"/>
              <a:ext cx="166485" cy="165854"/>
            </a:xfrm>
            <a:custGeom>
              <a:rect b="b" l="l" r="r" t="t"/>
              <a:pathLst>
                <a:path extrusionOk="0" h="165854" w="166485">
                  <a:moveTo>
                    <a:pt x="161532" y="137469"/>
                  </a:moveTo>
                  <a:lnTo>
                    <a:pt x="120003" y="95941"/>
                  </a:lnTo>
                  <a:lnTo>
                    <a:pt x="113336" y="102608"/>
                  </a:lnTo>
                  <a:lnTo>
                    <a:pt x="105811" y="95083"/>
                  </a:lnTo>
                  <a:cubicBezTo>
                    <a:pt x="123622" y="71842"/>
                    <a:pt x="122194" y="38600"/>
                    <a:pt x="100953" y="17359"/>
                  </a:cubicBezTo>
                  <a:cubicBezTo>
                    <a:pt x="77807" y="-5786"/>
                    <a:pt x="40374" y="-5786"/>
                    <a:pt x="17324" y="17359"/>
                  </a:cubicBezTo>
                  <a:cubicBezTo>
                    <a:pt x="-5727" y="40505"/>
                    <a:pt x="-5822" y="77938"/>
                    <a:pt x="17324" y="100989"/>
                  </a:cubicBezTo>
                  <a:cubicBezTo>
                    <a:pt x="38850" y="122515"/>
                    <a:pt x="72568" y="123754"/>
                    <a:pt x="95809" y="105275"/>
                  </a:cubicBezTo>
                  <a:lnTo>
                    <a:pt x="103334" y="112800"/>
                  </a:lnTo>
                  <a:lnTo>
                    <a:pt x="96667" y="119467"/>
                  </a:lnTo>
                  <a:lnTo>
                    <a:pt x="138196" y="160996"/>
                  </a:lnTo>
                  <a:cubicBezTo>
                    <a:pt x="144673" y="167473"/>
                    <a:pt x="155150" y="167473"/>
                    <a:pt x="161627" y="160996"/>
                  </a:cubicBezTo>
                  <a:lnTo>
                    <a:pt x="161627" y="160996"/>
                  </a:lnTo>
                  <a:cubicBezTo>
                    <a:pt x="168104" y="154519"/>
                    <a:pt x="168104" y="144042"/>
                    <a:pt x="161627" y="137565"/>
                  </a:cubicBezTo>
                  <a:close/>
                  <a:moveTo>
                    <a:pt x="59138" y="102513"/>
                  </a:moveTo>
                  <a:cubicBezTo>
                    <a:pt x="54471" y="102513"/>
                    <a:pt x="49899" y="101751"/>
                    <a:pt x="45612" y="100417"/>
                  </a:cubicBezTo>
                  <a:cubicBezTo>
                    <a:pt x="33611" y="96512"/>
                    <a:pt x="23896" y="87463"/>
                    <a:pt x="19133" y="75938"/>
                  </a:cubicBezTo>
                  <a:cubicBezTo>
                    <a:pt x="16942" y="70794"/>
                    <a:pt x="15799" y="65175"/>
                    <a:pt x="15799" y="59269"/>
                  </a:cubicBezTo>
                  <a:cubicBezTo>
                    <a:pt x="15799" y="35361"/>
                    <a:pt x="35231" y="15931"/>
                    <a:pt x="59138" y="15931"/>
                  </a:cubicBezTo>
                  <a:cubicBezTo>
                    <a:pt x="65044" y="15931"/>
                    <a:pt x="70663" y="17074"/>
                    <a:pt x="75807" y="19264"/>
                  </a:cubicBezTo>
                  <a:cubicBezTo>
                    <a:pt x="87332" y="24122"/>
                    <a:pt x="96381" y="33742"/>
                    <a:pt x="100286" y="45744"/>
                  </a:cubicBezTo>
                  <a:cubicBezTo>
                    <a:pt x="101715" y="50030"/>
                    <a:pt x="102382" y="54507"/>
                    <a:pt x="102382" y="59269"/>
                  </a:cubicBezTo>
                  <a:cubicBezTo>
                    <a:pt x="102382" y="83177"/>
                    <a:pt x="83046" y="102513"/>
                    <a:pt x="59138" y="1025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8" name="Google Shape;3948;p139"/>
            <p:cNvSpPr/>
            <p:nvPr/>
          </p:nvSpPr>
          <p:spPr>
            <a:xfrm>
              <a:off x="7475124" y="3290220"/>
              <a:ext cx="7620" cy="174307"/>
            </a:xfrm>
            <a:custGeom>
              <a:rect b="b" l="l" r="r" t="t"/>
              <a:pathLst>
                <a:path extrusionOk="0" h="174307" w="7620">
                  <a:moveTo>
                    <a:pt x="3810" y="174308"/>
                  </a:moveTo>
                  <a:lnTo>
                    <a:pt x="3810" y="174308"/>
                  </a:lnTo>
                  <a:cubicBezTo>
                    <a:pt x="1714" y="174308"/>
                    <a:pt x="0" y="172593"/>
                    <a:pt x="0" y="170497"/>
                  </a:cubicBezTo>
                  <a:lnTo>
                    <a:pt x="0" y="3810"/>
                  </a:lnTo>
                  <a:cubicBezTo>
                    <a:pt x="0" y="1714"/>
                    <a:pt x="1714" y="0"/>
                    <a:pt x="3810" y="0"/>
                  </a:cubicBezTo>
                  <a:lnTo>
                    <a:pt x="3810" y="0"/>
                  </a:lnTo>
                  <a:cubicBezTo>
                    <a:pt x="5905" y="0"/>
                    <a:pt x="7620" y="1714"/>
                    <a:pt x="7620" y="3810"/>
                  </a:cubicBezTo>
                  <a:lnTo>
                    <a:pt x="7620" y="170497"/>
                  </a:lnTo>
                  <a:cubicBezTo>
                    <a:pt x="7620" y="172593"/>
                    <a:pt x="5905" y="174308"/>
                    <a:pt x="3810" y="17430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949" name="Google Shape;3949;p139"/>
          <p:cNvSpPr/>
          <p:nvPr/>
        </p:nvSpPr>
        <p:spPr>
          <a:xfrm flipH="1" rot="532502">
            <a:off x="-514115" y="4385276"/>
            <a:ext cx="1514959" cy="122499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0" name="Google Shape;3950;p139"/>
          <p:cNvGrpSpPr/>
          <p:nvPr/>
        </p:nvGrpSpPr>
        <p:grpSpPr>
          <a:xfrm>
            <a:off x="-148774" y="4544215"/>
            <a:ext cx="784225" cy="584398"/>
            <a:chOff x="1914620" y="1930431"/>
            <a:chExt cx="572929" cy="426911"/>
          </a:xfrm>
        </p:grpSpPr>
        <p:grpSp>
          <p:nvGrpSpPr>
            <p:cNvPr id="3951" name="Google Shape;3951;p139"/>
            <p:cNvGrpSpPr/>
            <p:nvPr/>
          </p:nvGrpSpPr>
          <p:grpSpPr>
            <a:xfrm>
              <a:off x="1914620" y="1930431"/>
              <a:ext cx="572929" cy="426911"/>
              <a:chOff x="1914620" y="1930431"/>
              <a:chExt cx="572929" cy="426911"/>
            </a:xfrm>
          </p:grpSpPr>
          <p:sp>
            <p:nvSpPr>
              <p:cNvPr id="3952" name="Google Shape;3952;p139"/>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3" name="Google Shape;3953;p139"/>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4" name="Google Shape;3954;p139"/>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955" name="Google Shape;3955;p139"/>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956" name="Google Shape;3956;p139"/>
          <p:cNvSpPr/>
          <p:nvPr/>
        </p:nvSpPr>
        <p:spPr>
          <a:xfrm rot="5844200">
            <a:off x="8030548" y="2339312"/>
            <a:ext cx="2404301" cy="131859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957" name="Shape 3957"/>
        <p:cNvGrpSpPr/>
        <p:nvPr/>
      </p:nvGrpSpPr>
      <p:grpSpPr>
        <a:xfrm>
          <a:off x="0" y="0"/>
          <a:ext cx="0" cy="0"/>
          <a:chOff x="0" y="0"/>
          <a:chExt cx="0" cy="0"/>
        </a:xfrm>
      </p:grpSpPr>
      <p:sp>
        <p:nvSpPr>
          <p:cNvPr id="3958" name="Google Shape;3958;p140"/>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959" name="Google Shape;3959;p140"/>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3960" name="Google Shape;3960;p140"/>
          <p:cNvSpPr/>
          <p:nvPr>
            <p:ph idx="2" type="pic"/>
          </p:nvPr>
        </p:nvSpPr>
        <p:spPr>
          <a:xfrm>
            <a:off x="5668975" y="1076550"/>
            <a:ext cx="2990400" cy="2990400"/>
          </a:xfrm>
          <a:prstGeom prst="roundRect">
            <a:avLst>
              <a:gd fmla="val 16667" name="adj"/>
            </a:avLst>
          </a:prstGeom>
          <a:noFill/>
          <a:ln>
            <a:noFill/>
          </a:ln>
        </p:spPr>
      </p:sp>
      <p:sp>
        <p:nvSpPr>
          <p:cNvPr id="3961" name="Google Shape;3961;p140"/>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40"/>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3" name="Google Shape;3963;p140"/>
          <p:cNvGrpSpPr/>
          <p:nvPr/>
        </p:nvGrpSpPr>
        <p:grpSpPr>
          <a:xfrm>
            <a:off x="65066" y="4373044"/>
            <a:ext cx="878158" cy="654532"/>
            <a:chOff x="1114425" y="4361211"/>
            <a:chExt cx="573023" cy="427101"/>
          </a:xfrm>
        </p:grpSpPr>
        <p:grpSp>
          <p:nvGrpSpPr>
            <p:cNvPr id="3964" name="Google Shape;3964;p140"/>
            <p:cNvGrpSpPr/>
            <p:nvPr/>
          </p:nvGrpSpPr>
          <p:grpSpPr>
            <a:xfrm>
              <a:off x="1114425" y="4361211"/>
              <a:ext cx="573023" cy="427101"/>
              <a:chOff x="1114425" y="4361211"/>
              <a:chExt cx="573023" cy="427101"/>
            </a:xfrm>
          </p:grpSpPr>
          <p:sp>
            <p:nvSpPr>
              <p:cNvPr id="3965" name="Google Shape;3965;p140"/>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6" name="Google Shape;3966;p140"/>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7" name="Google Shape;3967;p140"/>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968" name="Google Shape;3968;p140"/>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969" name="Shape 3969"/>
        <p:cNvGrpSpPr/>
        <p:nvPr/>
      </p:nvGrpSpPr>
      <p:grpSpPr>
        <a:xfrm>
          <a:off x="0" y="0"/>
          <a:ext cx="0" cy="0"/>
          <a:chOff x="0" y="0"/>
          <a:chExt cx="0" cy="0"/>
        </a:xfrm>
      </p:grpSpPr>
      <p:sp>
        <p:nvSpPr>
          <p:cNvPr id="3970" name="Google Shape;3970;p141"/>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971" name="Google Shape;3971;p141"/>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41"/>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141"/>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974" name="Shape 3974"/>
        <p:cNvGrpSpPr/>
        <p:nvPr/>
      </p:nvGrpSpPr>
      <p:grpSpPr>
        <a:xfrm>
          <a:off x="0" y="0"/>
          <a:ext cx="0" cy="0"/>
          <a:chOff x="0" y="0"/>
          <a:chExt cx="0" cy="0"/>
        </a:xfrm>
      </p:grpSpPr>
      <p:sp>
        <p:nvSpPr>
          <p:cNvPr id="3975" name="Google Shape;3975;p142"/>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15000"/>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3976" name="Google Shape;3976;p142"/>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977" name="Google Shape;3977;p142"/>
          <p:cNvSpPr/>
          <p:nvPr/>
        </p:nvSpPr>
        <p:spPr>
          <a:xfrm rot="3263452">
            <a:off x="-163955"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42"/>
          <p:cNvSpPr/>
          <p:nvPr/>
        </p:nvSpPr>
        <p:spPr>
          <a:xfrm rot="-460623">
            <a:off x="-1793263"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42"/>
          <p:cNvSpPr/>
          <p:nvPr/>
        </p:nvSpPr>
        <p:spPr>
          <a:xfrm rot="4592047">
            <a:off x="7797256" y="593203"/>
            <a:ext cx="1475158" cy="11928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980" name="Shape 3980"/>
        <p:cNvGrpSpPr/>
        <p:nvPr/>
      </p:nvGrpSpPr>
      <p:grpSpPr>
        <a:xfrm>
          <a:off x="0" y="0"/>
          <a:ext cx="0" cy="0"/>
          <a:chOff x="0" y="0"/>
          <a:chExt cx="0" cy="0"/>
        </a:xfrm>
      </p:grpSpPr>
      <p:sp>
        <p:nvSpPr>
          <p:cNvPr id="3981" name="Google Shape;3981;p143"/>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algn="ctr">
              <a:spcBef>
                <a:spcPts val="0"/>
              </a:spcBef>
              <a:spcAft>
                <a:spcPts val="0"/>
              </a:spcAft>
              <a:buSzPts val="3000"/>
              <a:buNone/>
              <a:defRPr>
                <a:solidFill>
                  <a:schemeClr val="lt1"/>
                </a:solidFill>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Tree>
  </p:cSld>
  <p:clrMapOvr>
    <a:masterClrMapping/>
  </p:clrMapOvr>
</p:sldLayout>
</file>

<file path=ppt/slideLayouts/slideLayout1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982" name="Shape 3982"/>
        <p:cNvGrpSpPr/>
        <p:nvPr/>
      </p:nvGrpSpPr>
      <p:grpSpPr>
        <a:xfrm>
          <a:off x="0" y="0"/>
          <a:ext cx="0" cy="0"/>
          <a:chOff x="0" y="0"/>
          <a:chExt cx="0" cy="0"/>
        </a:xfrm>
      </p:grpSpPr>
      <p:sp>
        <p:nvSpPr>
          <p:cNvPr id="3983" name="Google Shape;3983;p144"/>
          <p:cNvSpPr txBox="1"/>
          <p:nvPr>
            <p:ph hasCustomPrompt="1" type="title"/>
          </p:nvPr>
        </p:nvSpPr>
        <p:spPr>
          <a:xfrm>
            <a:off x="713225" y="1477363"/>
            <a:ext cx="6576000" cy="15267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3984" name="Google Shape;3984;p144"/>
          <p:cNvSpPr txBox="1"/>
          <p:nvPr>
            <p:ph idx="1" type="subTitle"/>
          </p:nvPr>
        </p:nvSpPr>
        <p:spPr>
          <a:xfrm>
            <a:off x="713225" y="3169038"/>
            <a:ext cx="6576000" cy="497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3985" name="Google Shape;3985;p144"/>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44"/>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44"/>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44"/>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9" name="Google Shape;3989;p144"/>
          <p:cNvGrpSpPr/>
          <p:nvPr/>
        </p:nvGrpSpPr>
        <p:grpSpPr>
          <a:xfrm>
            <a:off x="7441503" y="289852"/>
            <a:ext cx="1366913" cy="1382099"/>
            <a:chOff x="6568493" y="8"/>
            <a:chExt cx="1820608" cy="1840590"/>
          </a:xfrm>
        </p:grpSpPr>
        <p:sp>
          <p:nvSpPr>
            <p:cNvPr id="3990" name="Google Shape;3990;p144"/>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1" name="Google Shape;3991;p144"/>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992" name="Google Shape;3992;p144"/>
            <p:cNvGrpSpPr/>
            <p:nvPr/>
          </p:nvGrpSpPr>
          <p:grpSpPr>
            <a:xfrm>
              <a:off x="6568493" y="84720"/>
              <a:ext cx="1649109" cy="1669065"/>
              <a:chOff x="8921020" y="472154"/>
              <a:chExt cx="1959958" cy="1983676"/>
            </a:xfrm>
          </p:grpSpPr>
          <p:sp>
            <p:nvSpPr>
              <p:cNvPr id="3993" name="Google Shape;3993;p144"/>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4" name="Google Shape;3994;p144"/>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995" name="Google Shape;3995;p144"/>
              <p:cNvGrpSpPr/>
              <p:nvPr/>
            </p:nvGrpSpPr>
            <p:grpSpPr>
              <a:xfrm>
                <a:off x="9011888" y="537781"/>
                <a:ext cx="255174" cy="64389"/>
                <a:chOff x="9011888" y="537781"/>
                <a:chExt cx="255174" cy="64389"/>
              </a:xfrm>
            </p:grpSpPr>
            <p:sp>
              <p:nvSpPr>
                <p:cNvPr id="3996" name="Google Shape;3996;p144"/>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7" name="Google Shape;3997;p144"/>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8" name="Google Shape;3998;p144"/>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999" name="Google Shape;3999;p144"/>
            <p:cNvGrpSpPr/>
            <p:nvPr/>
          </p:nvGrpSpPr>
          <p:grpSpPr>
            <a:xfrm>
              <a:off x="6795939" y="406335"/>
              <a:ext cx="1194216" cy="1228757"/>
              <a:chOff x="9191339" y="854392"/>
              <a:chExt cx="1419320" cy="1460372"/>
            </a:xfrm>
          </p:grpSpPr>
          <p:grpSp>
            <p:nvGrpSpPr>
              <p:cNvPr id="4000" name="Google Shape;4000;p144"/>
              <p:cNvGrpSpPr/>
              <p:nvPr/>
            </p:nvGrpSpPr>
            <p:grpSpPr>
              <a:xfrm>
                <a:off x="9191339" y="1884045"/>
                <a:ext cx="604932" cy="420243"/>
                <a:chOff x="9191339" y="1884045"/>
                <a:chExt cx="604932" cy="420243"/>
              </a:xfrm>
            </p:grpSpPr>
            <p:sp>
              <p:nvSpPr>
                <p:cNvPr id="4001" name="Google Shape;4001;p144"/>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2" name="Google Shape;4002;p144"/>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3" name="Google Shape;4003;p144"/>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4" name="Google Shape;4004;p144"/>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5" name="Google Shape;4005;p144"/>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6" name="Google Shape;4006;p144"/>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7" name="Google Shape;4007;p144"/>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8" name="Google Shape;4008;p144"/>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9" name="Google Shape;4009;p144"/>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0" name="Google Shape;4010;p144"/>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11" name="Google Shape;4011;p144"/>
              <p:cNvGrpSpPr/>
              <p:nvPr/>
            </p:nvGrpSpPr>
            <p:grpSpPr>
              <a:xfrm>
                <a:off x="10004774" y="854392"/>
                <a:ext cx="604932" cy="420243"/>
                <a:chOff x="10004774" y="854392"/>
                <a:chExt cx="604932" cy="420243"/>
              </a:xfrm>
            </p:grpSpPr>
            <p:sp>
              <p:nvSpPr>
                <p:cNvPr id="4012" name="Google Shape;4012;p144"/>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3" name="Google Shape;4013;p144"/>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4" name="Google Shape;4014;p144"/>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5" name="Google Shape;4015;p144"/>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6" name="Google Shape;4016;p144"/>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7" name="Google Shape;4017;p144"/>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8" name="Google Shape;4018;p144"/>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9" name="Google Shape;4019;p144"/>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0" name="Google Shape;4020;p144"/>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1" name="Google Shape;4021;p144"/>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22" name="Google Shape;4022;p144"/>
              <p:cNvGrpSpPr/>
              <p:nvPr/>
            </p:nvGrpSpPr>
            <p:grpSpPr>
              <a:xfrm>
                <a:off x="10004774" y="1374362"/>
                <a:ext cx="604932" cy="303466"/>
                <a:chOff x="10004774" y="1374362"/>
                <a:chExt cx="604932" cy="303466"/>
              </a:xfrm>
            </p:grpSpPr>
            <p:sp>
              <p:nvSpPr>
                <p:cNvPr id="4023" name="Google Shape;4023;p144"/>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4" name="Google Shape;4024;p144"/>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5" name="Google Shape;4025;p144"/>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6" name="Google Shape;4026;p144"/>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7" name="Google Shape;4027;p144"/>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8" name="Google Shape;4028;p144"/>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9" name="Google Shape;4029;p144"/>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0" name="Google Shape;4030;p144"/>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031" name="Google Shape;4031;p144"/>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2" name="Google Shape;4032;p144"/>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33" name="Google Shape;4033;p144"/>
            <p:cNvGrpSpPr/>
            <p:nvPr/>
          </p:nvGrpSpPr>
          <p:grpSpPr>
            <a:xfrm>
              <a:off x="6717319" y="354723"/>
              <a:ext cx="656533" cy="799751"/>
              <a:chOff x="9097899" y="793051"/>
              <a:chExt cx="780287" cy="950500"/>
            </a:xfrm>
          </p:grpSpPr>
          <p:grpSp>
            <p:nvGrpSpPr>
              <p:cNvPr id="4034" name="Google Shape;4034;p144"/>
              <p:cNvGrpSpPr/>
              <p:nvPr/>
            </p:nvGrpSpPr>
            <p:grpSpPr>
              <a:xfrm>
                <a:off x="9118758" y="814006"/>
                <a:ext cx="747999" cy="918020"/>
                <a:chOff x="9118758" y="814006"/>
                <a:chExt cx="747999" cy="918020"/>
              </a:xfrm>
            </p:grpSpPr>
            <p:sp>
              <p:nvSpPr>
                <p:cNvPr id="4035" name="Google Shape;4035;p144"/>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6" name="Google Shape;4036;p144"/>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7" name="Google Shape;4037;p144"/>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8" name="Google Shape;4038;p144"/>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39" name="Google Shape;4039;p144"/>
              <p:cNvGrpSpPr/>
              <p:nvPr/>
            </p:nvGrpSpPr>
            <p:grpSpPr>
              <a:xfrm>
                <a:off x="9097899" y="793051"/>
                <a:ext cx="780287" cy="950500"/>
                <a:chOff x="9097899" y="793051"/>
                <a:chExt cx="780287" cy="950500"/>
              </a:xfrm>
            </p:grpSpPr>
            <p:grpSp>
              <p:nvGrpSpPr>
                <p:cNvPr id="4040" name="Google Shape;4040;p144"/>
                <p:cNvGrpSpPr/>
                <p:nvPr/>
              </p:nvGrpSpPr>
              <p:grpSpPr>
                <a:xfrm>
                  <a:off x="9097899" y="793051"/>
                  <a:ext cx="780287" cy="41909"/>
                  <a:chOff x="9097899" y="793051"/>
                  <a:chExt cx="780287" cy="41909"/>
                </a:xfrm>
              </p:grpSpPr>
              <p:sp>
                <p:nvSpPr>
                  <p:cNvPr id="4041" name="Google Shape;4041;p144"/>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2" name="Google Shape;4042;p144"/>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3" name="Google Shape;4043;p144"/>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44" name="Google Shape;4044;p144"/>
                <p:cNvGrpSpPr/>
                <p:nvPr/>
              </p:nvGrpSpPr>
              <p:grpSpPr>
                <a:xfrm>
                  <a:off x="9097899" y="1247298"/>
                  <a:ext cx="780287" cy="41910"/>
                  <a:chOff x="9097899" y="1247298"/>
                  <a:chExt cx="780287" cy="41910"/>
                </a:xfrm>
              </p:grpSpPr>
              <p:sp>
                <p:nvSpPr>
                  <p:cNvPr id="4045" name="Google Shape;4045;p144"/>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6" name="Google Shape;4046;p144"/>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47" name="Google Shape;4047;p144"/>
                <p:cNvGrpSpPr/>
                <p:nvPr/>
              </p:nvGrpSpPr>
              <p:grpSpPr>
                <a:xfrm>
                  <a:off x="9097899" y="1701641"/>
                  <a:ext cx="780287" cy="41910"/>
                  <a:chOff x="9097899" y="1701641"/>
                  <a:chExt cx="780287" cy="41910"/>
                </a:xfrm>
              </p:grpSpPr>
              <p:sp>
                <p:nvSpPr>
                  <p:cNvPr id="4048" name="Google Shape;4048;p144"/>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9" name="Google Shape;4049;p144"/>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0" name="Google Shape;4050;p144"/>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4051" name="Google Shape;4051;p144"/>
            <p:cNvGrpSpPr/>
            <p:nvPr/>
          </p:nvGrpSpPr>
          <p:grpSpPr>
            <a:xfrm>
              <a:off x="7074117" y="956519"/>
              <a:ext cx="215826" cy="125825"/>
              <a:chOff x="9521952" y="1508283"/>
              <a:chExt cx="256508" cy="149542"/>
            </a:xfrm>
          </p:grpSpPr>
          <p:sp>
            <p:nvSpPr>
              <p:cNvPr id="4052" name="Google Shape;4052;p144"/>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053" name="Google Shape;4053;p144"/>
              <p:cNvGrpSpPr/>
              <p:nvPr/>
            </p:nvGrpSpPr>
            <p:grpSpPr>
              <a:xfrm>
                <a:off x="9556578" y="1534618"/>
                <a:ext cx="183763" cy="98921"/>
                <a:chOff x="9556578" y="1534618"/>
                <a:chExt cx="183763" cy="98921"/>
              </a:xfrm>
            </p:grpSpPr>
            <p:grpSp>
              <p:nvGrpSpPr>
                <p:cNvPr id="4054" name="Google Shape;4054;p144"/>
                <p:cNvGrpSpPr/>
                <p:nvPr/>
              </p:nvGrpSpPr>
              <p:grpSpPr>
                <a:xfrm>
                  <a:off x="9645396" y="1536115"/>
                  <a:ext cx="94945" cy="94946"/>
                  <a:chOff x="9645396" y="1536115"/>
                  <a:chExt cx="94945" cy="94946"/>
                </a:xfrm>
              </p:grpSpPr>
              <p:sp>
                <p:nvSpPr>
                  <p:cNvPr id="4055" name="Google Shape;4055;p144"/>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6" name="Google Shape;4056;p144"/>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57" name="Google Shape;4057;p144"/>
                <p:cNvGrpSpPr/>
                <p:nvPr/>
              </p:nvGrpSpPr>
              <p:grpSpPr>
                <a:xfrm>
                  <a:off x="9556578" y="1534618"/>
                  <a:ext cx="98773" cy="98921"/>
                  <a:chOff x="9556578" y="1534618"/>
                  <a:chExt cx="98773" cy="98921"/>
                </a:xfrm>
              </p:grpSpPr>
              <p:sp>
                <p:nvSpPr>
                  <p:cNvPr id="4058" name="Google Shape;4058;p144"/>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9" name="Google Shape;4059;p144"/>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4060" name="Shape 4060"/>
        <p:cNvGrpSpPr/>
        <p:nvPr/>
      </p:nvGrpSpPr>
      <p:grpSpPr>
        <a:xfrm>
          <a:off x="0" y="0"/>
          <a:ext cx="0" cy="0"/>
          <a:chOff x="0" y="0"/>
          <a:chExt cx="0" cy="0"/>
        </a:xfrm>
      </p:grpSpPr>
    </p:spTree>
  </p:cSld>
  <p:clrMapOvr>
    <a:masterClrMapping/>
  </p:clrMapOvr>
</p:sldLayout>
</file>

<file path=ppt/slideLayouts/slideLayout1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4061" name="Shape 4061"/>
        <p:cNvGrpSpPr/>
        <p:nvPr/>
      </p:nvGrpSpPr>
      <p:grpSpPr>
        <a:xfrm>
          <a:off x="0" y="0"/>
          <a:ext cx="0" cy="0"/>
          <a:chOff x="0" y="0"/>
          <a:chExt cx="0" cy="0"/>
        </a:xfrm>
      </p:grpSpPr>
      <p:sp>
        <p:nvSpPr>
          <p:cNvPr id="4062" name="Google Shape;4062;p1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063" name="Google Shape;4063;p146"/>
          <p:cNvSpPr txBox="1"/>
          <p:nvPr>
            <p:ph hasCustomPrompt="1" idx="2" type="title"/>
          </p:nvPr>
        </p:nvSpPr>
        <p:spPr>
          <a:xfrm>
            <a:off x="110097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064" name="Google Shape;4064;p146"/>
          <p:cNvSpPr txBox="1"/>
          <p:nvPr>
            <p:ph hasCustomPrompt="1" idx="3" type="title"/>
          </p:nvPr>
        </p:nvSpPr>
        <p:spPr>
          <a:xfrm>
            <a:off x="110097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065" name="Google Shape;4065;p146"/>
          <p:cNvSpPr txBox="1"/>
          <p:nvPr>
            <p:ph hasCustomPrompt="1" idx="4" type="title"/>
          </p:nvPr>
        </p:nvSpPr>
        <p:spPr>
          <a:xfrm>
            <a:off x="3419250"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066" name="Google Shape;4066;p146"/>
          <p:cNvSpPr txBox="1"/>
          <p:nvPr>
            <p:ph hasCustomPrompt="1" idx="5" type="title"/>
          </p:nvPr>
        </p:nvSpPr>
        <p:spPr>
          <a:xfrm>
            <a:off x="3419250"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067" name="Google Shape;4067;p146"/>
          <p:cNvSpPr txBox="1"/>
          <p:nvPr>
            <p:ph hasCustomPrompt="1" idx="6" type="title"/>
          </p:nvPr>
        </p:nvSpPr>
        <p:spPr>
          <a:xfrm>
            <a:off x="573752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068" name="Google Shape;4068;p146"/>
          <p:cNvSpPr txBox="1"/>
          <p:nvPr>
            <p:ph hasCustomPrompt="1" idx="7" type="title"/>
          </p:nvPr>
        </p:nvSpPr>
        <p:spPr>
          <a:xfrm>
            <a:off x="573752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069" name="Google Shape;4069;p146"/>
          <p:cNvSpPr txBox="1"/>
          <p:nvPr>
            <p:ph idx="1" type="subTitle"/>
          </p:nvPr>
        </p:nvSpPr>
        <p:spPr>
          <a:xfrm>
            <a:off x="110097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070" name="Google Shape;4070;p146"/>
          <p:cNvSpPr txBox="1"/>
          <p:nvPr>
            <p:ph idx="8" type="subTitle"/>
          </p:nvPr>
        </p:nvSpPr>
        <p:spPr>
          <a:xfrm>
            <a:off x="3419250"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071" name="Google Shape;4071;p146"/>
          <p:cNvSpPr txBox="1"/>
          <p:nvPr>
            <p:ph idx="9" type="subTitle"/>
          </p:nvPr>
        </p:nvSpPr>
        <p:spPr>
          <a:xfrm>
            <a:off x="573752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072" name="Google Shape;4072;p146"/>
          <p:cNvSpPr txBox="1"/>
          <p:nvPr>
            <p:ph idx="13" type="subTitle"/>
          </p:nvPr>
        </p:nvSpPr>
        <p:spPr>
          <a:xfrm>
            <a:off x="110097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073" name="Google Shape;4073;p146"/>
          <p:cNvSpPr txBox="1"/>
          <p:nvPr>
            <p:ph idx="14" type="subTitle"/>
          </p:nvPr>
        </p:nvSpPr>
        <p:spPr>
          <a:xfrm>
            <a:off x="3419250"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074" name="Google Shape;4074;p146"/>
          <p:cNvSpPr txBox="1"/>
          <p:nvPr>
            <p:ph idx="15" type="subTitle"/>
          </p:nvPr>
        </p:nvSpPr>
        <p:spPr>
          <a:xfrm>
            <a:off x="573752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075" name="Google Shape;4075;p146"/>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46"/>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7" name="Google Shape;4077;p146"/>
          <p:cNvGrpSpPr/>
          <p:nvPr/>
        </p:nvGrpSpPr>
        <p:grpSpPr>
          <a:xfrm>
            <a:off x="8114970" y="266839"/>
            <a:ext cx="829992" cy="750888"/>
            <a:chOff x="8114596" y="445039"/>
            <a:chExt cx="633002" cy="572716"/>
          </a:xfrm>
        </p:grpSpPr>
        <p:grpSp>
          <p:nvGrpSpPr>
            <p:cNvPr id="4078" name="Google Shape;4078;p146"/>
            <p:cNvGrpSpPr/>
            <p:nvPr/>
          </p:nvGrpSpPr>
          <p:grpSpPr>
            <a:xfrm>
              <a:off x="8114596" y="445039"/>
              <a:ext cx="633002" cy="572716"/>
              <a:chOff x="7189660" y="520827"/>
              <a:chExt cx="598074" cy="541115"/>
            </a:xfrm>
          </p:grpSpPr>
          <p:sp>
            <p:nvSpPr>
              <p:cNvPr id="4079" name="Google Shape;4079;p146"/>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080" name="Google Shape;4080;p146"/>
              <p:cNvGrpSpPr/>
              <p:nvPr/>
            </p:nvGrpSpPr>
            <p:grpSpPr>
              <a:xfrm>
                <a:off x="7579137" y="551973"/>
                <a:ext cx="164782" cy="41529"/>
                <a:chOff x="7579137" y="551973"/>
                <a:chExt cx="164782" cy="41529"/>
              </a:xfrm>
            </p:grpSpPr>
            <p:sp>
              <p:nvSpPr>
                <p:cNvPr id="4081" name="Google Shape;4081;p146"/>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2" name="Google Shape;4082;p146"/>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3" name="Google Shape;4083;p146"/>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084" name="Google Shape;4084;p146"/>
            <p:cNvGrpSpPr/>
            <p:nvPr/>
          </p:nvGrpSpPr>
          <p:grpSpPr>
            <a:xfrm>
              <a:off x="8184962" y="619646"/>
              <a:ext cx="498115" cy="257273"/>
              <a:chOff x="7256144" y="685800"/>
              <a:chExt cx="470630" cy="243077"/>
            </a:xfrm>
          </p:grpSpPr>
          <p:sp>
            <p:nvSpPr>
              <p:cNvPr id="4085" name="Google Shape;4085;p146"/>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086" name="Google Shape;4086;p146"/>
              <p:cNvGrpSpPr/>
              <p:nvPr/>
            </p:nvGrpSpPr>
            <p:grpSpPr>
              <a:xfrm>
                <a:off x="7512843" y="685800"/>
                <a:ext cx="213931" cy="243077"/>
                <a:chOff x="7512843" y="685800"/>
                <a:chExt cx="213931" cy="243077"/>
              </a:xfrm>
            </p:grpSpPr>
            <p:grpSp>
              <p:nvGrpSpPr>
                <p:cNvPr id="4087" name="Google Shape;4087;p146"/>
                <p:cNvGrpSpPr/>
                <p:nvPr/>
              </p:nvGrpSpPr>
              <p:grpSpPr>
                <a:xfrm>
                  <a:off x="7512843" y="836580"/>
                  <a:ext cx="213931" cy="92297"/>
                  <a:chOff x="7512843" y="836580"/>
                  <a:chExt cx="213931" cy="92297"/>
                </a:xfrm>
              </p:grpSpPr>
              <p:sp>
                <p:nvSpPr>
                  <p:cNvPr id="4088" name="Google Shape;4088;p146"/>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9" name="Google Shape;4089;p146"/>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90" name="Google Shape;4090;p146"/>
                <p:cNvGrpSpPr/>
                <p:nvPr/>
              </p:nvGrpSpPr>
              <p:grpSpPr>
                <a:xfrm>
                  <a:off x="7512843" y="761238"/>
                  <a:ext cx="213931" cy="92296"/>
                  <a:chOff x="7512843" y="761238"/>
                  <a:chExt cx="213931" cy="92296"/>
                </a:xfrm>
              </p:grpSpPr>
              <p:sp>
                <p:nvSpPr>
                  <p:cNvPr id="4091" name="Google Shape;4091;p146"/>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2" name="Google Shape;4092;p146"/>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93" name="Google Shape;4093;p146"/>
                <p:cNvGrpSpPr/>
                <p:nvPr/>
              </p:nvGrpSpPr>
              <p:grpSpPr>
                <a:xfrm>
                  <a:off x="7512843" y="685800"/>
                  <a:ext cx="213931" cy="92297"/>
                  <a:chOff x="7512843" y="685800"/>
                  <a:chExt cx="213931" cy="92297"/>
                </a:xfrm>
              </p:grpSpPr>
              <p:sp>
                <p:nvSpPr>
                  <p:cNvPr id="4094" name="Google Shape;4094;p146"/>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5" name="Google Shape;4095;p146"/>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
        <p:nvSpPr>
          <p:cNvPr id="4096" name="Google Shape;4096;p146"/>
          <p:cNvSpPr/>
          <p:nvPr/>
        </p:nvSpPr>
        <p:spPr>
          <a:xfrm>
            <a:off x="62832" y="4828541"/>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097" name="Google Shape;4097;p146"/>
          <p:cNvGrpSpPr/>
          <p:nvPr/>
        </p:nvGrpSpPr>
        <p:grpSpPr>
          <a:xfrm>
            <a:off x="103395" y="3891186"/>
            <a:ext cx="668783" cy="959747"/>
            <a:chOff x="10519314" y="4728596"/>
            <a:chExt cx="751780" cy="1078731"/>
          </a:xfrm>
        </p:grpSpPr>
        <p:grpSp>
          <p:nvGrpSpPr>
            <p:cNvPr id="4098" name="Google Shape;4098;p146"/>
            <p:cNvGrpSpPr/>
            <p:nvPr/>
          </p:nvGrpSpPr>
          <p:grpSpPr>
            <a:xfrm>
              <a:off x="10519314" y="4728596"/>
              <a:ext cx="626662" cy="1078731"/>
              <a:chOff x="10519314" y="4728596"/>
              <a:chExt cx="626662" cy="1078731"/>
            </a:xfrm>
          </p:grpSpPr>
          <p:grpSp>
            <p:nvGrpSpPr>
              <p:cNvPr id="4099" name="Google Shape;4099;p146"/>
              <p:cNvGrpSpPr/>
              <p:nvPr/>
            </p:nvGrpSpPr>
            <p:grpSpPr>
              <a:xfrm>
                <a:off x="10903220" y="4888205"/>
                <a:ext cx="242756" cy="919122"/>
                <a:chOff x="10903220" y="4888205"/>
                <a:chExt cx="242756" cy="919122"/>
              </a:xfrm>
            </p:grpSpPr>
            <p:sp>
              <p:nvSpPr>
                <p:cNvPr id="4100" name="Google Shape;4100;p146"/>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1" name="Google Shape;4101;p146"/>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2" name="Google Shape;4102;p146"/>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103" name="Google Shape;4103;p146"/>
                <p:cNvGrpSpPr/>
                <p:nvPr/>
              </p:nvGrpSpPr>
              <p:grpSpPr>
                <a:xfrm>
                  <a:off x="11014221" y="5588618"/>
                  <a:ext cx="100021" cy="114784"/>
                  <a:chOff x="11014221" y="5588618"/>
                  <a:chExt cx="100021" cy="114784"/>
                </a:xfrm>
              </p:grpSpPr>
              <p:sp>
                <p:nvSpPr>
                  <p:cNvPr id="4104" name="Google Shape;4104;p146"/>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5" name="Google Shape;4105;p146"/>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6" name="Google Shape;4106;p146"/>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7" name="Google Shape;4107;p146"/>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108" name="Google Shape;4108;p146"/>
              <p:cNvGrpSpPr/>
              <p:nvPr/>
            </p:nvGrpSpPr>
            <p:grpSpPr>
              <a:xfrm>
                <a:off x="10718623" y="4728596"/>
                <a:ext cx="229169" cy="1075979"/>
                <a:chOff x="10718623" y="4728596"/>
                <a:chExt cx="229169" cy="1075979"/>
              </a:xfrm>
            </p:grpSpPr>
            <p:sp>
              <p:nvSpPr>
                <p:cNvPr id="4109" name="Google Shape;4109;p146"/>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0" name="Google Shape;4110;p146"/>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111" name="Google Shape;4111;p146"/>
                <p:cNvGrpSpPr/>
                <p:nvPr/>
              </p:nvGrpSpPr>
              <p:grpSpPr>
                <a:xfrm>
                  <a:off x="10765015" y="5040134"/>
                  <a:ext cx="116314" cy="49775"/>
                  <a:chOff x="10765015" y="5040134"/>
                  <a:chExt cx="116314" cy="49775"/>
                </a:xfrm>
              </p:grpSpPr>
              <p:sp>
                <p:nvSpPr>
                  <p:cNvPr id="4112" name="Google Shape;4112;p146"/>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3" name="Google Shape;4113;p146"/>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14" name="Google Shape;4114;p146"/>
                <p:cNvGrpSpPr/>
                <p:nvPr/>
              </p:nvGrpSpPr>
              <p:grpSpPr>
                <a:xfrm>
                  <a:off x="10784825" y="5436314"/>
                  <a:ext cx="116414" cy="49961"/>
                  <a:chOff x="10784825" y="5436314"/>
                  <a:chExt cx="116414" cy="49961"/>
                </a:xfrm>
              </p:grpSpPr>
              <p:sp>
                <p:nvSpPr>
                  <p:cNvPr id="4115" name="Google Shape;4115;p146"/>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6" name="Google Shape;4116;p146"/>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117" name="Google Shape;4117;p146"/>
              <p:cNvGrpSpPr/>
              <p:nvPr/>
            </p:nvGrpSpPr>
            <p:grpSpPr>
              <a:xfrm>
                <a:off x="10519314" y="4813458"/>
                <a:ext cx="202120" cy="992123"/>
                <a:chOff x="10519314" y="4813458"/>
                <a:chExt cx="202120" cy="992123"/>
              </a:xfrm>
            </p:grpSpPr>
            <p:sp>
              <p:nvSpPr>
                <p:cNvPr id="4118" name="Google Shape;4118;p146"/>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9" name="Google Shape;4119;p146"/>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120" name="Google Shape;4120;p146"/>
                <p:cNvGrpSpPr/>
                <p:nvPr/>
              </p:nvGrpSpPr>
              <p:grpSpPr>
                <a:xfrm>
                  <a:off x="10556176" y="5465730"/>
                  <a:ext cx="128397" cy="44196"/>
                  <a:chOff x="10556176" y="5465730"/>
                  <a:chExt cx="128397" cy="44196"/>
                </a:xfrm>
              </p:grpSpPr>
              <p:sp>
                <p:nvSpPr>
                  <p:cNvPr id="4121" name="Google Shape;4121;p146"/>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2" name="Google Shape;4122;p146"/>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23" name="Google Shape;4123;p146"/>
                <p:cNvGrpSpPr/>
                <p:nvPr/>
              </p:nvGrpSpPr>
              <p:grpSpPr>
                <a:xfrm>
                  <a:off x="10556176" y="5689187"/>
                  <a:ext cx="128397" cy="44196"/>
                  <a:chOff x="10556176" y="5689187"/>
                  <a:chExt cx="128397" cy="44196"/>
                </a:xfrm>
              </p:grpSpPr>
              <p:sp>
                <p:nvSpPr>
                  <p:cNvPr id="4124" name="Google Shape;4124;p146"/>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5" name="Google Shape;4125;p146"/>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4126" name="Google Shape;4126;p146"/>
            <p:cNvGrpSpPr/>
            <p:nvPr/>
          </p:nvGrpSpPr>
          <p:grpSpPr>
            <a:xfrm>
              <a:off x="11058042" y="5088325"/>
              <a:ext cx="213052" cy="717953"/>
              <a:chOff x="11058042" y="5088325"/>
              <a:chExt cx="213052" cy="717953"/>
            </a:xfrm>
          </p:grpSpPr>
          <p:sp>
            <p:nvSpPr>
              <p:cNvPr id="4127" name="Google Shape;4127;p146"/>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8" name="Google Shape;4128;p146"/>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129" name="Google Shape;4129;p146"/>
          <p:cNvGrpSpPr/>
          <p:nvPr/>
        </p:nvGrpSpPr>
        <p:grpSpPr>
          <a:xfrm>
            <a:off x="150676" y="2823493"/>
            <a:ext cx="516117" cy="779220"/>
            <a:chOff x="10572463" y="3528536"/>
            <a:chExt cx="580168" cy="875823"/>
          </a:xfrm>
        </p:grpSpPr>
        <p:grpSp>
          <p:nvGrpSpPr>
            <p:cNvPr id="4130" name="Google Shape;4130;p146"/>
            <p:cNvGrpSpPr/>
            <p:nvPr/>
          </p:nvGrpSpPr>
          <p:grpSpPr>
            <a:xfrm>
              <a:off x="10713815" y="3528536"/>
              <a:ext cx="438816" cy="746664"/>
              <a:chOff x="10713815" y="3528536"/>
              <a:chExt cx="438816" cy="746664"/>
            </a:xfrm>
          </p:grpSpPr>
          <p:sp>
            <p:nvSpPr>
              <p:cNvPr id="4131" name="Google Shape;4131;p146"/>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132" name="Google Shape;4132;p146"/>
              <p:cNvGrpSpPr/>
              <p:nvPr/>
            </p:nvGrpSpPr>
            <p:grpSpPr>
              <a:xfrm>
                <a:off x="10776489" y="3625310"/>
                <a:ext cx="313848" cy="288226"/>
                <a:chOff x="10776489" y="3625310"/>
                <a:chExt cx="313848" cy="288226"/>
              </a:xfrm>
            </p:grpSpPr>
            <p:sp>
              <p:nvSpPr>
                <p:cNvPr id="4133" name="Google Shape;4133;p146"/>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4" name="Google Shape;4134;p146"/>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5" name="Google Shape;4135;p146"/>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6" name="Google Shape;4136;p146"/>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7" name="Google Shape;4137;p146"/>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8" name="Google Shape;4138;p146"/>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39" name="Google Shape;4139;p146"/>
              <p:cNvGrpSpPr/>
              <p:nvPr/>
            </p:nvGrpSpPr>
            <p:grpSpPr>
              <a:xfrm>
                <a:off x="10776489" y="3999547"/>
                <a:ext cx="313848" cy="181546"/>
                <a:chOff x="10776489" y="3999547"/>
                <a:chExt cx="313848" cy="181546"/>
              </a:xfrm>
            </p:grpSpPr>
            <p:sp>
              <p:nvSpPr>
                <p:cNvPr id="4140" name="Google Shape;4140;p146"/>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1" name="Google Shape;4141;p146"/>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2" name="Google Shape;4142;p146"/>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3" name="Google Shape;4143;p146"/>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144" name="Google Shape;4144;p146"/>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45" name="Google Shape;4145;p146"/>
            <p:cNvGrpSpPr/>
            <p:nvPr/>
          </p:nvGrpSpPr>
          <p:grpSpPr>
            <a:xfrm>
              <a:off x="10572463" y="3657790"/>
              <a:ext cx="438817" cy="746569"/>
              <a:chOff x="10572463" y="3657790"/>
              <a:chExt cx="438817" cy="746569"/>
            </a:xfrm>
          </p:grpSpPr>
          <p:sp>
            <p:nvSpPr>
              <p:cNvPr id="4146" name="Google Shape;4146;p146"/>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147" name="Google Shape;4147;p146"/>
              <p:cNvGrpSpPr/>
              <p:nvPr/>
            </p:nvGrpSpPr>
            <p:grpSpPr>
              <a:xfrm>
                <a:off x="10635138" y="3754469"/>
                <a:ext cx="313848" cy="288321"/>
                <a:chOff x="10635138" y="3754469"/>
                <a:chExt cx="313848" cy="288321"/>
              </a:xfrm>
            </p:grpSpPr>
            <p:sp>
              <p:nvSpPr>
                <p:cNvPr id="4148" name="Google Shape;4148;p146"/>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9" name="Google Shape;4149;p146"/>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0" name="Google Shape;4150;p146"/>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1" name="Google Shape;4151;p146"/>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2" name="Google Shape;4152;p146"/>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3" name="Google Shape;4153;p146"/>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54" name="Google Shape;4154;p146"/>
              <p:cNvGrpSpPr/>
              <p:nvPr/>
            </p:nvGrpSpPr>
            <p:grpSpPr>
              <a:xfrm>
                <a:off x="10635138" y="4128801"/>
                <a:ext cx="313848" cy="181547"/>
                <a:chOff x="10635138" y="4128801"/>
                <a:chExt cx="313848" cy="181547"/>
              </a:xfrm>
            </p:grpSpPr>
            <p:sp>
              <p:nvSpPr>
                <p:cNvPr id="4155" name="Google Shape;4155;p146"/>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6" name="Google Shape;4156;p146"/>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7" name="Google Shape;4157;p146"/>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8" name="Google Shape;4158;p146"/>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159" name="Google Shape;4159;p146"/>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160" name="Google Shape;4160;p146"/>
          <p:cNvGrpSpPr/>
          <p:nvPr/>
        </p:nvGrpSpPr>
        <p:grpSpPr>
          <a:xfrm>
            <a:off x="361835" y="3601018"/>
            <a:ext cx="22030" cy="294484"/>
            <a:chOff x="10809827" y="4402455"/>
            <a:chExt cx="24764" cy="330993"/>
          </a:xfrm>
        </p:grpSpPr>
        <p:sp>
          <p:nvSpPr>
            <p:cNvPr id="4161" name="Google Shape;4161;p146"/>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2" name="Google Shape;4162;p146"/>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3" name="Google Shape;4163;p146"/>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4164" name="Shape 4164"/>
        <p:cNvGrpSpPr/>
        <p:nvPr/>
      </p:nvGrpSpPr>
      <p:grpSpPr>
        <a:xfrm>
          <a:off x="0" y="0"/>
          <a:ext cx="0" cy="0"/>
          <a:chOff x="0" y="0"/>
          <a:chExt cx="0" cy="0"/>
        </a:xfrm>
      </p:grpSpPr>
      <p:sp>
        <p:nvSpPr>
          <p:cNvPr id="4165" name="Google Shape;4165;p147"/>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166" name="Google Shape;4166;p147"/>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4167" name="Google Shape;4167;p147"/>
          <p:cNvSpPr/>
          <p:nvPr>
            <p:ph idx="2" type="pic"/>
          </p:nvPr>
        </p:nvSpPr>
        <p:spPr>
          <a:xfrm>
            <a:off x="5668975" y="1076550"/>
            <a:ext cx="2990400" cy="2990400"/>
          </a:xfrm>
          <a:prstGeom prst="roundRect">
            <a:avLst>
              <a:gd fmla="val 16667" name="adj"/>
            </a:avLst>
          </a:prstGeom>
          <a:noFill/>
          <a:ln>
            <a:noFill/>
          </a:ln>
        </p:spPr>
      </p:sp>
      <p:sp>
        <p:nvSpPr>
          <p:cNvPr id="4168" name="Google Shape;4168;p147"/>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47"/>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0" name="Google Shape;4170;p147"/>
          <p:cNvGrpSpPr/>
          <p:nvPr/>
        </p:nvGrpSpPr>
        <p:grpSpPr>
          <a:xfrm>
            <a:off x="65066" y="4373044"/>
            <a:ext cx="878158" cy="654532"/>
            <a:chOff x="1114425" y="4361211"/>
            <a:chExt cx="573023" cy="427101"/>
          </a:xfrm>
        </p:grpSpPr>
        <p:grpSp>
          <p:nvGrpSpPr>
            <p:cNvPr id="4171" name="Google Shape;4171;p147"/>
            <p:cNvGrpSpPr/>
            <p:nvPr/>
          </p:nvGrpSpPr>
          <p:grpSpPr>
            <a:xfrm>
              <a:off x="1114425" y="4361211"/>
              <a:ext cx="573023" cy="427101"/>
              <a:chOff x="1114425" y="4361211"/>
              <a:chExt cx="573023" cy="427101"/>
            </a:xfrm>
          </p:grpSpPr>
          <p:sp>
            <p:nvSpPr>
              <p:cNvPr id="4172" name="Google Shape;4172;p147"/>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3" name="Google Shape;4173;p147"/>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4" name="Google Shape;4174;p147"/>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175" name="Google Shape;4175;p147"/>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_1">
    <p:spTree>
      <p:nvGrpSpPr>
        <p:cNvPr id="4176" name="Shape 4176"/>
        <p:cNvGrpSpPr/>
        <p:nvPr/>
      </p:nvGrpSpPr>
      <p:grpSpPr>
        <a:xfrm>
          <a:off x="0" y="0"/>
          <a:ext cx="0" cy="0"/>
          <a:chOff x="0" y="0"/>
          <a:chExt cx="0" cy="0"/>
        </a:xfrm>
      </p:grpSpPr>
      <p:sp>
        <p:nvSpPr>
          <p:cNvPr id="4177" name="Google Shape;4177;p148"/>
          <p:cNvSpPr txBox="1"/>
          <p:nvPr>
            <p:ph type="title"/>
          </p:nvPr>
        </p:nvSpPr>
        <p:spPr>
          <a:xfrm>
            <a:off x="2013850" y="841075"/>
            <a:ext cx="5116200" cy="13905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sz="4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178" name="Google Shape;4178;p148"/>
          <p:cNvSpPr txBox="1"/>
          <p:nvPr>
            <p:ph idx="1" type="subTitle"/>
          </p:nvPr>
        </p:nvSpPr>
        <p:spPr>
          <a:xfrm>
            <a:off x="2013850" y="2231525"/>
            <a:ext cx="51162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4179" name="Google Shape;4179;p148"/>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0" name="Google Shape;4180;p148"/>
          <p:cNvGrpSpPr/>
          <p:nvPr/>
        </p:nvGrpSpPr>
        <p:grpSpPr>
          <a:xfrm flipH="1">
            <a:off x="683048" y="4696520"/>
            <a:ext cx="325927" cy="404808"/>
            <a:chOff x="7385113" y="1535430"/>
            <a:chExt cx="435673" cy="541115"/>
          </a:xfrm>
        </p:grpSpPr>
        <p:sp>
          <p:nvSpPr>
            <p:cNvPr id="4181" name="Google Shape;4181;p148"/>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182" name="Google Shape;4182;p148"/>
            <p:cNvGrpSpPr/>
            <p:nvPr/>
          </p:nvGrpSpPr>
          <p:grpSpPr>
            <a:xfrm>
              <a:off x="7612094" y="1566576"/>
              <a:ext cx="164781" cy="41529"/>
              <a:chOff x="7612094" y="1566576"/>
              <a:chExt cx="164781" cy="41529"/>
            </a:xfrm>
          </p:grpSpPr>
          <p:sp>
            <p:nvSpPr>
              <p:cNvPr id="4183" name="Google Shape;4183;p148"/>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4" name="Google Shape;4184;p148"/>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5" name="Google Shape;4185;p148"/>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186" name="Google Shape;4186;p148"/>
          <p:cNvGrpSpPr/>
          <p:nvPr/>
        </p:nvGrpSpPr>
        <p:grpSpPr>
          <a:xfrm flipH="1">
            <a:off x="713902" y="4774546"/>
            <a:ext cx="268636" cy="280965"/>
            <a:chOff x="7420451" y="1639728"/>
            <a:chExt cx="359091" cy="375571"/>
          </a:xfrm>
        </p:grpSpPr>
        <p:sp>
          <p:nvSpPr>
            <p:cNvPr id="4187" name="Google Shape;4187;p148"/>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8" name="Google Shape;4188;p148"/>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89" name="Google Shape;4189;p148"/>
          <p:cNvGrpSpPr/>
          <p:nvPr/>
        </p:nvGrpSpPr>
        <p:grpSpPr>
          <a:xfrm flipH="1">
            <a:off x="96200" y="4469347"/>
            <a:ext cx="355444" cy="644072"/>
            <a:chOff x="1945386" y="5582316"/>
            <a:chExt cx="470725" cy="852963"/>
          </a:xfrm>
        </p:grpSpPr>
        <p:grpSp>
          <p:nvGrpSpPr>
            <p:cNvPr id="4190" name="Google Shape;4190;p148"/>
            <p:cNvGrpSpPr/>
            <p:nvPr/>
          </p:nvGrpSpPr>
          <p:grpSpPr>
            <a:xfrm>
              <a:off x="1945386" y="5582316"/>
              <a:ext cx="470725" cy="852963"/>
              <a:chOff x="1945386" y="5582316"/>
              <a:chExt cx="470725" cy="852963"/>
            </a:xfrm>
          </p:grpSpPr>
          <p:sp>
            <p:nvSpPr>
              <p:cNvPr id="4191" name="Google Shape;4191;p148"/>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2" name="Google Shape;4192;p148"/>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193" name="Google Shape;4193;p148"/>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94" name="Google Shape;4194;p148"/>
          <p:cNvGrpSpPr/>
          <p:nvPr/>
        </p:nvGrpSpPr>
        <p:grpSpPr>
          <a:xfrm>
            <a:off x="7975988" y="116167"/>
            <a:ext cx="1061979" cy="558999"/>
            <a:chOff x="3859815" y="2867310"/>
            <a:chExt cx="1262157" cy="664368"/>
          </a:xfrm>
        </p:grpSpPr>
        <p:sp>
          <p:nvSpPr>
            <p:cNvPr id="4195" name="Google Shape;4195;p148"/>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196" name="Google Shape;4196;p148"/>
            <p:cNvGrpSpPr/>
            <p:nvPr/>
          </p:nvGrpSpPr>
          <p:grpSpPr>
            <a:xfrm>
              <a:off x="4275677" y="3065525"/>
              <a:ext cx="334517" cy="380047"/>
              <a:chOff x="4275677" y="3065525"/>
              <a:chExt cx="334517" cy="380047"/>
            </a:xfrm>
          </p:grpSpPr>
          <p:grpSp>
            <p:nvGrpSpPr>
              <p:cNvPr id="4197" name="Google Shape;4197;p148"/>
              <p:cNvGrpSpPr/>
              <p:nvPr/>
            </p:nvGrpSpPr>
            <p:grpSpPr>
              <a:xfrm>
                <a:off x="4275677" y="3065525"/>
                <a:ext cx="334517" cy="380047"/>
                <a:chOff x="4275677" y="3065525"/>
                <a:chExt cx="334517" cy="380047"/>
              </a:xfrm>
            </p:grpSpPr>
            <p:grpSp>
              <p:nvGrpSpPr>
                <p:cNvPr id="4198" name="Google Shape;4198;p148"/>
                <p:cNvGrpSpPr/>
                <p:nvPr/>
              </p:nvGrpSpPr>
              <p:grpSpPr>
                <a:xfrm>
                  <a:off x="4275677" y="3301269"/>
                  <a:ext cx="334422" cy="144303"/>
                  <a:chOff x="4275677" y="3301269"/>
                  <a:chExt cx="334422" cy="144303"/>
                </a:xfrm>
              </p:grpSpPr>
              <p:sp>
                <p:nvSpPr>
                  <p:cNvPr id="4199" name="Google Shape;4199;p148"/>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0" name="Google Shape;4200;p148"/>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01" name="Google Shape;4201;p148"/>
                <p:cNvGrpSpPr/>
                <p:nvPr/>
              </p:nvGrpSpPr>
              <p:grpSpPr>
                <a:xfrm>
                  <a:off x="4275677" y="3183350"/>
                  <a:ext cx="334422" cy="144302"/>
                  <a:chOff x="4275677" y="3183350"/>
                  <a:chExt cx="334422" cy="144302"/>
                </a:xfrm>
              </p:grpSpPr>
              <p:sp>
                <p:nvSpPr>
                  <p:cNvPr id="4202" name="Google Shape;4202;p148"/>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3" name="Google Shape;4203;p148"/>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04" name="Google Shape;4204;p148"/>
                <p:cNvGrpSpPr/>
                <p:nvPr/>
              </p:nvGrpSpPr>
              <p:grpSpPr>
                <a:xfrm>
                  <a:off x="4275677" y="3065525"/>
                  <a:ext cx="334517" cy="144303"/>
                  <a:chOff x="4275677" y="3065525"/>
                  <a:chExt cx="334517" cy="144303"/>
                </a:xfrm>
              </p:grpSpPr>
              <p:sp>
                <p:nvSpPr>
                  <p:cNvPr id="4205" name="Google Shape;4205;p148"/>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6" name="Google Shape;4206;p148"/>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207" name="Google Shape;4207;p148"/>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8" name="Google Shape;4208;p148"/>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9" name="Google Shape;4209;p148"/>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210" name="Google Shape;4210;p148"/>
          <p:cNvGrpSpPr/>
          <p:nvPr/>
        </p:nvGrpSpPr>
        <p:grpSpPr>
          <a:xfrm flipH="1" rot="5400000">
            <a:off x="557972" y="4696603"/>
            <a:ext cx="16329" cy="218290"/>
            <a:chOff x="10809827" y="4402455"/>
            <a:chExt cx="24764" cy="330993"/>
          </a:xfrm>
        </p:grpSpPr>
        <p:sp>
          <p:nvSpPr>
            <p:cNvPr id="4211" name="Google Shape;4211;p148"/>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2" name="Google Shape;4212;p148"/>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3" name="Google Shape;4213;p148"/>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214" name="Google Shape;4214;p148"/>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48"/>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4216" name="Shape 4216"/>
        <p:cNvGrpSpPr/>
        <p:nvPr/>
      </p:nvGrpSpPr>
      <p:grpSpPr>
        <a:xfrm>
          <a:off x="0" y="0"/>
          <a:ext cx="0" cy="0"/>
          <a:chOff x="0" y="0"/>
          <a:chExt cx="0" cy="0"/>
        </a:xfrm>
      </p:grpSpPr>
      <p:sp>
        <p:nvSpPr>
          <p:cNvPr id="4217" name="Google Shape;4217;p1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218" name="Google Shape;4218;p149"/>
          <p:cNvSpPr txBox="1"/>
          <p:nvPr>
            <p:ph idx="1" type="subTitle"/>
          </p:nvPr>
        </p:nvSpPr>
        <p:spPr>
          <a:xfrm>
            <a:off x="93762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219" name="Google Shape;4219;p149"/>
          <p:cNvSpPr txBox="1"/>
          <p:nvPr>
            <p:ph idx="2" type="subTitle"/>
          </p:nvPr>
        </p:nvSpPr>
        <p:spPr>
          <a:xfrm>
            <a:off x="3484347"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220" name="Google Shape;4220;p149"/>
          <p:cNvSpPr txBox="1"/>
          <p:nvPr>
            <p:ph idx="3" type="subTitle"/>
          </p:nvPr>
        </p:nvSpPr>
        <p:spPr>
          <a:xfrm>
            <a:off x="603107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221" name="Google Shape;4221;p149"/>
          <p:cNvSpPr txBox="1"/>
          <p:nvPr>
            <p:ph idx="4" type="subTitle"/>
          </p:nvPr>
        </p:nvSpPr>
        <p:spPr>
          <a:xfrm>
            <a:off x="93762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222" name="Google Shape;4222;p149"/>
          <p:cNvSpPr txBox="1"/>
          <p:nvPr>
            <p:ph idx="5" type="subTitle"/>
          </p:nvPr>
        </p:nvSpPr>
        <p:spPr>
          <a:xfrm>
            <a:off x="3484350"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223" name="Google Shape;4223;p149"/>
          <p:cNvSpPr txBox="1"/>
          <p:nvPr>
            <p:ph idx="6" type="subTitle"/>
          </p:nvPr>
        </p:nvSpPr>
        <p:spPr>
          <a:xfrm>
            <a:off x="603107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224" name="Google Shape;4224;p149"/>
          <p:cNvSpPr/>
          <p:nvPr/>
        </p:nvSpPr>
        <p:spPr>
          <a:xfrm flipH="1" rot="8800738">
            <a:off x="7902412" y="4181666"/>
            <a:ext cx="1680262" cy="1358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49"/>
          <p:cNvSpPr/>
          <p:nvPr/>
        </p:nvSpPr>
        <p:spPr>
          <a:xfrm flipH="1" rot="-8942362">
            <a:off x="-983149" y="4040244"/>
            <a:ext cx="2474148" cy="2000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49"/>
          <p:cNvSpPr/>
          <p:nvPr/>
        </p:nvSpPr>
        <p:spPr>
          <a:xfrm flipH="1" rot="1554271">
            <a:off x="7563507" y="-664049"/>
            <a:ext cx="2112334" cy="200257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149"/>
          <p:cNvSpPr/>
          <p:nvPr/>
        </p:nvSpPr>
        <p:spPr>
          <a:xfrm>
            <a:off x="62825" y="1725386"/>
            <a:ext cx="606206" cy="37384"/>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228" name="Google Shape;4228;p149"/>
          <p:cNvGrpSpPr/>
          <p:nvPr/>
        </p:nvGrpSpPr>
        <p:grpSpPr>
          <a:xfrm>
            <a:off x="96399" y="951293"/>
            <a:ext cx="552408" cy="792759"/>
            <a:chOff x="10519314" y="4728596"/>
            <a:chExt cx="751780" cy="1078731"/>
          </a:xfrm>
        </p:grpSpPr>
        <p:grpSp>
          <p:nvGrpSpPr>
            <p:cNvPr id="4229" name="Google Shape;4229;p149"/>
            <p:cNvGrpSpPr/>
            <p:nvPr/>
          </p:nvGrpSpPr>
          <p:grpSpPr>
            <a:xfrm>
              <a:off x="10519314" y="4728596"/>
              <a:ext cx="626662" cy="1078731"/>
              <a:chOff x="10519314" y="4728596"/>
              <a:chExt cx="626662" cy="1078731"/>
            </a:xfrm>
          </p:grpSpPr>
          <p:grpSp>
            <p:nvGrpSpPr>
              <p:cNvPr id="4230" name="Google Shape;4230;p149"/>
              <p:cNvGrpSpPr/>
              <p:nvPr/>
            </p:nvGrpSpPr>
            <p:grpSpPr>
              <a:xfrm>
                <a:off x="10903220" y="4888205"/>
                <a:ext cx="242756" cy="919122"/>
                <a:chOff x="10903220" y="4888205"/>
                <a:chExt cx="242756" cy="919122"/>
              </a:xfrm>
            </p:grpSpPr>
            <p:sp>
              <p:nvSpPr>
                <p:cNvPr id="4231" name="Google Shape;4231;p149"/>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2" name="Google Shape;4232;p149"/>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3" name="Google Shape;4233;p149"/>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234" name="Google Shape;4234;p149"/>
                <p:cNvGrpSpPr/>
                <p:nvPr/>
              </p:nvGrpSpPr>
              <p:grpSpPr>
                <a:xfrm>
                  <a:off x="11014221" y="5588618"/>
                  <a:ext cx="100021" cy="114784"/>
                  <a:chOff x="11014221" y="5588618"/>
                  <a:chExt cx="100021" cy="114784"/>
                </a:xfrm>
              </p:grpSpPr>
              <p:sp>
                <p:nvSpPr>
                  <p:cNvPr id="4235" name="Google Shape;4235;p149"/>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6" name="Google Shape;4236;p149"/>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7" name="Google Shape;4237;p149"/>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8" name="Google Shape;4238;p149"/>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239" name="Google Shape;4239;p149"/>
              <p:cNvGrpSpPr/>
              <p:nvPr/>
            </p:nvGrpSpPr>
            <p:grpSpPr>
              <a:xfrm>
                <a:off x="10718623" y="4728596"/>
                <a:ext cx="229169" cy="1075979"/>
                <a:chOff x="10718623" y="4728596"/>
                <a:chExt cx="229169" cy="1075979"/>
              </a:xfrm>
            </p:grpSpPr>
            <p:sp>
              <p:nvSpPr>
                <p:cNvPr id="4240" name="Google Shape;4240;p149"/>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1" name="Google Shape;4241;p149"/>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242" name="Google Shape;4242;p149"/>
                <p:cNvGrpSpPr/>
                <p:nvPr/>
              </p:nvGrpSpPr>
              <p:grpSpPr>
                <a:xfrm>
                  <a:off x="10765015" y="5040134"/>
                  <a:ext cx="116314" cy="49775"/>
                  <a:chOff x="10765015" y="5040134"/>
                  <a:chExt cx="116314" cy="49775"/>
                </a:xfrm>
              </p:grpSpPr>
              <p:sp>
                <p:nvSpPr>
                  <p:cNvPr id="4243" name="Google Shape;4243;p149"/>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4" name="Google Shape;4244;p149"/>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45" name="Google Shape;4245;p149"/>
                <p:cNvGrpSpPr/>
                <p:nvPr/>
              </p:nvGrpSpPr>
              <p:grpSpPr>
                <a:xfrm>
                  <a:off x="10784825" y="5436314"/>
                  <a:ext cx="116414" cy="49961"/>
                  <a:chOff x="10784825" y="5436314"/>
                  <a:chExt cx="116414" cy="49961"/>
                </a:xfrm>
              </p:grpSpPr>
              <p:sp>
                <p:nvSpPr>
                  <p:cNvPr id="4246" name="Google Shape;4246;p149"/>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7" name="Google Shape;4247;p149"/>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248" name="Google Shape;4248;p149"/>
              <p:cNvGrpSpPr/>
              <p:nvPr/>
            </p:nvGrpSpPr>
            <p:grpSpPr>
              <a:xfrm>
                <a:off x="10519314" y="4813458"/>
                <a:ext cx="202120" cy="992123"/>
                <a:chOff x="10519314" y="4813458"/>
                <a:chExt cx="202120" cy="992123"/>
              </a:xfrm>
            </p:grpSpPr>
            <p:sp>
              <p:nvSpPr>
                <p:cNvPr id="4249" name="Google Shape;4249;p149"/>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0" name="Google Shape;4250;p149"/>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251" name="Google Shape;4251;p149"/>
                <p:cNvGrpSpPr/>
                <p:nvPr/>
              </p:nvGrpSpPr>
              <p:grpSpPr>
                <a:xfrm>
                  <a:off x="10556176" y="5465730"/>
                  <a:ext cx="128397" cy="44196"/>
                  <a:chOff x="10556176" y="5465730"/>
                  <a:chExt cx="128397" cy="44196"/>
                </a:xfrm>
              </p:grpSpPr>
              <p:sp>
                <p:nvSpPr>
                  <p:cNvPr id="4252" name="Google Shape;4252;p149"/>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3" name="Google Shape;4253;p149"/>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54" name="Google Shape;4254;p149"/>
                <p:cNvGrpSpPr/>
                <p:nvPr/>
              </p:nvGrpSpPr>
              <p:grpSpPr>
                <a:xfrm>
                  <a:off x="10556176" y="5689187"/>
                  <a:ext cx="128397" cy="44196"/>
                  <a:chOff x="10556176" y="5689187"/>
                  <a:chExt cx="128397" cy="44196"/>
                </a:xfrm>
              </p:grpSpPr>
              <p:sp>
                <p:nvSpPr>
                  <p:cNvPr id="4255" name="Google Shape;4255;p149"/>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6" name="Google Shape;4256;p149"/>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4257" name="Google Shape;4257;p149"/>
            <p:cNvGrpSpPr/>
            <p:nvPr/>
          </p:nvGrpSpPr>
          <p:grpSpPr>
            <a:xfrm>
              <a:off x="11058042" y="5088325"/>
              <a:ext cx="213052" cy="717953"/>
              <a:chOff x="11058042" y="5088325"/>
              <a:chExt cx="213052" cy="717953"/>
            </a:xfrm>
          </p:grpSpPr>
          <p:sp>
            <p:nvSpPr>
              <p:cNvPr id="4258" name="Google Shape;4258;p149"/>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9" name="Google Shape;4259;p149"/>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260" name="Google Shape;4260;p149"/>
          <p:cNvGrpSpPr/>
          <p:nvPr/>
        </p:nvGrpSpPr>
        <p:grpSpPr>
          <a:xfrm>
            <a:off x="135453" y="69369"/>
            <a:ext cx="426307" cy="643642"/>
            <a:chOff x="10572463" y="3528536"/>
            <a:chExt cx="580168" cy="875823"/>
          </a:xfrm>
        </p:grpSpPr>
        <p:grpSp>
          <p:nvGrpSpPr>
            <p:cNvPr id="4261" name="Google Shape;4261;p149"/>
            <p:cNvGrpSpPr/>
            <p:nvPr/>
          </p:nvGrpSpPr>
          <p:grpSpPr>
            <a:xfrm>
              <a:off x="10713815" y="3528536"/>
              <a:ext cx="438816" cy="746664"/>
              <a:chOff x="10713815" y="3528536"/>
              <a:chExt cx="438816" cy="746664"/>
            </a:xfrm>
          </p:grpSpPr>
          <p:sp>
            <p:nvSpPr>
              <p:cNvPr id="4262" name="Google Shape;4262;p149"/>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263" name="Google Shape;4263;p149"/>
              <p:cNvGrpSpPr/>
              <p:nvPr/>
            </p:nvGrpSpPr>
            <p:grpSpPr>
              <a:xfrm>
                <a:off x="10776489" y="3625310"/>
                <a:ext cx="313848" cy="288226"/>
                <a:chOff x="10776489" y="3625310"/>
                <a:chExt cx="313848" cy="288226"/>
              </a:xfrm>
            </p:grpSpPr>
            <p:sp>
              <p:nvSpPr>
                <p:cNvPr id="4264" name="Google Shape;4264;p149"/>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5" name="Google Shape;4265;p149"/>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6" name="Google Shape;4266;p149"/>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7" name="Google Shape;4267;p149"/>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8" name="Google Shape;4268;p149"/>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9" name="Google Shape;4269;p149"/>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70" name="Google Shape;4270;p149"/>
              <p:cNvGrpSpPr/>
              <p:nvPr/>
            </p:nvGrpSpPr>
            <p:grpSpPr>
              <a:xfrm>
                <a:off x="10776489" y="3999547"/>
                <a:ext cx="313848" cy="181546"/>
                <a:chOff x="10776489" y="3999547"/>
                <a:chExt cx="313848" cy="181546"/>
              </a:xfrm>
            </p:grpSpPr>
            <p:sp>
              <p:nvSpPr>
                <p:cNvPr id="4271" name="Google Shape;4271;p149"/>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2" name="Google Shape;4272;p149"/>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3" name="Google Shape;4273;p149"/>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4" name="Google Shape;4274;p149"/>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275" name="Google Shape;4275;p149"/>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76" name="Google Shape;4276;p149"/>
            <p:cNvGrpSpPr/>
            <p:nvPr/>
          </p:nvGrpSpPr>
          <p:grpSpPr>
            <a:xfrm>
              <a:off x="10572463" y="3657790"/>
              <a:ext cx="438817" cy="746569"/>
              <a:chOff x="10572463" y="3657790"/>
              <a:chExt cx="438817" cy="746569"/>
            </a:xfrm>
          </p:grpSpPr>
          <p:sp>
            <p:nvSpPr>
              <p:cNvPr id="4277" name="Google Shape;4277;p149"/>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278" name="Google Shape;4278;p149"/>
              <p:cNvGrpSpPr/>
              <p:nvPr/>
            </p:nvGrpSpPr>
            <p:grpSpPr>
              <a:xfrm>
                <a:off x="10635138" y="3754469"/>
                <a:ext cx="313848" cy="288321"/>
                <a:chOff x="10635138" y="3754469"/>
                <a:chExt cx="313848" cy="288321"/>
              </a:xfrm>
            </p:grpSpPr>
            <p:sp>
              <p:nvSpPr>
                <p:cNvPr id="4279" name="Google Shape;4279;p149"/>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0" name="Google Shape;4280;p149"/>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1" name="Google Shape;4281;p149"/>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2" name="Google Shape;4282;p149"/>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3" name="Google Shape;4283;p149"/>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4" name="Google Shape;4284;p149"/>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85" name="Google Shape;4285;p149"/>
              <p:cNvGrpSpPr/>
              <p:nvPr/>
            </p:nvGrpSpPr>
            <p:grpSpPr>
              <a:xfrm>
                <a:off x="10635138" y="4128801"/>
                <a:ext cx="313848" cy="181547"/>
                <a:chOff x="10635138" y="4128801"/>
                <a:chExt cx="313848" cy="181547"/>
              </a:xfrm>
            </p:grpSpPr>
            <p:sp>
              <p:nvSpPr>
                <p:cNvPr id="4286" name="Google Shape;4286;p149"/>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7" name="Google Shape;4287;p149"/>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8" name="Google Shape;4288;p149"/>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9" name="Google Shape;4289;p149"/>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290" name="Google Shape;4290;p149"/>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291" name="Google Shape;4291;p149"/>
          <p:cNvGrpSpPr/>
          <p:nvPr/>
        </p:nvGrpSpPr>
        <p:grpSpPr>
          <a:xfrm>
            <a:off x="309868" y="711612"/>
            <a:ext cx="18197" cy="243247"/>
            <a:chOff x="10809827" y="4402455"/>
            <a:chExt cx="24764" cy="330993"/>
          </a:xfrm>
        </p:grpSpPr>
        <p:sp>
          <p:nvSpPr>
            <p:cNvPr id="4292" name="Google Shape;4292;p149"/>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3" name="Google Shape;4293;p149"/>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4" name="Google Shape;4294;p149"/>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95" name="Google Shape;4295;p149"/>
          <p:cNvGrpSpPr/>
          <p:nvPr/>
        </p:nvGrpSpPr>
        <p:grpSpPr>
          <a:xfrm>
            <a:off x="8421644" y="1045085"/>
            <a:ext cx="396068" cy="717683"/>
            <a:chOff x="1945386" y="5582316"/>
            <a:chExt cx="470725" cy="852963"/>
          </a:xfrm>
        </p:grpSpPr>
        <p:grpSp>
          <p:nvGrpSpPr>
            <p:cNvPr id="4296" name="Google Shape;4296;p149"/>
            <p:cNvGrpSpPr/>
            <p:nvPr/>
          </p:nvGrpSpPr>
          <p:grpSpPr>
            <a:xfrm>
              <a:off x="1945386" y="5582316"/>
              <a:ext cx="470725" cy="852963"/>
              <a:chOff x="1945386" y="5582316"/>
              <a:chExt cx="470725" cy="852963"/>
            </a:xfrm>
          </p:grpSpPr>
          <p:sp>
            <p:nvSpPr>
              <p:cNvPr id="4297" name="Google Shape;4297;p149"/>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8" name="Google Shape;4298;p149"/>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299" name="Google Shape;4299;p149"/>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300" name="Google Shape;4300;p149"/>
          <p:cNvGrpSpPr/>
          <p:nvPr/>
        </p:nvGrpSpPr>
        <p:grpSpPr>
          <a:xfrm>
            <a:off x="8088695" y="57742"/>
            <a:ext cx="1061979" cy="558999"/>
            <a:chOff x="3859815" y="2867310"/>
            <a:chExt cx="1262157" cy="664368"/>
          </a:xfrm>
        </p:grpSpPr>
        <p:sp>
          <p:nvSpPr>
            <p:cNvPr id="4301" name="Google Shape;4301;p149"/>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302" name="Google Shape;4302;p149"/>
            <p:cNvGrpSpPr/>
            <p:nvPr/>
          </p:nvGrpSpPr>
          <p:grpSpPr>
            <a:xfrm>
              <a:off x="4275677" y="3065525"/>
              <a:ext cx="334517" cy="380047"/>
              <a:chOff x="4275677" y="3065525"/>
              <a:chExt cx="334517" cy="380047"/>
            </a:xfrm>
          </p:grpSpPr>
          <p:grpSp>
            <p:nvGrpSpPr>
              <p:cNvPr id="4303" name="Google Shape;4303;p149"/>
              <p:cNvGrpSpPr/>
              <p:nvPr/>
            </p:nvGrpSpPr>
            <p:grpSpPr>
              <a:xfrm>
                <a:off x="4275677" y="3065525"/>
                <a:ext cx="334517" cy="380047"/>
                <a:chOff x="4275677" y="3065525"/>
                <a:chExt cx="334517" cy="380047"/>
              </a:xfrm>
            </p:grpSpPr>
            <p:grpSp>
              <p:nvGrpSpPr>
                <p:cNvPr id="4304" name="Google Shape;4304;p149"/>
                <p:cNvGrpSpPr/>
                <p:nvPr/>
              </p:nvGrpSpPr>
              <p:grpSpPr>
                <a:xfrm>
                  <a:off x="4275677" y="3301269"/>
                  <a:ext cx="334422" cy="144303"/>
                  <a:chOff x="4275677" y="3301269"/>
                  <a:chExt cx="334422" cy="144303"/>
                </a:xfrm>
              </p:grpSpPr>
              <p:sp>
                <p:nvSpPr>
                  <p:cNvPr id="4305" name="Google Shape;4305;p149"/>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6" name="Google Shape;4306;p149"/>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307" name="Google Shape;4307;p149"/>
                <p:cNvGrpSpPr/>
                <p:nvPr/>
              </p:nvGrpSpPr>
              <p:grpSpPr>
                <a:xfrm>
                  <a:off x="4275677" y="3183350"/>
                  <a:ext cx="334422" cy="144302"/>
                  <a:chOff x="4275677" y="3183350"/>
                  <a:chExt cx="334422" cy="144302"/>
                </a:xfrm>
              </p:grpSpPr>
              <p:sp>
                <p:nvSpPr>
                  <p:cNvPr id="4308" name="Google Shape;4308;p149"/>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9" name="Google Shape;4309;p149"/>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310" name="Google Shape;4310;p149"/>
                <p:cNvGrpSpPr/>
                <p:nvPr/>
              </p:nvGrpSpPr>
              <p:grpSpPr>
                <a:xfrm>
                  <a:off x="4275677" y="3065525"/>
                  <a:ext cx="334517" cy="144303"/>
                  <a:chOff x="4275677" y="3065525"/>
                  <a:chExt cx="334517" cy="144303"/>
                </a:xfrm>
              </p:grpSpPr>
              <p:sp>
                <p:nvSpPr>
                  <p:cNvPr id="4311" name="Google Shape;4311;p149"/>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2" name="Google Shape;4312;p149"/>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313" name="Google Shape;4313;p149"/>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4" name="Google Shape;4314;p149"/>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5" name="Google Shape;4315;p149"/>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316" name="Google Shape;4316;p149"/>
          <p:cNvGrpSpPr/>
          <p:nvPr/>
        </p:nvGrpSpPr>
        <p:grpSpPr>
          <a:xfrm>
            <a:off x="8582238" y="611818"/>
            <a:ext cx="33124" cy="442802"/>
            <a:chOff x="10809827" y="4402455"/>
            <a:chExt cx="24764" cy="330993"/>
          </a:xfrm>
        </p:grpSpPr>
        <p:sp>
          <p:nvSpPr>
            <p:cNvPr id="4317" name="Google Shape;4317;p149"/>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8" name="Google Shape;4318;p149"/>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9" name="Google Shape;4319;p149"/>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4320" name="Shape 4320"/>
        <p:cNvGrpSpPr/>
        <p:nvPr/>
      </p:nvGrpSpPr>
      <p:grpSpPr>
        <a:xfrm>
          <a:off x="0" y="0"/>
          <a:ext cx="0" cy="0"/>
          <a:chOff x="0" y="0"/>
          <a:chExt cx="0" cy="0"/>
        </a:xfrm>
      </p:grpSpPr>
      <p:sp>
        <p:nvSpPr>
          <p:cNvPr id="4321" name="Google Shape;4321;p1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322" name="Google Shape;4322;p150"/>
          <p:cNvSpPr txBox="1"/>
          <p:nvPr>
            <p:ph idx="1" type="subTitle"/>
          </p:nvPr>
        </p:nvSpPr>
        <p:spPr>
          <a:xfrm>
            <a:off x="1253225"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323" name="Google Shape;4323;p150"/>
          <p:cNvSpPr txBox="1"/>
          <p:nvPr>
            <p:ph idx="2" type="subTitle"/>
          </p:nvPr>
        </p:nvSpPr>
        <p:spPr>
          <a:xfrm>
            <a:off x="5079776"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324" name="Google Shape;4324;p150"/>
          <p:cNvSpPr txBox="1"/>
          <p:nvPr>
            <p:ph idx="3" type="subTitle"/>
          </p:nvPr>
        </p:nvSpPr>
        <p:spPr>
          <a:xfrm>
            <a:off x="1253225"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325" name="Google Shape;4325;p150"/>
          <p:cNvSpPr txBox="1"/>
          <p:nvPr>
            <p:ph idx="4" type="subTitle"/>
          </p:nvPr>
        </p:nvSpPr>
        <p:spPr>
          <a:xfrm>
            <a:off x="5079776"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326" name="Google Shape;4326;p150"/>
          <p:cNvSpPr txBox="1"/>
          <p:nvPr>
            <p:ph idx="5" type="subTitle"/>
          </p:nvPr>
        </p:nvSpPr>
        <p:spPr>
          <a:xfrm>
            <a:off x="1253225"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327" name="Google Shape;4327;p150"/>
          <p:cNvSpPr txBox="1"/>
          <p:nvPr>
            <p:ph idx="6" type="subTitle"/>
          </p:nvPr>
        </p:nvSpPr>
        <p:spPr>
          <a:xfrm>
            <a:off x="1253225"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328" name="Google Shape;4328;p150"/>
          <p:cNvSpPr txBox="1"/>
          <p:nvPr>
            <p:ph idx="7" type="subTitle"/>
          </p:nvPr>
        </p:nvSpPr>
        <p:spPr>
          <a:xfrm>
            <a:off x="5079750"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329" name="Google Shape;4329;p150"/>
          <p:cNvSpPr txBox="1"/>
          <p:nvPr>
            <p:ph idx="8" type="subTitle"/>
          </p:nvPr>
        </p:nvSpPr>
        <p:spPr>
          <a:xfrm>
            <a:off x="5079750"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330" name="Google Shape;4330;p150"/>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50"/>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2" name="Google Shape;4332;p150"/>
          <p:cNvGrpSpPr/>
          <p:nvPr/>
        </p:nvGrpSpPr>
        <p:grpSpPr>
          <a:xfrm>
            <a:off x="65066" y="4373044"/>
            <a:ext cx="878158" cy="654532"/>
            <a:chOff x="1114425" y="4361211"/>
            <a:chExt cx="573023" cy="427101"/>
          </a:xfrm>
        </p:grpSpPr>
        <p:grpSp>
          <p:nvGrpSpPr>
            <p:cNvPr id="4333" name="Google Shape;4333;p150"/>
            <p:cNvGrpSpPr/>
            <p:nvPr/>
          </p:nvGrpSpPr>
          <p:grpSpPr>
            <a:xfrm>
              <a:off x="1114425" y="4361211"/>
              <a:ext cx="573023" cy="427101"/>
              <a:chOff x="1114425" y="4361211"/>
              <a:chExt cx="573023" cy="427101"/>
            </a:xfrm>
          </p:grpSpPr>
          <p:sp>
            <p:nvSpPr>
              <p:cNvPr id="4334" name="Google Shape;4334;p150"/>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5" name="Google Shape;4335;p150"/>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6" name="Google Shape;4336;p150"/>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337" name="Google Shape;4337;p150"/>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338" name="Google Shape;4338;p150"/>
          <p:cNvGrpSpPr/>
          <p:nvPr/>
        </p:nvGrpSpPr>
        <p:grpSpPr>
          <a:xfrm>
            <a:off x="8114970" y="266839"/>
            <a:ext cx="829992" cy="750888"/>
            <a:chOff x="8114596" y="445039"/>
            <a:chExt cx="633002" cy="572716"/>
          </a:xfrm>
        </p:grpSpPr>
        <p:grpSp>
          <p:nvGrpSpPr>
            <p:cNvPr id="4339" name="Google Shape;4339;p150"/>
            <p:cNvGrpSpPr/>
            <p:nvPr/>
          </p:nvGrpSpPr>
          <p:grpSpPr>
            <a:xfrm>
              <a:off x="8114596" y="445039"/>
              <a:ext cx="633002" cy="572716"/>
              <a:chOff x="7189660" y="520827"/>
              <a:chExt cx="598074" cy="541115"/>
            </a:xfrm>
          </p:grpSpPr>
          <p:sp>
            <p:nvSpPr>
              <p:cNvPr id="4340" name="Google Shape;4340;p150"/>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341" name="Google Shape;4341;p150"/>
              <p:cNvGrpSpPr/>
              <p:nvPr/>
            </p:nvGrpSpPr>
            <p:grpSpPr>
              <a:xfrm>
                <a:off x="7579137" y="551973"/>
                <a:ext cx="164782" cy="41529"/>
                <a:chOff x="7579137" y="551973"/>
                <a:chExt cx="164782" cy="41529"/>
              </a:xfrm>
            </p:grpSpPr>
            <p:sp>
              <p:nvSpPr>
                <p:cNvPr id="4342" name="Google Shape;4342;p150"/>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3" name="Google Shape;4343;p150"/>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4" name="Google Shape;4344;p150"/>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345" name="Google Shape;4345;p150"/>
            <p:cNvGrpSpPr/>
            <p:nvPr/>
          </p:nvGrpSpPr>
          <p:grpSpPr>
            <a:xfrm>
              <a:off x="8184962" y="619646"/>
              <a:ext cx="498115" cy="257273"/>
              <a:chOff x="7256144" y="685800"/>
              <a:chExt cx="470630" cy="243077"/>
            </a:xfrm>
          </p:grpSpPr>
          <p:sp>
            <p:nvSpPr>
              <p:cNvPr id="4346" name="Google Shape;4346;p150"/>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347" name="Google Shape;4347;p150"/>
              <p:cNvGrpSpPr/>
              <p:nvPr/>
            </p:nvGrpSpPr>
            <p:grpSpPr>
              <a:xfrm>
                <a:off x="7512843" y="685800"/>
                <a:ext cx="213931" cy="243077"/>
                <a:chOff x="7512843" y="685800"/>
                <a:chExt cx="213931" cy="243077"/>
              </a:xfrm>
            </p:grpSpPr>
            <p:grpSp>
              <p:nvGrpSpPr>
                <p:cNvPr id="4348" name="Google Shape;4348;p150"/>
                <p:cNvGrpSpPr/>
                <p:nvPr/>
              </p:nvGrpSpPr>
              <p:grpSpPr>
                <a:xfrm>
                  <a:off x="7512843" y="836580"/>
                  <a:ext cx="213931" cy="92297"/>
                  <a:chOff x="7512843" y="836580"/>
                  <a:chExt cx="213931" cy="92297"/>
                </a:xfrm>
              </p:grpSpPr>
              <p:sp>
                <p:nvSpPr>
                  <p:cNvPr id="4349" name="Google Shape;4349;p150"/>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0" name="Google Shape;4350;p150"/>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351" name="Google Shape;4351;p150"/>
                <p:cNvGrpSpPr/>
                <p:nvPr/>
              </p:nvGrpSpPr>
              <p:grpSpPr>
                <a:xfrm>
                  <a:off x="7512843" y="761238"/>
                  <a:ext cx="213931" cy="92296"/>
                  <a:chOff x="7512843" y="761238"/>
                  <a:chExt cx="213931" cy="92296"/>
                </a:xfrm>
              </p:grpSpPr>
              <p:sp>
                <p:nvSpPr>
                  <p:cNvPr id="4352" name="Google Shape;4352;p150"/>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3" name="Google Shape;4353;p150"/>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354" name="Google Shape;4354;p150"/>
                <p:cNvGrpSpPr/>
                <p:nvPr/>
              </p:nvGrpSpPr>
              <p:grpSpPr>
                <a:xfrm>
                  <a:off x="7512843" y="685800"/>
                  <a:ext cx="213931" cy="92297"/>
                  <a:chOff x="7512843" y="685800"/>
                  <a:chExt cx="213931" cy="92297"/>
                </a:xfrm>
              </p:grpSpPr>
              <p:sp>
                <p:nvSpPr>
                  <p:cNvPr id="4355" name="Google Shape;4355;p150"/>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6" name="Google Shape;4356;p150"/>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4357" name="Shape 4357"/>
        <p:cNvGrpSpPr/>
        <p:nvPr/>
      </p:nvGrpSpPr>
      <p:grpSpPr>
        <a:xfrm>
          <a:off x="0" y="0"/>
          <a:ext cx="0" cy="0"/>
          <a:chOff x="0" y="0"/>
          <a:chExt cx="0" cy="0"/>
        </a:xfrm>
      </p:grpSpPr>
      <p:sp>
        <p:nvSpPr>
          <p:cNvPr id="4358" name="Google Shape;4358;p1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359" name="Google Shape;4359;p151"/>
          <p:cNvSpPr txBox="1"/>
          <p:nvPr>
            <p:ph idx="1" type="subTitle"/>
          </p:nvPr>
        </p:nvSpPr>
        <p:spPr>
          <a:xfrm>
            <a:off x="723900" y="171015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360" name="Google Shape;4360;p151"/>
          <p:cNvSpPr txBox="1"/>
          <p:nvPr>
            <p:ph idx="2" type="subTitle"/>
          </p:nvPr>
        </p:nvSpPr>
        <p:spPr>
          <a:xfrm>
            <a:off x="3577144"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361" name="Google Shape;4361;p151"/>
          <p:cNvSpPr txBox="1"/>
          <p:nvPr>
            <p:ph idx="3" type="subTitle"/>
          </p:nvPr>
        </p:nvSpPr>
        <p:spPr>
          <a:xfrm>
            <a:off x="723900"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362" name="Google Shape;4362;p151"/>
          <p:cNvSpPr txBox="1"/>
          <p:nvPr>
            <p:ph idx="4" type="subTitle"/>
          </p:nvPr>
        </p:nvSpPr>
        <p:spPr>
          <a:xfrm>
            <a:off x="3577144"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363" name="Google Shape;4363;p151"/>
          <p:cNvSpPr txBox="1"/>
          <p:nvPr>
            <p:ph idx="5" type="subTitle"/>
          </p:nvPr>
        </p:nvSpPr>
        <p:spPr>
          <a:xfrm>
            <a:off x="6430388"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364" name="Google Shape;4364;p151"/>
          <p:cNvSpPr txBox="1"/>
          <p:nvPr>
            <p:ph idx="6" type="subTitle"/>
          </p:nvPr>
        </p:nvSpPr>
        <p:spPr>
          <a:xfrm>
            <a:off x="6430388"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365" name="Google Shape;4365;p151"/>
          <p:cNvSpPr txBox="1"/>
          <p:nvPr>
            <p:ph idx="7" type="subTitle"/>
          </p:nvPr>
        </p:nvSpPr>
        <p:spPr>
          <a:xfrm>
            <a:off x="731700" y="1060275"/>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366" name="Google Shape;4366;p151"/>
          <p:cNvSpPr txBox="1"/>
          <p:nvPr>
            <p:ph idx="8" type="subTitle"/>
          </p:nvPr>
        </p:nvSpPr>
        <p:spPr>
          <a:xfrm>
            <a:off x="3582994"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367" name="Google Shape;4367;p151"/>
          <p:cNvSpPr txBox="1"/>
          <p:nvPr>
            <p:ph idx="9" type="subTitle"/>
          </p:nvPr>
        </p:nvSpPr>
        <p:spPr>
          <a:xfrm>
            <a:off x="6434288"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368" name="Google Shape;4368;p151"/>
          <p:cNvSpPr txBox="1"/>
          <p:nvPr>
            <p:ph idx="13" type="subTitle"/>
          </p:nvPr>
        </p:nvSpPr>
        <p:spPr>
          <a:xfrm>
            <a:off x="723900" y="2845800"/>
            <a:ext cx="19860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369" name="Google Shape;4369;p151"/>
          <p:cNvSpPr txBox="1"/>
          <p:nvPr>
            <p:ph idx="14" type="subTitle"/>
          </p:nvPr>
        </p:nvSpPr>
        <p:spPr>
          <a:xfrm>
            <a:off x="3582995"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370" name="Google Shape;4370;p151"/>
          <p:cNvSpPr txBox="1"/>
          <p:nvPr>
            <p:ph idx="15" type="subTitle"/>
          </p:nvPr>
        </p:nvSpPr>
        <p:spPr>
          <a:xfrm>
            <a:off x="6434290"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371" name="Google Shape;4371;p151"/>
          <p:cNvSpPr/>
          <p:nvPr/>
        </p:nvSpPr>
        <p:spPr>
          <a:xfrm flipH="1" rot="-3263452">
            <a:off x="7372110" y="40383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51"/>
          <p:cNvSpPr/>
          <p:nvPr/>
        </p:nvSpPr>
        <p:spPr>
          <a:xfrm flipH="1" rot="531647">
            <a:off x="-1621232" y="4095570"/>
            <a:ext cx="2581069" cy="208704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51"/>
          <p:cNvSpPr/>
          <p:nvPr/>
        </p:nvSpPr>
        <p:spPr>
          <a:xfrm flipH="1" rot="460658">
            <a:off x="7344116" y="-1448948"/>
            <a:ext cx="3053845" cy="246933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4" name="Google Shape;4374;p151"/>
          <p:cNvGrpSpPr/>
          <p:nvPr/>
        </p:nvGrpSpPr>
        <p:grpSpPr>
          <a:xfrm>
            <a:off x="7931872" y="177093"/>
            <a:ext cx="997823" cy="737095"/>
            <a:chOff x="7931872" y="177093"/>
            <a:chExt cx="997823" cy="737095"/>
          </a:xfrm>
        </p:grpSpPr>
        <p:grpSp>
          <p:nvGrpSpPr>
            <p:cNvPr id="4375" name="Google Shape;4375;p151"/>
            <p:cNvGrpSpPr/>
            <p:nvPr/>
          </p:nvGrpSpPr>
          <p:grpSpPr>
            <a:xfrm>
              <a:off x="7931872" y="177093"/>
              <a:ext cx="919725" cy="318025"/>
              <a:chOff x="7230903" y="4635722"/>
              <a:chExt cx="652843" cy="225742"/>
            </a:xfrm>
          </p:grpSpPr>
          <p:sp>
            <p:nvSpPr>
              <p:cNvPr id="4376" name="Google Shape;4376;p151"/>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7" name="Google Shape;4377;p151"/>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378" name="Google Shape;4378;p151"/>
              <p:cNvGrpSpPr/>
              <p:nvPr/>
            </p:nvGrpSpPr>
            <p:grpSpPr>
              <a:xfrm>
                <a:off x="7487126" y="4676394"/>
                <a:ext cx="332041" cy="142684"/>
                <a:chOff x="7487126" y="4676394"/>
                <a:chExt cx="332041" cy="142684"/>
              </a:xfrm>
            </p:grpSpPr>
            <p:sp>
              <p:nvSpPr>
                <p:cNvPr id="4379" name="Google Shape;4379;p151"/>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0" name="Google Shape;4380;p151"/>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1" name="Google Shape;4381;p151"/>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2" name="Google Shape;4382;p151"/>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383" name="Google Shape;4383;p151"/>
            <p:cNvGrpSpPr/>
            <p:nvPr/>
          </p:nvGrpSpPr>
          <p:grpSpPr>
            <a:xfrm>
              <a:off x="7931872" y="596163"/>
              <a:ext cx="919725" cy="318025"/>
              <a:chOff x="7230903" y="4933188"/>
              <a:chExt cx="652843" cy="225742"/>
            </a:xfrm>
          </p:grpSpPr>
          <p:grpSp>
            <p:nvGrpSpPr>
              <p:cNvPr id="4384" name="Google Shape;4384;p151"/>
              <p:cNvGrpSpPr/>
              <p:nvPr/>
            </p:nvGrpSpPr>
            <p:grpSpPr>
              <a:xfrm>
                <a:off x="7230903" y="4933188"/>
                <a:ext cx="652843" cy="225742"/>
                <a:chOff x="7230903" y="4933188"/>
                <a:chExt cx="652843" cy="225742"/>
              </a:xfrm>
            </p:grpSpPr>
            <p:sp>
              <p:nvSpPr>
                <p:cNvPr id="4385" name="Google Shape;4385;p151"/>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6" name="Google Shape;4386;p151"/>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387" name="Google Shape;4387;p151"/>
                <p:cNvGrpSpPr/>
                <p:nvPr/>
              </p:nvGrpSpPr>
              <p:grpSpPr>
                <a:xfrm>
                  <a:off x="7487126" y="4973859"/>
                  <a:ext cx="332041" cy="142684"/>
                  <a:chOff x="7487126" y="4973859"/>
                  <a:chExt cx="332041" cy="142684"/>
                </a:xfrm>
              </p:grpSpPr>
              <p:sp>
                <p:nvSpPr>
                  <p:cNvPr id="4388" name="Google Shape;4388;p151"/>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9" name="Google Shape;4389;p151"/>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0" name="Google Shape;4390;p151"/>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1" name="Google Shape;4391;p151"/>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392" name="Google Shape;4392;p151"/>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393" name="Google Shape;4393;p151"/>
            <p:cNvGrpSpPr/>
            <p:nvPr/>
          </p:nvGrpSpPr>
          <p:grpSpPr>
            <a:xfrm>
              <a:off x="8756326" y="539537"/>
              <a:ext cx="173370" cy="112691"/>
              <a:chOff x="7816120" y="4892994"/>
              <a:chExt cx="123062" cy="79991"/>
            </a:xfrm>
          </p:grpSpPr>
          <p:grpSp>
            <p:nvGrpSpPr>
              <p:cNvPr id="4394" name="Google Shape;4394;p151"/>
              <p:cNvGrpSpPr/>
              <p:nvPr/>
            </p:nvGrpSpPr>
            <p:grpSpPr>
              <a:xfrm>
                <a:off x="7816120" y="4902803"/>
                <a:ext cx="123062" cy="63817"/>
                <a:chOff x="7816120" y="4902803"/>
                <a:chExt cx="123062" cy="63817"/>
              </a:xfrm>
            </p:grpSpPr>
            <p:sp>
              <p:nvSpPr>
                <p:cNvPr id="4395" name="Google Shape;4395;p151"/>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6" name="Google Shape;4396;p151"/>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397" name="Google Shape;4397;p151"/>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4398" name="Shape 4398"/>
        <p:cNvGrpSpPr/>
        <p:nvPr/>
      </p:nvGrpSpPr>
      <p:grpSpPr>
        <a:xfrm>
          <a:off x="0" y="0"/>
          <a:ext cx="0" cy="0"/>
          <a:chOff x="0" y="0"/>
          <a:chExt cx="0" cy="0"/>
        </a:xfrm>
      </p:grpSpPr>
      <p:sp>
        <p:nvSpPr>
          <p:cNvPr id="4399" name="Google Shape;4399;p152"/>
          <p:cNvSpPr txBox="1"/>
          <p:nvPr>
            <p:ph hasCustomPrompt="1" type="title"/>
          </p:nvPr>
        </p:nvSpPr>
        <p:spPr>
          <a:xfrm>
            <a:off x="798388"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4400" name="Google Shape;4400;p152"/>
          <p:cNvSpPr txBox="1"/>
          <p:nvPr>
            <p:ph idx="1" type="subTitle"/>
          </p:nvPr>
        </p:nvSpPr>
        <p:spPr>
          <a:xfrm>
            <a:off x="798388"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4401" name="Google Shape;4401;p152"/>
          <p:cNvSpPr txBox="1"/>
          <p:nvPr>
            <p:ph hasCustomPrompt="1" idx="2" type="title"/>
          </p:nvPr>
        </p:nvSpPr>
        <p:spPr>
          <a:xfrm>
            <a:off x="2825700" y="1029535"/>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4402" name="Google Shape;4402;p152"/>
          <p:cNvSpPr txBox="1"/>
          <p:nvPr>
            <p:ph idx="3" type="subTitle"/>
          </p:nvPr>
        </p:nvSpPr>
        <p:spPr>
          <a:xfrm>
            <a:off x="2825700" y="1804473"/>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4403" name="Google Shape;4403;p152"/>
          <p:cNvSpPr txBox="1"/>
          <p:nvPr>
            <p:ph hasCustomPrompt="1" idx="4" type="title"/>
          </p:nvPr>
        </p:nvSpPr>
        <p:spPr>
          <a:xfrm>
            <a:off x="4853013"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4404" name="Google Shape;4404;p152"/>
          <p:cNvSpPr txBox="1"/>
          <p:nvPr>
            <p:ph idx="5" type="subTitle"/>
          </p:nvPr>
        </p:nvSpPr>
        <p:spPr>
          <a:xfrm>
            <a:off x="4853013"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4405" name="Google Shape;4405;p152"/>
          <p:cNvSpPr/>
          <p:nvPr/>
        </p:nvSpPr>
        <p:spPr>
          <a:xfrm rot="-5710536">
            <a:off x="-1869285" y="3438573"/>
            <a:ext cx="3168438" cy="23079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52"/>
          <p:cNvSpPr/>
          <p:nvPr/>
        </p:nvSpPr>
        <p:spPr>
          <a:xfrm rot="-294905">
            <a:off x="7350387" y="3903245"/>
            <a:ext cx="3168449" cy="256199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4407" name="Shape 4407"/>
        <p:cNvGrpSpPr/>
        <p:nvPr/>
      </p:nvGrpSpPr>
      <p:grpSpPr>
        <a:xfrm>
          <a:off x="0" y="0"/>
          <a:ext cx="0" cy="0"/>
          <a:chOff x="0" y="0"/>
          <a:chExt cx="0" cy="0"/>
        </a:xfrm>
      </p:grpSpPr>
      <p:sp>
        <p:nvSpPr>
          <p:cNvPr id="4408" name="Google Shape;4408;p1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409" name="Google Shape;4409;p153"/>
          <p:cNvSpPr/>
          <p:nvPr/>
        </p:nvSpPr>
        <p:spPr>
          <a:xfrm flipH="1" rot="337739">
            <a:off x="8212271" y="3187242"/>
            <a:ext cx="3158465" cy="3518480"/>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0" name="Google Shape;4410;p153"/>
          <p:cNvGrpSpPr/>
          <p:nvPr/>
        </p:nvGrpSpPr>
        <p:grpSpPr>
          <a:xfrm>
            <a:off x="90200" y="4214393"/>
            <a:ext cx="516117" cy="779220"/>
            <a:chOff x="10572463" y="3528536"/>
            <a:chExt cx="580168" cy="875823"/>
          </a:xfrm>
        </p:grpSpPr>
        <p:grpSp>
          <p:nvGrpSpPr>
            <p:cNvPr id="4411" name="Google Shape;4411;p153"/>
            <p:cNvGrpSpPr/>
            <p:nvPr/>
          </p:nvGrpSpPr>
          <p:grpSpPr>
            <a:xfrm>
              <a:off x="10713815" y="3528536"/>
              <a:ext cx="438816" cy="746664"/>
              <a:chOff x="10713815" y="3528536"/>
              <a:chExt cx="438816" cy="746664"/>
            </a:xfrm>
          </p:grpSpPr>
          <p:sp>
            <p:nvSpPr>
              <p:cNvPr id="4412" name="Google Shape;4412;p153"/>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413" name="Google Shape;4413;p153"/>
              <p:cNvGrpSpPr/>
              <p:nvPr/>
            </p:nvGrpSpPr>
            <p:grpSpPr>
              <a:xfrm>
                <a:off x="10776489" y="3625310"/>
                <a:ext cx="313848" cy="288226"/>
                <a:chOff x="10776489" y="3625310"/>
                <a:chExt cx="313848" cy="288226"/>
              </a:xfrm>
            </p:grpSpPr>
            <p:sp>
              <p:nvSpPr>
                <p:cNvPr id="4414" name="Google Shape;4414;p153"/>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5" name="Google Shape;4415;p153"/>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6" name="Google Shape;4416;p153"/>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7" name="Google Shape;4417;p153"/>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8" name="Google Shape;4418;p153"/>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9" name="Google Shape;4419;p153"/>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20" name="Google Shape;4420;p153"/>
              <p:cNvGrpSpPr/>
              <p:nvPr/>
            </p:nvGrpSpPr>
            <p:grpSpPr>
              <a:xfrm>
                <a:off x="10776489" y="3999547"/>
                <a:ext cx="313848" cy="181546"/>
                <a:chOff x="10776489" y="3999547"/>
                <a:chExt cx="313848" cy="181546"/>
              </a:xfrm>
            </p:grpSpPr>
            <p:sp>
              <p:nvSpPr>
                <p:cNvPr id="4421" name="Google Shape;4421;p153"/>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2" name="Google Shape;4422;p153"/>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3" name="Google Shape;4423;p153"/>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4" name="Google Shape;4424;p153"/>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425" name="Google Shape;4425;p153"/>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26" name="Google Shape;4426;p153"/>
            <p:cNvGrpSpPr/>
            <p:nvPr/>
          </p:nvGrpSpPr>
          <p:grpSpPr>
            <a:xfrm>
              <a:off x="10572463" y="3657790"/>
              <a:ext cx="438817" cy="746569"/>
              <a:chOff x="10572463" y="3657790"/>
              <a:chExt cx="438817" cy="746569"/>
            </a:xfrm>
          </p:grpSpPr>
          <p:sp>
            <p:nvSpPr>
              <p:cNvPr id="4427" name="Google Shape;4427;p153"/>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428" name="Google Shape;4428;p153"/>
              <p:cNvGrpSpPr/>
              <p:nvPr/>
            </p:nvGrpSpPr>
            <p:grpSpPr>
              <a:xfrm>
                <a:off x="10635138" y="3754469"/>
                <a:ext cx="313848" cy="288321"/>
                <a:chOff x="10635138" y="3754469"/>
                <a:chExt cx="313848" cy="288321"/>
              </a:xfrm>
            </p:grpSpPr>
            <p:sp>
              <p:nvSpPr>
                <p:cNvPr id="4429" name="Google Shape;4429;p153"/>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0" name="Google Shape;4430;p153"/>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1" name="Google Shape;4431;p153"/>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2" name="Google Shape;4432;p153"/>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3" name="Google Shape;4433;p153"/>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4" name="Google Shape;4434;p153"/>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35" name="Google Shape;4435;p153"/>
              <p:cNvGrpSpPr/>
              <p:nvPr/>
            </p:nvGrpSpPr>
            <p:grpSpPr>
              <a:xfrm>
                <a:off x="10635138" y="4128801"/>
                <a:ext cx="313848" cy="181547"/>
                <a:chOff x="10635138" y="4128801"/>
                <a:chExt cx="313848" cy="181547"/>
              </a:xfrm>
            </p:grpSpPr>
            <p:sp>
              <p:nvSpPr>
                <p:cNvPr id="4436" name="Google Shape;4436;p153"/>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7" name="Google Shape;4437;p153"/>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8" name="Google Shape;4438;p153"/>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9" name="Google Shape;4439;p153"/>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440" name="Google Shape;4440;p153"/>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441" name="Google Shape;4441;p153"/>
          <p:cNvSpPr/>
          <p:nvPr/>
        </p:nvSpPr>
        <p:spPr>
          <a:xfrm flipH="1" rot="-3657034">
            <a:off x="-1404232" y="-737971"/>
            <a:ext cx="2746020" cy="16278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2" name="Google Shape;4442;p153"/>
          <p:cNvGrpSpPr/>
          <p:nvPr/>
        </p:nvGrpSpPr>
        <p:grpSpPr>
          <a:xfrm>
            <a:off x="8114970" y="266839"/>
            <a:ext cx="829992" cy="750888"/>
            <a:chOff x="8114596" y="445039"/>
            <a:chExt cx="633002" cy="572716"/>
          </a:xfrm>
        </p:grpSpPr>
        <p:grpSp>
          <p:nvGrpSpPr>
            <p:cNvPr id="4443" name="Google Shape;4443;p153"/>
            <p:cNvGrpSpPr/>
            <p:nvPr/>
          </p:nvGrpSpPr>
          <p:grpSpPr>
            <a:xfrm>
              <a:off x="8114596" y="445039"/>
              <a:ext cx="633002" cy="572716"/>
              <a:chOff x="7189660" y="520827"/>
              <a:chExt cx="598074" cy="541115"/>
            </a:xfrm>
          </p:grpSpPr>
          <p:sp>
            <p:nvSpPr>
              <p:cNvPr id="4444" name="Google Shape;4444;p153"/>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445" name="Google Shape;4445;p153"/>
              <p:cNvGrpSpPr/>
              <p:nvPr/>
            </p:nvGrpSpPr>
            <p:grpSpPr>
              <a:xfrm>
                <a:off x="7579137" y="551973"/>
                <a:ext cx="164782" cy="41529"/>
                <a:chOff x="7579137" y="551973"/>
                <a:chExt cx="164782" cy="41529"/>
              </a:xfrm>
            </p:grpSpPr>
            <p:sp>
              <p:nvSpPr>
                <p:cNvPr id="4446" name="Google Shape;4446;p153"/>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47" name="Google Shape;4447;p153"/>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48" name="Google Shape;4448;p153"/>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449" name="Google Shape;4449;p153"/>
            <p:cNvGrpSpPr/>
            <p:nvPr/>
          </p:nvGrpSpPr>
          <p:grpSpPr>
            <a:xfrm>
              <a:off x="8184962" y="619646"/>
              <a:ext cx="498115" cy="257273"/>
              <a:chOff x="7256144" y="685800"/>
              <a:chExt cx="470630" cy="243077"/>
            </a:xfrm>
          </p:grpSpPr>
          <p:sp>
            <p:nvSpPr>
              <p:cNvPr id="4450" name="Google Shape;4450;p153"/>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451" name="Google Shape;4451;p153"/>
              <p:cNvGrpSpPr/>
              <p:nvPr/>
            </p:nvGrpSpPr>
            <p:grpSpPr>
              <a:xfrm>
                <a:off x="7512843" y="685800"/>
                <a:ext cx="213931" cy="243077"/>
                <a:chOff x="7512843" y="685800"/>
                <a:chExt cx="213931" cy="243077"/>
              </a:xfrm>
            </p:grpSpPr>
            <p:grpSp>
              <p:nvGrpSpPr>
                <p:cNvPr id="4452" name="Google Shape;4452;p153"/>
                <p:cNvGrpSpPr/>
                <p:nvPr/>
              </p:nvGrpSpPr>
              <p:grpSpPr>
                <a:xfrm>
                  <a:off x="7512843" y="836580"/>
                  <a:ext cx="213931" cy="92297"/>
                  <a:chOff x="7512843" y="836580"/>
                  <a:chExt cx="213931" cy="92297"/>
                </a:xfrm>
              </p:grpSpPr>
              <p:sp>
                <p:nvSpPr>
                  <p:cNvPr id="4453" name="Google Shape;4453;p153"/>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4" name="Google Shape;4454;p153"/>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55" name="Google Shape;4455;p153"/>
                <p:cNvGrpSpPr/>
                <p:nvPr/>
              </p:nvGrpSpPr>
              <p:grpSpPr>
                <a:xfrm>
                  <a:off x="7512843" y="761238"/>
                  <a:ext cx="213931" cy="92296"/>
                  <a:chOff x="7512843" y="761238"/>
                  <a:chExt cx="213931" cy="92296"/>
                </a:xfrm>
              </p:grpSpPr>
              <p:sp>
                <p:nvSpPr>
                  <p:cNvPr id="4456" name="Google Shape;4456;p153"/>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7" name="Google Shape;4457;p153"/>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58" name="Google Shape;4458;p153"/>
                <p:cNvGrpSpPr/>
                <p:nvPr/>
              </p:nvGrpSpPr>
              <p:grpSpPr>
                <a:xfrm>
                  <a:off x="7512843" y="685800"/>
                  <a:ext cx="213931" cy="92297"/>
                  <a:chOff x="7512843" y="685800"/>
                  <a:chExt cx="213931" cy="92297"/>
                </a:xfrm>
              </p:grpSpPr>
              <p:sp>
                <p:nvSpPr>
                  <p:cNvPr id="4459" name="Google Shape;4459;p153"/>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0" name="Google Shape;4460;p153"/>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4461" name="Shape 4461"/>
        <p:cNvGrpSpPr/>
        <p:nvPr/>
      </p:nvGrpSpPr>
      <p:grpSpPr>
        <a:xfrm>
          <a:off x="0" y="0"/>
          <a:ext cx="0" cy="0"/>
          <a:chOff x="0" y="0"/>
          <a:chExt cx="0" cy="0"/>
        </a:xfrm>
      </p:grpSpPr>
      <p:sp>
        <p:nvSpPr>
          <p:cNvPr id="4462" name="Google Shape;4462;p154"/>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4464" name="Google Shape;4464;p154"/>
          <p:cNvGrpSpPr/>
          <p:nvPr/>
        </p:nvGrpSpPr>
        <p:grpSpPr>
          <a:xfrm flipH="1">
            <a:off x="683048" y="4696520"/>
            <a:ext cx="325927" cy="404808"/>
            <a:chOff x="7385113" y="1535430"/>
            <a:chExt cx="435673" cy="541115"/>
          </a:xfrm>
        </p:grpSpPr>
        <p:sp>
          <p:nvSpPr>
            <p:cNvPr id="4465" name="Google Shape;4465;p154"/>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466" name="Google Shape;4466;p154"/>
            <p:cNvGrpSpPr/>
            <p:nvPr/>
          </p:nvGrpSpPr>
          <p:grpSpPr>
            <a:xfrm>
              <a:off x="7612094" y="1566576"/>
              <a:ext cx="164781" cy="41529"/>
              <a:chOff x="7612094" y="1566576"/>
              <a:chExt cx="164781" cy="41529"/>
            </a:xfrm>
          </p:grpSpPr>
          <p:sp>
            <p:nvSpPr>
              <p:cNvPr id="4467" name="Google Shape;4467;p154"/>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8" name="Google Shape;4468;p154"/>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9" name="Google Shape;4469;p154"/>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470" name="Google Shape;4470;p154"/>
          <p:cNvGrpSpPr/>
          <p:nvPr/>
        </p:nvGrpSpPr>
        <p:grpSpPr>
          <a:xfrm flipH="1">
            <a:off x="713902" y="4774546"/>
            <a:ext cx="268636" cy="280965"/>
            <a:chOff x="7420451" y="1639728"/>
            <a:chExt cx="359091" cy="375571"/>
          </a:xfrm>
        </p:grpSpPr>
        <p:sp>
          <p:nvSpPr>
            <p:cNvPr id="4471" name="Google Shape;4471;p154"/>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2" name="Google Shape;4472;p154"/>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73" name="Google Shape;4473;p154"/>
          <p:cNvGrpSpPr/>
          <p:nvPr/>
        </p:nvGrpSpPr>
        <p:grpSpPr>
          <a:xfrm flipH="1">
            <a:off x="96200" y="4469347"/>
            <a:ext cx="355444" cy="644072"/>
            <a:chOff x="1945386" y="5582316"/>
            <a:chExt cx="470725" cy="852963"/>
          </a:xfrm>
        </p:grpSpPr>
        <p:grpSp>
          <p:nvGrpSpPr>
            <p:cNvPr id="4474" name="Google Shape;4474;p154"/>
            <p:cNvGrpSpPr/>
            <p:nvPr/>
          </p:nvGrpSpPr>
          <p:grpSpPr>
            <a:xfrm>
              <a:off x="1945386" y="5582316"/>
              <a:ext cx="470725" cy="852963"/>
              <a:chOff x="1945386" y="5582316"/>
              <a:chExt cx="470725" cy="852963"/>
            </a:xfrm>
          </p:grpSpPr>
          <p:sp>
            <p:nvSpPr>
              <p:cNvPr id="4475" name="Google Shape;4475;p154"/>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6" name="Google Shape;4476;p154"/>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477" name="Google Shape;4477;p154"/>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78" name="Google Shape;4478;p154"/>
          <p:cNvGrpSpPr/>
          <p:nvPr/>
        </p:nvGrpSpPr>
        <p:grpSpPr>
          <a:xfrm>
            <a:off x="7975988" y="116167"/>
            <a:ext cx="1061979" cy="558999"/>
            <a:chOff x="3859815" y="2867310"/>
            <a:chExt cx="1262157" cy="664368"/>
          </a:xfrm>
        </p:grpSpPr>
        <p:sp>
          <p:nvSpPr>
            <p:cNvPr id="4479" name="Google Shape;4479;p154"/>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480" name="Google Shape;4480;p154"/>
            <p:cNvGrpSpPr/>
            <p:nvPr/>
          </p:nvGrpSpPr>
          <p:grpSpPr>
            <a:xfrm>
              <a:off x="4275677" y="3065525"/>
              <a:ext cx="334517" cy="380047"/>
              <a:chOff x="4275677" y="3065525"/>
              <a:chExt cx="334517" cy="380047"/>
            </a:xfrm>
          </p:grpSpPr>
          <p:grpSp>
            <p:nvGrpSpPr>
              <p:cNvPr id="4481" name="Google Shape;4481;p154"/>
              <p:cNvGrpSpPr/>
              <p:nvPr/>
            </p:nvGrpSpPr>
            <p:grpSpPr>
              <a:xfrm>
                <a:off x="4275677" y="3065525"/>
                <a:ext cx="334517" cy="380047"/>
                <a:chOff x="4275677" y="3065525"/>
                <a:chExt cx="334517" cy="380047"/>
              </a:xfrm>
            </p:grpSpPr>
            <p:grpSp>
              <p:nvGrpSpPr>
                <p:cNvPr id="4482" name="Google Shape;4482;p154"/>
                <p:cNvGrpSpPr/>
                <p:nvPr/>
              </p:nvGrpSpPr>
              <p:grpSpPr>
                <a:xfrm>
                  <a:off x="4275677" y="3301269"/>
                  <a:ext cx="334422" cy="144303"/>
                  <a:chOff x="4275677" y="3301269"/>
                  <a:chExt cx="334422" cy="144303"/>
                </a:xfrm>
              </p:grpSpPr>
              <p:sp>
                <p:nvSpPr>
                  <p:cNvPr id="4483" name="Google Shape;4483;p154"/>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4" name="Google Shape;4484;p154"/>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85" name="Google Shape;4485;p154"/>
                <p:cNvGrpSpPr/>
                <p:nvPr/>
              </p:nvGrpSpPr>
              <p:grpSpPr>
                <a:xfrm>
                  <a:off x="4275677" y="3183350"/>
                  <a:ext cx="334422" cy="144302"/>
                  <a:chOff x="4275677" y="3183350"/>
                  <a:chExt cx="334422" cy="144302"/>
                </a:xfrm>
              </p:grpSpPr>
              <p:sp>
                <p:nvSpPr>
                  <p:cNvPr id="4486" name="Google Shape;4486;p154"/>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7" name="Google Shape;4487;p154"/>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88" name="Google Shape;4488;p154"/>
                <p:cNvGrpSpPr/>
                <p:nvPr/>
              </p:nvGrpSpPr>
              <p:grpSpPr>
                <a:xfrm>
                  <a:off x="4275677" y="3065525"/>
                  <a:ext cx="334517" cy="144303"/>
                  <a:chOff x="4275677" y="3065525"/>
                  <a:chExt cx="334517" cy="144303"/>
                </a:xfrm>
              </p:grpSpPr>
              <p:sp>
                <p:nvSpPr>
                  <p:cNvPr id="4489" name="Google Shape;4489;p154"/>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0" name="Google Shape;4490;p154"/>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491" name="Google Shape;4491;p154"/>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2" name="Google Shape;4492;p154"/>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3" name="Google Shape;4493;p154"/>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494" name="Google Shape;4494;p154"/>
          <p:cNvGrpSpPr/>
          <p:nvPr/>
        </p:nvGrpSpPr>
        <p:grpSpPr>
          <a:xfrm flipH="1" rot="5400000">
            <a:off x="557972" y="4696603"/>
            <a:ext cx="16329" cy="218290"/>
            <a:chOff x="10809827" y="4402455"/>
            <a:chExt cx="24764" cy="330993"/>
          </a:xfrm>
        </p:grpSpPr>
        <p:sp>
          <p:nvSpPr>
            <p:cNvPr id="4495" name="Google Shape;4495;p154"/>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6" name="Google Shape;4496;p154"/>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7" name="Google Shape;4497;p154"/>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498" name="Google Shape;4498;p154"/>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54"/>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4500" name="Shape 4500"/>
        <p:cNvGrpSpPr/>
        <p:nvPr/>
      </p:nvGrpSpPr>
      <p:grpSpPr>
        <a:xfrm>
          <a:off x="0" y="0"/>
          <a:ext cx="0" cy="0"/>
          <a:chOff x="0" y="0"/>
          <a:chExt cx="0" cy="0"/>
        </a:xfrm>
      </p:grpSpPr>
      <p:sp>
        <p:nvSpPr>
          <p:cNvPr id="4501" name="Google Shape;4501;p155"/>
          <p:cNvSpPr txBox="1"/>
          <p:nvPr>
            <p:ph type="title"/>
          </p:nvPr>
        </p:nvSpPr>
        <p:spPr>
          <a:xfrm>
            <a:off x="2347938" y="997200"/>
            <a:ext cx="4448100" cy="10587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sz="85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502" name="Google Shape;4502;p155"/>
          <p:cNvSpPr txBox="1"/>
          <p:nvPr>
            <p:ph idx="1" type="subTitle"/>
          </p:nvPr>
        </p:nvSpPr>
        <p:spPr>
          <a:xfrm>
            <a:off x="2347900" y="1841450"/>
            <a:ext cx="4448100" cy="105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503" name="Google Shape;4503;p155"/>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Open Sans"/>
                <a:ea typeface="Open Sans"/>
                <a:cs typeface="Open Sans"/>
                <a:sym typeface="Open Sans"/>
              </a:rPr>
              <a:t>CREDITS:</a:t>
            </a:r>
            <a:r>
              <a:rPr lang="en" sz="1200">
                <a:solidFill>
                  <a:schemeClr val="dk1"/>
                </a:solidFill>
                <a:latin typeface="Open Sans"/>
                <a:ea typeface="Open Sans"/>
                <a:cs typeface="Open Sans"/>
                <a:sym typeface="Open Sans"/>
              </a:rPr>
              <a:t> This presentation template was created by </a:t>
            </a:r>
            <a:r>
              <a:rPr b="1" lang="en" sz="1200" u="sng">
                <a:solidFill>
                  <a:schemeClr val="hlink"/>
                </a:solidFill>
                <a:latin typeface="Open Sans"/>
                <a:ea typeface="Open Sans"/>
                <a:cs typeface="Open Sans"/>
                <a:sym typeface="Open Sans"/>
                <a:hlinkClick r:id="rId2"/>
              </a:rPr>
              <a:t>Slidesgo</a:t>
            </a:r>
            <a:r>
              <a:rPr lang="en" sz="1200">
                <a:solidFill>
                  <a:schemeClr val="dk1"/>
                </a:solidFill>
                <a:latin typeface="Open Sans"/>
                <a:ea typeface="Open Sans"/>
                <a:cs typeface="Open Sans"/>
                <a:sym typeface="Open Sans"/>
              </a:rPr>
              <a:t>, and includes icons, infographics &amp; images by </a:t>
            </a:r>
            <a:r>
              <a:rPr b="1" lang="en" sz="1200" u="sng">
                <a:solidFill>
                  <a:schemeClr val="dk1"/>
                </a:solidFill>
                <a:latin typeface="Open Sans"/>
                <a:ea typeface="Open Sans"/>
                <a:cs typeface="Open Sans"/>
                <a:sym typeface="Open Sans"/>
                <a:hlinkClick r:id="rId3">
                  <a:extLst>
                    <a:ext uri="{A12FA001-AC4F-418D-AE19-62706E023703}">
                      <ahyp:hlinkClr val="tx"/>
                    </a:ext>
                  </a:extLst>
                </a:hlinkClick>
              </a:rPr>
              <a:t>Freepik</a:t>
            </a:r>
            <a:r>
              <a:rPr lang="en" sz="1200" u="sng">
                <a:solidFill>
                  <a:schemeClr val="dk1"/>
                </a:solidFill>
                <a:latin typeface="Open Sans"/>
                <a:ea typeface="Open Sans"/>
                <a:cs typeface="Open Sans"/>
                <a:sym typeface="Open Sans"/>
              </a:rPr>
              <a:t> </a:t>
            </a:r>
            <a:endParaRPr b="1" sz="1200" u="sng">
              <a:solidFill>
                <a:schemeClr val="dk1"/>
              </a:solidFill>
              <a:latin typeface="Open Sans"/>
              <a:ea typeface="Open Sans"/>
              <a:cs typeface="Open Sans"/>
              <a:sym typeface="Open Sans"/>
            </a:endParaRPr>
          </a:p>
        </p:txBody>
      </p:sp>
      <p:sp>
        <p:nvSpPr>
          <p:cNvPr id="4504" name="Google Shape;4504;p155"/>
          <p:cNvSpPr/>
          <p:nvPr/>
        </p:nvSpPr>
        <p:spPr>
          <a:xfrm flipH="1" rot="-2493044">
            <a:off x="-1086706" y="-570280"/>
            <a:ext cx="2902912" cy="23472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55"/>
          <p:cNvSpPr/>
          <p:nvPr/>
        </p:nvSpPr>
        <p:spPr>
          <a:xfrm flipH="1" rot="-5051288">
            <a:off x="7227752" y="3451481"/>
            <a:ext cx="2997828" cy="2576307"/>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55"/>
          <p:cNvSpPr/>
          <p:nvPr/>
        </p:nvSpPr>
        <p:spPr>
          <a:xfrm flipH="1" rot="460638">
            <a:off x="178423" y="3742788"/>
            <a:ext cx="1359611" cy="122255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55"/>
          <p:cNvSpPr/>
          <p:nvPr/>
        </p:nvSpPr>
        <p:spPr>
          <a:xfrm flipH="1" rot="460623">
            <a:off x="6683138" y="-2074210"/>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4508" name="Shape 4508"/>
        <p:cNvGrpSpPr/>
        <p:nvPr/>
      </p:nvGrpSpPr>
      <p:grpSpPr>
        <a:xfrm>
          <a:off x="0" y="0"/>
          <a:ext cx="0" cy="0"/>
          <a:chOff x="0" y="0"/>
          <a:chExt cx="0" cy="0"/>
        </a:xfrm>
      </p:grpSpPr>
      <p:sp>
        <p:nvSpPr>
          <p:cNvPr id="4509" name="Google Shape;4509;p156"/>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56"/>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56"/>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56"/>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3" name="Google Shape;4513;p156"/>
          <p:cNvGrpSpPr/>
          <p:nvPr/>
        </p:nvGrpSpPr>
        <p:grpSpPr>
          <a:xfrm>
            <a:off x="7931872" y="177093"/>
            <a:ext cx="997823" cy="737095"/>
            <a:chOff x="7931872" y="177093"/>
            <a:chExt cx="997823" cy="737095"/>
          </a:xfrm>
        </p:grpSpPr>
        <p:grpSp>
          <p:nvGrpSpPr>
            <p:cNvPr id="4514" name="Google Shape;4514;p156"/>
            <p:cNvGrpSpPr/>
            <p:nvPr/>
          </p:nvGrpSpPr>
          <p:grpSpPr>
            <a:xfrm>
              <a:off x="7931872" y="177093"/>
              <a:ext cx="919725" cy="318025"/>
              <a:chOff x="7230903" y="4635722"/>
              <a:chExt cx="652843" cy="225742"/>
            </a:xfrm>
          </p:grpSpPr>
          <p:sp>
            <p:nvSpPr>
              <p:cNvPr id="4515" name="Google Shape;4515;p156"/>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6" name="Google Shape;4516;p156"/>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17" name="Google Shape;4517;p156"/>
              <p:cNvGrpSpPr/>
              <p:nvPr/>
            </p:nvGrpSpPr>
            <p:grpSpPr>
              <a:xfrm>
                <a:off x="7487126" y="4676394"/>
                <a:ext cx="332041" cy="142684"/>
                <a:chOff x="7487126" y="4676394"/>
                <a:chExt cx="332041" cy="142684"/>
              </a:xfrm>
            </p:grpSpPr>
            <p:sp>
              <p:nvSpPr>
                <p:cNvPr id="4518" name="Google Shape;4518;p156"/>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9" name="Google Shape;4519;p156"/>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0" name="Google Shape;4520;p156"/>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1" name="Google Shape;4521;p156"/>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522" name="Google Shape;4522;p156"/>
            <p:cNvGrpSpPr/>
            <p:nvPr/>
          </p:nvGrpSpPr>
          <p:grpSpPr>
            <a:xfrm>
              <a:off x="7931872" y="596163"/>
              <a:ext cx="919725" cy="318025"/>
              <a:chOff x="7230903" y="4933188"/>
              <a:chExt cx="652843" cy="225742"/>
            </a:xfrm>
          </p:grpSpPr>
          <p:grpSp>
            <p:nvGrpSpPr>
              <p:cNvPr id="4523" name="Google Shape;4523;p156"/>
              <p:cNvGrpSpPr/>
              <p:nvPr/>
            </p:nvGrpSpPr>
            <p:grpSpPr>
              <a:xfrm>
                <a:off x="7230903" y="4933188"/>
                <a:ext cx="652843" cy="225742"/>
                <a:chOff x="7230903" y="4933188"/>
                <a:chExt cx="652843" cy="225742"/>
              </a:xfrm>
            </p:grpSpPr>
            <p:sp>
              <p:nvSpPr>
                <p:cNvPr id="4524" name="Google Shape;4524;p156"/>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5" name="Google Shape;4525;p156"/>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26" name="Google Shape;4526;p156"/>
                <p:cNvGrpSpPr/>
                <p:nvPr/>
              </p:nvGrpSpPr>
              <p:grpSpPr>
                <a:xfrm>
                  <a:off x="7487126" y="4973859"/>
                  <a:ext cx="332041" cy="142684"/>
                  <a:chOff x="7487126" y="4973859"/>
                  <a:chExt cx="332041" cy="142684"/>
                </a:xfrm>
              </p:grpSpPr>
              <p:sp>
                <p:nvSpPr>
                  <p:cNvPr id="4527" name="Google Shape;4527;p156"/>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8" name="Google Shape;4528;p156"/>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9" name="Google Shape;4529;p156"/>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0" name="Google Shape;4530;p156"/>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531" name="Google Shape;4531;p156"/>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32" name="Google Shape;4532;p156"/>
            <p:cNvGrpSpPr/>
            <p:nvPr/>
          </p:nvGrpSpPr>
          <p:grpSpPr>
            <a:xfrm>
              <a:off x="8756326" y="539537"/>
              <a:ext cx="173370" cy="112691"/>
              <a:chOff x="7816120" y="4892994"/>
              <a:chExt cx="123062" cy="79991"/>
            </a:xfrm>
          </p:grpSpPr>
          <p:grpSp>
            <p:nvGrpSpPr>
              <p:cNvPr id="4533" name="Google Shape;4533;p156"/>
              <p:cNvGrpSpPr/>
              <p:nvPr/>
            </p:nvGrpSpPr>
            <p:grpSpPr>
              <a:xfrm>
                <a:off x="7816120" y="4902803"/>
                <a:ext cx="123062" cy="63817"/>
                <a:chOff x="7816120" y="4902803"/>
                <a:chExt cx="123062" cy="63817"/>
              </a:xfrm>
            </p:grpSpPr>
            <p:sp>
              <p:nvSpPr>
                <p:cNvPr id="4534" name="Google Shape;4534;p156"/>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5" name="Google Shape;4535;p156"/>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536" name="Google Shape;4536;p156"/>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4537" name="Shape 4537"/>
        <p:cNvGrpSpPr/>
        <p:nvPr/>
      </p:nvGrpSpPr>
      <p:grpSpPr>
        <a:xfrm>
          <a:off x="0" y="0"/>
          <a:ext cx="0" cy="0"/>
          <a:chOff x="0" y="0"/>
          <a:chExt cx="0" cy="0"/>
        </a:xfrm>
      </p:grpSpPr>
      <p:sp>
        <p:nvSpPr>
          <p:cNvPr id="4538" name="Google Shape;4538;p157"/>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57"/>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0" name="Google Shape;4540;p157"/>
          <p:cNvGrpSpPr/>
          <p:nvPr/>
        </p:nvGrpSpPr>
        <p:grpSpPr>
          <a:xfrm>
            <a:off x="65066" y="4373044"/>
            <a:ext cx="878158" cy="654532"/>
            <a:chOff x="1114425" y="4361211"/>
            <a:chExt cx="573023" cy="427101"/>
          </a:xfrm>
        </p:grpSpPr>
        <p:grpSp>
          <p:nvGrpSpPr>
            <p:cNvPr id="4541" name="Google Shape;4541;p157"/>
            <p:cNvGrpSpPr/>
            <p:nvPr/>
          </p:nvGrpSpPr>
          <p:grpSpPr>
            <a:xfrm>
              <a:off x="1114425" y="4361211"/>
              <a:ext cx="573023" cy="427101"/>
              <a:chOff x="1114425" y="4361211"/>
              <a:chExt cx="573023" cy="427101"/>
            </a:xfrm>
          </p:grpSpPr>
          <p:sp>
            <p:nvSpPr>
              <p:cNvPr id="4542" name="Google Shape;4542;p157"/>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3" name="Google Shape;4543;p157"/>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4" name="Google Shape;4544;p157"/>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545" name="Google Shape;4545;p157"/>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46" name="Google Shape;4546;p157"/>
          <p:cNvGrpSpPr/>
          <p:nvPr/>
        </p:nvGrpSpPr>
        <p:grpSpPr>
          <a:xfrm>
            <a:off x="8114970" y="266839"/>
            <a:ext cx="829992" cy="750888"/>
            <a:chOff x="8114596" y="445039"/>
            <a:chExt cx="633002" cy="572716"/>
          </a:xfrm>
        </p:grpSpPr>
        <p:grpSp>
          <p:nvGrpSpPr>
            <p:cNvPr id="4547" name="Google Shape;4547;p157"/>
            <p:cNvGrpSpPr/>
            <p:nvPr/>
          </p:nvGrpSpPr>
          <p:grpSpPr>
            <a:xfrm>
              <a:off x="8114596" y="445039"/>
              <a:ext cx="633002" cy="572716"/>
              <a:chOff x="7189660" y="520827"/>
              <a:chExt cx="598074" cy="541115"/>
            </a:xfrm>
          </p:grpSpPr>
          <p:sp>
            <p:nvSpPr>
              <p:cNvPr id="4548" name="Google Shape;4548;p157"/>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49" name="Google Shape;4549;p157"/>
              <p:cNvGrpSpPr/>
              <p:nvPr/>
            </p:nvGrpSpPr>
            <p:grpSpPr>
              <a:xfrm>
                <a:off x="7579137" y="551973"/>
                <a:ext cx="164782" cy="41529"/>
                <a:chOff x="7579137" y="551973"/>
                <a:chExt cx="164782" cy="41529"/>
              </a:xfrm>
            </p:grpSpPr>
            <p:sp>
              <p:nvSpPr>
                <p:cNvPr id="4550" name="Google Shape;4550;p157"/>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1" name="Google Shape;4551;p157"/>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2" name="Google Shape;4552;p157"/>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553" name="Google Shape;4553;p157"/>
            <p:cNvGrpSpPr/>
            <p:nvPr/>
          </p:nvGrpSpPr>
          <p:grpSpPr>
            <a:xfrm>
              <a:off x="8184962" y="619646"/>
              <a:ext cx="498115" cy="257273"/>
              <a:chOff x="7256144" y="685800"/>
              <a:chExt cx="470630" cy="243077"/>
            </a:xfrm>
          </p:grpSpPr>
          <p:sp>
            <p:nvSpPr>
              <p:cNvPr id="4554" name="Google Shape;4554;p157"/>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55" name="Google Shape;4555;p157"/>
              <p:cNvGrpSpPr/>
              <p:nvPr/>
            </p:nvGrpSpPr>
            <p:grpSpPr>
              <a:xfrm>
                <a:off x="7512843" y="685800"/>
                <a:ext cx="213931" cy="243077"/>
                <a:chOff x="7512843" y="685800"/>
                <a:chExt cx="213931" cy="243077"/>
              </a:xfrm>
            </p:grpSpPr>
            <p:grpSp>
              <p:nvGrpSpPr>
                <p:cNvPr id="4556" name="Google Shape;4556;p157"/>
                <p:cNvGrpSpPr/>
                <p:nvPr/>
              </p:nvGrpSpPr>
              <p:grpSpPr>
                <a:xfrm>
                  <a:off x="7512843" y="836580"/>
                  <a:ext cx="213931" cy="92297"/>
                  <a:chOff x="7512843" y="836580"/>
                  <a:chExt cx="213931" cy="92297"/>
                </a:xfrm>
              </p:grpSpPr>
              <p:sp>
                <p:nvSpPr>
                  <p:cNvPr id="4557" name="Google Shape;4557;p157"/>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8" name="Google Shape;4558;p157"/>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59" name="Google Shape;4559;p157"/>
                <p:cNvGrpSpPr/>
                <p:nvPr/>
              </p:nvGrpSpPr>
              <p:grpSpPr>
                <a:xfrm>
                  <a:off x="7512843" y="761238"/>
                  <a:ext cx="213931" cy="92296"/>
                  <a:chOff x="7512843" y="761238"/>
                  <a:chExt cx="213931" cy="92296"/>
                </a:xfrm>
              </p:grpSpPr>
              <p:sp>
                <p:nvSpPr>
                  <p:cNvPr id="4560" name="Google Shape;4560;p157"/>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1" name="Google Shape;4561;p157"/>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62" name="Google Shape;4562;p157"/>
                <p:cNvGrpSpPr/>
                <p:nvPr/>
              </p:nvGrpSpPr>
              <p:grpSpPr>
                <a:xfrm>
                  <a:off x="7512843" y="685800"/>
                  <a:ext cx="213931" cy="92297"/>
                  <a:chOff x="7512843" y="685800"/>
                  <a:chExt cx="213931" cy="92297"/>
                </a:xfrm>
              </p:grpSpPr>
              <p:sp>
                <p:nvSpPr>
                  <p:cNvPr id="4563" name="Google Shape;4563;p157"/>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4" name="Google Shape;4564;p157"/>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4568" name="Shape 4568"/>
        <p:cNvGrpSpPr/>
        <p:nvPr/>
      </p:nvGrpSpPr>
      <p:grpSpPr>
        <a:xfrm>
          <a:off x="0" y="0"/>
          <a:ext cx="0" cy="0"/>
          <a:chOff x="0" y="0"/>
          <a:chExt cx="0" cy="0"/>
        </a:xfrm>
      </p:grpSpPr>
      <p:sp>
        <p:nvSpPr>
          <p:cNvPr id="4569" name="Google Shape;4569;p159"/>
          <p:cNvSpPr txBox="1"/>
          <p:nvPr>
            <p:ph type="ctrTitle"/>
          </p:nvPr>
        </p:nvSpPr>
        <p:spPr>
          <a:xfrm>
            <a:off x="713225" y="1144500"/>
            <a:ext cx="4112100" cy="23787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5000">
                <a:latin typeface="Epilogue"/>
                <a:ea typeface="Epilogue"/>
                <a:cs typeface="Epilogue"/>
                <a:sym typeface="Epilogu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4570" name="Google Shape;4570;p159"/>
          <p:cNvSpPr txBox="1"/>
          <p:nvPr>
            <p:ph idx="1" type="subTitle"/>
          </p:nvPr>
        </p:nvSpPr>
        <p:spPr>
          <a:xfrm>
            <a:off x="713225" y="3523200"/>
            <a:ext cx="41121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latin typeface="Lato"/>
                <a:ea typeface="Lato"/>
                <a:cs typeface="Lato"/>
                <a:sym typeface="La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4571" name="Google Shape;4571;p159"/>
          <p:cNvSpPr/>
          <p:nvPr/>
        </p:nvSpPr>
        <p:spPr>
          <a:xfrm rot="10800000">
            <a:off x="-1604593" y="-845132"/>
            <a:ext cx="3281418" cy="21328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59"/>
          <p:cNvSpPr/>
          <p:nvPr/>
        </p:nvSpPr>
        <p:spPr>
          <a:xfrm flipH="1" rot="-9899992">
            <a:off x="-1515196" y="4121356"/>
            <a:ext cx="3953580" cy="192177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4573" name="Shape 4573"/>
        <p:cNvGrpSpPr/>
        <p:nvPr/>
      </p:nvGrpSpPr>
      <p:grpSpPr>
        <a:xfrm>
          <a:off x="0" y="0"/>
          <a:ext cx="0" cy="0"/>
          <a:chOff x="0" y="0"/>
          <a:chExt cx="0" cy="0"/>
        </a:xfrm>
      </p:grpSpPr>
      <p:sp>
        <p:nvSpPr>
          <p:cNvPr id="4574" name="Google Shape;4574;p160"/>
          <p:cNvSpPr txBox="1"/>
          <p:nvPr>
            <p:ph type="title"/>
          </p:nvPr>
        </p:nvSpPr>
        <p:spPr>
          <a:xfrm>
            <a:off x="4047175" y="2571975"/>
            <a:ext cx="43836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4575" name="Google Shape;4575;p160"/>
          <p:cNvSpPr txBox="1"/>
          <p:nvPr>
            <p:ph hasCustomPrompt="1" idx="2" type="title"/>
          </p:nvPr>
        </p:nvSpPr>
        <p:spPr>
          <a:xfrm>
            <a:off x="4047175" y="1321975"/>
            <a:ext cx="1235700" cy="841800"/>
          </a:xfrm>
          <a:prstGeom prst="rect">
            <a:avLst/>
          </a:prstGeom>
          <a:noFill/>
        </p:spPr>
        <p:txBody>
          <a:bodyPr anchorCtr="0" anchor="b"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4576" name="Google Shape;4576;p160"/>
          <p:cNvSpPr/>
          <p:nvPr>
            <p:ph idx="3" type="pic"/>
          </p:nvPr>
        </p:nvSpPr>
        <p:spPr>
          <a:xfrm>
            <a:off x="484625" y="1076550"/>
            <a:ext cx="2990400" cy="2990400"/>
          </a:xfrm>
          <a:prstGeom prst="roundRect">
            <a:avLst>
              <a:gd fmla="val 16667" name="adj"/>
            </a:avLst>
          </a:prstGeom>
          <a:noFill/>
          <a:ln>
            <a:noFill/>
          </a:ln>
        </p:spPr>
      </p:sp>
      <p:sp>
        <p:nvSpPr>
          <p:cNvPr id="4577" name="Google Shape;4577;p160"/>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60"/>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60"/>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580" name="Shape 4580"/>
        <p:cNvGrpSpPr/>
        <p:nvPr/>
      </p:nvGrpSpPr>
      <p:grpSpPr>
        <a:xfrm>
          <a:off x="0" y="0"/>
          <a:ext cx="0" cy="0"/>
          <a:chOff x="0" y="0"/>
          <a:chExt cx="0" cy="0"/>
        </a:xfrm>
      </p:grpSpPr>
      <p:sp>
        <p:nvSpPr>
          <p:cNvPr id="4581" name="Google Shape;4581;p1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582" name="Google Shape;4582;p161"/>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4583" name="Google Shape;4583;p161"/>
          <p:cNvSpPr/>
          <p:nvPr/>
        </p:nvSpPr>
        <p:spPr>
          <a:xfrm flipH="1" rot="-4014673">
            <a:off x="-1798429" y="-1029372"/>
            <a:ext cx="3158476" cy="250963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61"/>
          <p:cNvSpPr/>
          <p:nvPr/>
        </p:nvSpPr>
        <p:spPr>
          <a:xfrm flipH="1">
            <a:off x="8355841" y="2667287"/>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85" name="Google Shape;4585;p161"/>
          <p:cNvGrpSpPr/>
          <p:nvPr/>
        </p:nvGrpSpPr>
        <p:grpSpPr>
          <a:xfrm flipH="1">
            <a:off x="8380540" y="1729933"/>
            <a:ext cx="668783" cy="959747"/>
            <a:chOff x="10519314" y="4728596"/>
            <a:chExt cx="751780" cy="1078731"/>
          </a:xfrm>
        </p:grpSpPr>
        <p:grpSp>
          <p:nvGrpSpPr>
            <p:cNvPr id="4586" name="Google Shape;4586;p161"/>
            <p:cNvGrpSpPr/>
            <p:nvPr/>
          </p:nvGrpSpPr>
          <p:grpSpPr>
            <a:xfrm>
              <a:off x="10519314" y="4728596"/>
              <a:ext cx="626662" cy="1078731"/>
              <a:chOff x="10519314" y="4728596"/>
              <a:chExt cx="626662" cy="1078731"/>
            </a:xfrm>
          </p:grpSpPr>
          <p:grpSp>
            <p:nvGrpSpPr>
              <p:cNvPr id="4587" name="Google Shape;4587;p161"/>
              <p:cNvGrpSpPr/>
              <p:nvPr/>
            </p:nvGrpSpPr>
            <p:grpSpPr>
              <a:xfrm>
                <a:off x="10903220" y="4888205"/>
                <a:ext cx="242756" cy="919122"/>
                <a:chOff x="10903220" y="4888205"/>
                <a:chExt cx="242756" cy="919122"/>
              </a:xfrm>
            </p:grpSpPr>
            <p:sp>
              <p:nvSpPr>
                <p:cNvPr id="4588" name="Google Shape;4588;p161"/>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9" name="Google Shape;4589;p161"/>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0" name="Google Shape;4590;p161"/>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91" name="Google Shape;4591;p161"/>
                <p:cNvGrpSpPr/>
                <p:nvPr/>
              </p:nvGrpSpPr>
              <p:grpSpPr>
                <a:xfrm>
                  <a:off x="11014221" y="5588618"/>
                  <a:ext cx="100021" cy="114784"/>
                  <a:chOff x="11014221" y="5588618"/>
                  <a:chExt cx="100021" cy="114784"/>
                </a:xfrm>
              </p:grpSpPr>
              <p:sp>
                <p:nvSpPr>
                  <p:cNvPr id="4592" name="Google Shape;4592;p161"/>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3" name="Google Shape;4593;p161"/>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4" name="Google Shape;4594;p161"/>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5" name="Google Shape;4595;p161"/>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596" name="Google Shape;4596;p161"/>
              <p:cNvGrpSpPr/>
              <p:nvPr/>
            </p:nvGrpSpPr>
            <p:grpSpPr>
              <a:xfrm>
                <a:off x="10718623" y="4728596"/>
                <a:ext cx="229169" cy="1075979"/>
                <a:chOff x="10718623" y="4728596"/>
                <a:chExt cx="229169" cy="1075979"/>
              </a:xfrm>
            </p:grpSpPr>
            <p:sp>
              <p:nvSpPr>
                <p:cNvPr id="4597" name="Google Shape;4597;p161"/>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8" name="Google Shape;4598;p161"/>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99" name="Google Shape;4599;p161"/>
                <p:cNvGrpSpPr/>
                <p:nvPr/>
              </p:nvGrpSpPr>
              <p:grpSpPr>
                <a:xfrm>
                  <a:off x="10765015" y="5040134"/>
                  <a:ext cx="116314" cy="49775"/>
                  <a:chOff x="10765015" y="5040134"/>
                  <a:chExt cx="116314" cy="49775"/>
                </a:xfrm>
              </p:grpSpPr>
              <p:sp>
                <p:nvSpPr>
                  <p:cNvPr id="4600" name="Google Shape;4600;p161"/>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1" name="Google Shape;4601;p161"/>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02" name="Google Shape;4602;p161"/>
                <p:cNvGrpSpPr/>
                <p:nvPr/>
              </p:nvGrpSpPr>
              <p:grpSpPr>
                <a:xfrm>
                  <a:off x="10784825" y="5436314"/>
                  <a:ext cx="116414" cy="49961"/>
                  <a:chOff x="10784825" y="5436314"/>
                  <a:chExt cx="116414" cy="49961"/>
                </a:xfrm>
              </p:grpSpPr>
              <p:sp>
                <p:nvSpPr>
                  <p:cNvPr id="4603" name="Google Shape;4603;p161"/>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4" name="Google Shape;4604;p161"/>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605" name="Google Shape;4605;p161"/>
              <p:cNvGrpSpPr/>
              <p:nvPr/>
            </p:nvGrpSpPr>
            <p:grpSpPr>
              <a:xfrm>
                <a:off x="10519314" y="4813458"/>
                <a:ext cx="202120" cy="992123"/>
                <a:chOff x="10519314" y="4813458"/>
                <a:chExt cx="202120" cy="992123"/>
              </a:xfrm>
            </p:grpSpPr>
            <p:sp>
              <p:nvSpPr>
                <p:cNvPr id="4606" name="Google Shape;4606;p161"/>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7" name="Google Shape;4607;p161"/>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608" name="Google Shape;4608;p161"/>
                <p:cNvGrpSpPr/>
                <p:nvPr/>
              </p:nvGrpSpPr>
              <p:grpSpPr>
                <a:xfrm>
                  <a:off x="10556176" y="5465730"/>
                  <a:ext cx="128397" cy="44196"/>
                  <a:chOff x="10556176" y="5465730"/>
                  <a:chExt cx="128397" cy="44196"/>
                </a:xfrm>
              </p:grpSpPr>
              <p:sp>
                <p:nvSpPr>
                  <p:cNvPr id="4609" name="Google Shape;4609;p161"/>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0" name="Google Shape;4610;p161"/>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11" name="Google Shape;4611;p161"/>
                <p:cNvGrpSpPr/>
                <p:nvPr/>
              </p:nvGrpSpPr>
              <p:grpSpPr>
                <a:xfrm>
                  <a:off x="10556176" y="5689187"/>
                  <a:ext cx="128397" cy="44196"/>
                  <a:chOff x="10556176" y="5689187"/>
                  <a:chExt cx="128397" cy="44196"/>
                </a:xfrm>
              </p:grpSpPr>
              <p:sp>
                <p:nvSpPr>
                  <p:cNvPr id="4612" name="Google Shape;4612;p161"/>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3" name="Google Shape;4613;p161"/>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4614" name="Google Shape;4614;p161"/>
            <p:cNvGrpSpPr/>
            <p:nvPr/>
          </p:nvGrpSpPr>
          <p:grpSpPr>
            <a:xfrm>
              <a:off x="11058042" y="5088325"/>
              <a:ext cx="213052" cy="717953"/>
              <a:chOff x="11058042" y="5088325"/>
              <a:chExt cx="213052" cy="717953"/>
            </a:xfrm>
          </p:grpSpPr>
          <p:sp>
            <p:nvSpPr>
              <p:cNvPr id="4615" name="Google Shape;4615;p161"/>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6" name="Google Shape;4616;p161"/>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617" name="Google Shape;4617;p161"/>
          <p:cNvGrpSpPr/>
          <p:nvPr/>
        </p:nvGrpSpPr>
        <p:grpSpPr>
          <a:xfrm flipH="1">
            <a:off x="8485925" y="662239"/>
            <a:ext cx="516117" cy="779220"/>
            <a:chOff x="10572463" y="3528536"/>
            <a:chExt cx="580168" cy="875823"/>
          </a:xfrm>
        </p:grpSpPr>
        <p:grpSp>
          <p:nvGrpSpPr>
            <p:cNvPr id="4618" name="Google Shape;4618;p161"/>
            <p:cNvGrpSpPr/>
            <p:nvPr/>
          </p:nvGrpSpPr>
          <p:grpSpPr>
            <a:xfrm>
              <a:off x="10713815" y="3528536"/>
              <a:ext cx="438816" cy="746664"/>
              <a:chOff x="10713815" y="3528536"/>
              <a:chExt cx="438816" cy="746664"/>
            </a:xfrm>
          </p:grpSpPr>
          <p:sp>
            <p:nvSpPr>
              <p:cNvPr id="4619" name="Google Shape;4619;p161"/>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620" name="Google Shape;4620;p161"/>
              <p:cNvGrpSpPr/>
              <p:nvPr/>
            </p:nvGrpSpPr>
            <p:grpSpPr>
              <a:xfrm>
                <a:off x="10776489" y="3625310"/>
                <a:ext cx="313848" cy="288226"/>
                <a:chOff x="10776489" y="3625310"/>
                <a:chExt cx="313848" cy="288226"/>
              </a:xfrm>
            </p:grpSpPr>
            <p:sp>
              <p:nvSpPr>
                <p:cNvPr id="4621" name="Google Shape;4621;p161"/>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2" name="Google Shape;4622;p161"/>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3" name="Google Shape;4623;p161"/>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4" name="Google Shape;4624;p161"/>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5" name="Google Shape;4625;p161"/>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6" name="Google Shape;4626;p161"/>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27" name="Google Shape;4627;p161"/>
              <p:cNvGrpSpPr/>
              <p:nvPr/>
            </p:nvGrpSpPr>
            <p:grpSpPr>
              <a:xfrm>
                <a:off x="10776489" y="3999547"/>
                <a:ext cx="313848" cy="181546"/>
                <a:chOff x="10776489" y="3999547"/>
                <a:chExt cx="313848" cy="181546"/>
              </a:xfrm>
            </p:grpSpPr>
            <p:sp>
              <p:nvSpPr>
                <p:cNvPr id="4628" name="Google Shape;4628;p161"/>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9" name="Google Shape;4629;p161"/>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0" name="Google Shape;4630;p161"/>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1" name="Google Shape;4631;p161"/>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632" name="Google Shape;4632;p161"/>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33" name="Google Shape;4633;p161"/>
            <p:cNvGrpSpPr/>
            <p:nvPr/>
          </p:nvGrpSpPr>
          <p:grpSpPr>
            <a:xfrm>
              <a:off x="10572463" y="3657790"/>
              <a:ext cx="438817" cy="746569"/>
              <a:chOff x="10572463" y="3657790"/>
              <a:chExt cx="438817" cy="746569"/>
            </a:xfrm>
          </p:grpSpPr>
          <p:sp>
            <p:nvSpPr>
              <p:cNvPr id="4634" name="Google Shape;4634;p161"/>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635" name="Google Shape;4635;p161"/>
              <p:cNvGrpSpPr/>
              <p:nvPr/>
            </p:nvGrpSpPr>
            <p:grpSpPr>
              <a:xfrm>
                <a:off x="10635138" y="3754469"/>
                <a:ext cx="313848" cy="288321"/>
                <a:chOff x="10635138" y="3754469"/>
                <a:chExt cx="313848" cy="288321"/>
              </a:xfrm>
            </p:grpSpPr>
            <p:sp>
              <p:nvSpPr>
                <p:cNvPr id="4636" name="Google Shape;4636;p161"/>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7" name="Google Shape;4637;p161"/>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8" name="Google Shape;4638;p161"/>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9" name="Google Shape;4639;p161"/>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0" name="Google Shape;4640;p161"/>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1" name="Google Shape;4641;p161"/>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42" name="Google Shape;4642;p161"/>
              <p:cNvGrpSpPr/>
              <p:nvPr/>
            </p:nvGrpSpPr>
            <p:grpSpPr>
              <a:xfrm>
                <a:off x="10635138" y="4128801"/>
                <a:ext cx="313848" cy="181547"/>
                <a:chOff x="10635138" y="4128801"/>
                <a:chExt cx="313848" cy="181547"/>
              </a:xfrm>
            </p:grpSpPr>
            <p:sp>
              <p:nvSpPr>
                <p:cNvPr id="4643" name="Google Shape;4643;p161"/>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4" name="Google Shape;4644;p161"/>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5" name="Google Shape;4645;p161"/>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6" name="Google Shape;4646;p161"/>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647" name="Google Shape;4647;p161"/>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648" name="Google Shape;4648;p161"/>
          <p:cNvGrpSpPr/>
          <p:nvPr/>
        </p:nvGrpSpPr>
        <p:grpSpPr>
          <a:xfrm flipH="1">
            <a:off x="8768853" y="1439765"/>
            <a:ext cx="22030" cy="294484"/>
            <a:chOff x="10809827" y="4402455"/>
            <a:chExt cx="24764" cy="330993"/>
          </a:xfrm>
        </p:grpSpPr>
        <p:sp>
          <p:nvSpPr>
            <p:cNvPr id="4649" name="Google Shape;4649;p161"/>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0" name="Google Shape;4650;p161"/>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1" name="Google Shape;4651;p161"/>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652" name="Google Shape;4652;p161"/>
          <p:cNvSpPr/>
          <p:nvPr/>
        </p:nvSpPr>
        <p:spPr>
          <a:xfrm flipH="1" rot="8662747">
            <a:off x="7370974" y="4168319"/>
            <a:ext cx="2746019" cy="19216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3" name="Google Shape;4653;p161"/>
          <p:cNvGrpSpPr/>
          <p:nvPr/>
        </p:nvGrpSpPr>
        <p:grpSpPr>
          <a:xfrm flipH="1">
            <a:off x="122956" y="4228558"/>
            <a:ext cx="829992" cy="750888"/>
            <a:chOff x="8114596" y="445039"/>
            <a:chExt cx="633002" cy="572716"/>
          </a:xfrm>
        </p:grpSpPr>
        <p:grpSp>
          <p:nvGrpSpPr>
            <p:cNvPr id="4654" name="Google Shape;4654;p161"/>
            <p:cNvGrpSpPr/>
            <p:nvPr/>
          </p:nvGrpSpPr>
          <p:grpSpPr>
            <a:xfrm>
              <a:off x="8114596" y="445039"/>
              <a:ext cx="633002" cy="572716"/>
              <a:chOff x="7189660" y="520827"/>
              <a:chExt cx="598074" cy="541115"/>
            </a:xfrm>
          </p:grpSpPr>
          <p:sp>
            <p:nvSpPr>
              <p:cNvPr id="4655" name="Google Shape;4655;p161"/>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656" name="Google Shape;4656;p161"/>
              <p:cNvGrpSpPr/>
              <p:nvPr/>
            </p:nvGrpSpPr>
            <p:grpSpPr>
              <a:xfrm>
                <a:off x="7579137" y="551973"/>
                <a:ext cx="164782" cy="41529"/>
                <a:chOff x="7579137" y="551973"/>
                <a:chExt cx="164782" cy="41529"/>
              </a:xfrm>
            </p:grpSpPr>
            <p:sp>
              <p:nvSpPr>
                <p:cNvPr id="4657" name="Google Shape;4657;p161"/>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8" name="Google Shape;4658;p161"/>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9" name="Google Shape;4659;p161"/>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660" name="Google Shape;4660;p161"/>
            <p:cNvGrpSpPr/>
            <p:nvPr/>
          </p:nvGrpSpPr>
          <p:grpSpPr>
            <a:xfrm>
              <a:off x="8184962" y="619646"/>
              <a:ext cx="498115" cy="257273"/>
              <a:chOff x="7256144" y="685800"/>
              <a:chExt cx="470630" cy="243077"/>
            </a:xfrm>
          </p:grpSpPr>
          <p:sp>
            <p:nvSpPr>
              <p:cNvPr id="4661" name="Google Shape;4661;p161"/>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662" name="Google Shape;4662;p161"/>
              <p:cNvGrpSpPr/>
              <p:nvPr/>
            </p:nvGrpSpPr>
            <p:grpSpPr>
              <a:xfrm>
                <a:off x="7512843" y="685800"/>
                <a:ext cx="213931" cy="243077"/>
                <a:chOff x="7512843" y="685800"/>
                <a:chExt cx="213931" cy="243077"/>
              </a:xfrm>
            </p:grpSpPr>
            <p:grpSp>
              <p:nvGrpSpPr>
                <p:cNvPr id="4663" name="Google Shape;4663;p161"/>
                <p:cNvGrpSpPr/>
                <p:nvPr/>
              </p:nvGrpSpPr>
              <p:grpSpPr>
                <a:xfrm>
                  <a:off x="7512843" y="836580"/>
                  <a:ext cx="213931" cy="92297"/>
                  <a:chOff x="7512843" y="836580"/>
                  <a:chExt cx="213931" cy="92297"/>
                </a:xfrm>
              </p:grpSpPr>
              <p:sp>
                <p:nvSpPr>
                  <p:cNvPr id="4664" name="Google Shape;4664;p161"/>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5" name="Google Shape;4665;p161"/>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66" name="Google Shape;4666;p161"/>
                <p:cNvGrpSpPr/>
                <p:nvPr/>
              </p:nvGrpSpPr>
              <p:grpSpPr>
                <a:xfrm>
                  <a:off x="7512843" y="761238"/>
                  <a:ext cx="213931" cy="92296"/>
                  <a:chOff x="7512843" y="761238"/>
                  <a:chExt cx="213931" cy="92296"/>
                </a:xfrm>
              </p:grpSpPr>
              <p:sp>
                <p:nvSpPr>
                  <p:cNvPr id="4667" name="Google Shape;4667;p161"/>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8" name="Google Shape;4668;p161"/>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69" name="Google Shape;4669;p161"/>
                <p:cNvGrpSpPr/>
                <p:nvPr/>
              </p:nvGrpSpPr>
              <p:grpSpPr>
                <a:xfrm>
                  <a:off x="7512843" y="685800"/>
                  <a:ext cx="213931" cy="92297"/>
                  <a:chOff x="7512843" y="685800"/>
                  <a:chExt cx="213931" cy="92297"/>
                </a:xfrm>
              </p:grpSpPr>
              <p:sp>
                <p:nvSpPr>
                  <p:cNvPr id="4670" name="Google Shape;4670;p161"/>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1" name="Google Shape;4671;p161"/>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672" name="Shape 4672"/>
        <p:cNvGrpSpPr/>
        <p:nvPr/>
      </p:nvGrpSpPr>
      <p:grpSpPr>
        <a:xfrm>
          <a:off x="0" y="0"/>
          <a:ext cx="0" cy="0"/>
          <a:chOff x="0" y="0"/>
          <a:chExt cx="0" cy="0"/>
        </a:xfrm>
      </p:grpSpPr>
      <p:sp>
        <p:nvSpPr>
          <p:cNvPr id="4673" name="Google Shape;4673;p1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674" name="Google Shape;4674;p162"/>
          <p:cNvSpPr txBox="1"/>
          <p:nvPr>
            <p:ph idx="1" type="subTitle"/>
          </p:nvPr>
        </p:nvSpPr>
        <p:spPr>
          <a:xfrm>
            <a:off x="4679150"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675" name="Google Shape;4675;p162"/>
          <p:cNvSpPr txBox="1"/>
          <p:nvPr>
            <p:ph idx="2" type="subTitle"/>
          </p:nvPr>
        </p:nvSpPr>
        <p:spPr>
          <a:xfrm>
            <a:off x="1080525"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676" name="Google Shape;4676;p162"/>
          <p:cNvSpPr txBox="1"/>
          <p:nvPr>
            <p:ph idx="3" type="subTitle"/>
          </p:nvPr>
        </p:nvSpPr>
        <p:spPr>
          <a:xfrm>
            <a:off x="1080536"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677" name="Google Shape;4677;p162"/>
          <p:cNvSpPr txBox="1"/>
          <p:nvPr>
            <p:ph idx="4" type="subTitle"/>
          </p:nvPr>
        </p:nvSpPr>
        <p:spPr>
          <a:xfrm>
            <a:off x="4679164"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678" name="Google Shape;4678;p162"/>
          <p:cNvSpPr/>
          <p:nvPr/>
        </p:nvSpPr>
        <p:spPr>
          <a:xfrm rot="5551952">
            <a:off x="-721531" y="4084618"/>
            <a:ext cx="2053998" cy="17652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162"/>
          <p:cNvSpPr/>
          <p:nvPr/>
        </p:nvSpPr>
        <p:spPr>
          <a:xfrm rot="-460685">
            <a:off x="-850641" y="-888875"/>
            <a:ext cx="2082611" cy="168399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162"/>
          <p:cNvSpPr/>
          <p:nvPr/>
        </p:nvSpPr>
        <p:spPr>
          <a:xfrm rot="3259731">
            <a:off x="7063135" y="-804478"/>
            <a:ext cx="3168421" cy="25619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681" name="Shape 4681"/>
        <p:cNvGrpSpPr/>
        <p:nvPr/>
      </p:nvGrpSpPr>
      <p:grpSpPr>
        <a:xfrm>
          <a:off x="0" y="0"/>
          <a:ext cx="0" cy="0"/>
          <a:chOff x="0" y="0"/>
          <a:chExt cx="0" cy="0"/>
        </a:xfrm>
      </p:grpSpPr>
      <p:sp>
        <p:nvSpPr>
          <p:cNvPr id="4682" name="Google Shape;4682;p1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683" name="Google Shape;4683;p163"/>
          <p:cNvSpPr/>
          <p:nvPr/>
        </p:nvSpPr>
        <p:spPr>
          <a:xfrm rot="-9076707">
            <a:off x="85462" y="-755109"/>
            <a:ext cx="1683799" cy="1313891"/>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4" name="Google Shape;4684;p163"/>
          <p:cNvGrpSpPr/>
          <p:nvPr/>
        </p:nvGrpSpPr>
        <p:grpSpPr>
          <a:xfrm>
            <a:off x="6779278" y="192982"/>
            <a:ext cx="2107998" cy="297419"/>
            <a:chOff x="6108096" y="3265836"/>
            <a:chExt cx="1633727" cy="230504"/>
          </a:xfrm>
        </p:grpSpPr>
        <p:sp>
          <p:nvSpPr>
            <p:cNvPr id="4685" name="Google Shape;4685;p163"/>
            <p:cNvSpPr/>
            <p:nvPr/>
          </p:nvSpPr>
          <p:spPr>
            <a:xfrm>
              <a:off x="6108096" y="3265836"/>
              <a:ext cx="1633727" cy="230504"/>
            </a:xfrm>
            <a:custGeom>
              <a:rect b="b" l="l" r="r" t="t"/>
              <a:pathLst>
                <a:path extrusionOk="0" h="230504" w="1633727">
                  <a:moveTo>
                    <a:pt x="1518476" y="0"/>
                  </a:moveTo>
                  <a:cubicBezTo>
                    <a:pt x="1582128" y="0"/>
                    <a:pt x="1633728" y="51600"/>
                    <a:pt x="1633728" y="115253"/>
                  </a:cubicBezTo>
                  <a:lnTo>
                    <a:pt x="1633728" y="115253"/>
                  </a:lnTo>
                  <a:cubicBezTo>
                    <a:pt x="1633728" y="178905"/>
                    <a:pt x="1582128" y="230505"/>
                    <a:pt x="1518476" y="230505"/>
                  </a:cubicBezTo>
                  <a:lnTo>
                    <a:pt x="115252" y="230505"/>
                  </a:lnTo>
                  <a:cubicBezTo>
                    <a:pt x="51601" y="230505"/>
                    <a:pt x="0" y="178905"/>
                    <a:pt x="0" y="115253"/>
                  </a:cubicBezTo>
                  <a:lnTo>
                    <a:pt x="0" y="115253"/>
                  </a:lnTo>
                  <a:cubicBezTo>
                    <a:pt x="0" y="51600"/>
                    <a:pt x="51601" y="0"/>
                    <a:pt x="115252"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6" name="Google Shape;4686;p163"/>
            <p:cNvSpPr/>
            <p:nvPr/>
          </p:nvSpPr>
          <p:spPr>
            <a:xfrm>
              <a:off x="7528381" y="3292292"/>
              <a:ext cx="166485" cy="165854"/>
            </a:xfrm>
            <a:custGeom>
              <a:rect b="b" l="l" r="r" t="t"/>
              <a:pathLst>
                <a:path extrusionOk="0" h="165854" w="166485">
                  <a:moveTo>
                    <a:pt x="161532" y="137469"/>
                  </a:moveTo>
                  <a:lnTo>
                    <a:pt x="120003" y="95941"/>
                  </a:lnTo>
                  <a:lnTo>
                    <a:pt x="113336" y="102608"/>
                  </a:lnTo>
                  <a:lnTo>
                    <a:pt x="105811" y="95083"/>
                  </a:lnTo>
                  <a:cubicBezTo>
                    <a:pt x="123622" y="71842"/>
                    <a:pt x="122194" y="38600"/>
                    <a:pt x="100953" y="17359"/>
                  </a:cubicBezTo>
                  <a:cubicBezTo>
                    <a:pt x="77807" y="-5786"/>
                    <a:pt x="40374" y="-5786"/>
                    <a:pt x="17324" y="17359"/>
                  </a:cubicBezTo>
                  <a:cubicBezTo>
                    <a:pt x="-5727" y="40505"/>
                    <a:pt x="-5822" y="77938"/>
                    <a:pt x="17324" y="100989"/>
                  </a:cubicBezTo>
                  <a:cubicBezTo>
                    <a:pt x="38850" y="122515"/>
                    <a:pt x="72568" y="123754"/>
                    <a:pt x="95809" y="105275"/>
                  </a:cubicBezTo>
                  <a:lnTo>
                    <a:pt x="103334" y="112800"/>
                  </a:lnTo>
                  <a:lnTo>
                    <a:pt x="96667" y="119467"/>
                  </a:lnTo>
                  <a:lnTo>
                    <a:pt x="138196" y="160996"/>
                  </a:lnTo>
                  <a:cubicBezTo>
                    <a:pt x="144673" y="167473"/>
                    <a:pt x="155150" y="167473"/>
                    <a:pt x="161627" y="160996"/>
                  </a:cubicBezTo>
                  <a:lnTo>
                    <a:pt x="161627" y="160996"/>
                  </a:lnTo>
                  <a:cubicBezTo>
                    <a:pt x="168104" y="154519"/>
                    <a:pt x="168104" y="144042"/>
                    <a:pt x="161627" y="137565"/>
                  </a:cubicBezTo>
                  <a:close/>
                  <a:moveTo>
                    <a:pt x="59138" y="102513"/>
                  </a:moveTo>
                  <a:cubicBezTo>
                    <a:pt x="54471" y="102513"/>
                    <a:pt x="49899" y="101751"/>
                    <a:pt x="45612" y="100417"/>
                  </a:cubicBezTo>
                  <a:cubicBezTo>
                    <a:pt x="33611" y="96512"/>
                    <a:pt x="23896" y="87463"/>
                    <a:pt x="19133" y="75938"/>
                  </a:cubicBezTo>
                  <a:cubicBezTo>
                    <a:pt x="16942" y="70794"/>
                    <a:pt x="15799" y="65175"/>
                    <a:pt x="15799" y="59269"/>
                  </a:cubicBezTo>
                  <a:cubicBezTo>
                    <a:pt x="15799" y="35361"/>
                    <a:pt x="35231" y="15931"/>
                    <a:pt x="59138" y="15931"/>
                  </a:cubicBezTo>
                  <a:cubicBezTo>
                    <a:pt x="65044" y="15931"/>
                    <a:pt x="70663" y="17074"/>
                    <a:pt x="75807" y="19264"/>
                  </a:cubicBezTo>
                  <a:cubicBezTo>
                    <a:pt x="87332" y="24122"/>
                    <a:pt x="96381" y="33742"/>
                    <a:pt x="100286" y="45744"/>
                  </a:cubicBezTo>
                  <a:cubicBezTo>
                    <a:pt x="101715" y="50030"/>
                    <a:pt x="102382" y="54507"/>
                    <a:pt x="102382" y="59269"/>
                  </a:cubicBezTo>
                  <a:cubicBezTo>
                    <a:pt x="102382" y="83177"/>
                    <a:pt x="83046" y="102513"/>
                    <a:pt x="59138" y="1025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7" name="Google Shape;4687;p163"/>
            <p:cNvSpPr/>
            <p:nvPr/>
          </p:nvSpPr>
          <p:spPr>
            <a:xfrm>
              <a:off x="7475124" y="3290220"/>
              <a:ext cx="7620" cy="174307"/>
            </a:xfrm>
            <a:custGeom>
              <a:rect b="b" l="l" r="r" t="t"/>
              <a:pathLst>
                <a:path extrusionOk="0" h="174307" w="7620">
                  <a:moveTo>
                    <a:pt x="3810" y="174308"/>
                  </a:moveTo>
                  <a:lnTo>
                    <a:pt x="3810" y="174308"/>
                  </a:lnTo>
                  <a:cubicBezTo>
                    <a:pt x="1714" y="174308"/>
                    <a:pt x="0" y="172593"/>
                    <a:pt x="0" y="170497"/>
                  </a:cubicBezTo>
                  <a:lnTo>
                    <a:pt x="0" y="3810"/>
                  </a:lnTo>
                  <a:cubicBezTo>
                    <a:pt x="0" y="1714"/>
                    <a:pt x="1714" y="0"/>
                    <a:pt x="3810" y="0"/>
                  </a:cubicBezTo>
                  <a:lnTo>
                    <a:pt x="3810" y="0"/>
                  </a:lnTo>
                  <a:cubicBezTo>
                    <a:pt x="5905" y="0"/>
                    <a:pt x="7620" y="1714"/>
                    <a:pt x="7620" y="3810"/>
                  </a:cubicBezTo>
                  <a:lnTo>
                    <a:pt x="7620" y="170497"/>
                  </a:lnTo>
                  <a:cubicBezTo>
                    <a:pt x="7620" y="172593"/>
                    <a:pt x="5905" y="174308"/>
                    <a:pt x="3810" y="17430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688" name="Google Shape;4688;p163"/>
          <p:cNvSpPr/>
          <p:nvPr/>
        </p:nvSpPr>
        <p:spPr>
          <a:xfrm flipH="1" rot="532502">
            <a:off x="-514115" y="4385276"/>
            <a:ext cx="1514959" cy="122499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9" name="Google Shape;4689;p163"/>
          <p:cNvGrpSpPr/>
          <p:nvPr/>
        </p:nvGrpSpPr>
        <p:grpSpPr>
          <a:xfrm>
            <a:off x="-148774" y="4544215"/>
            <a:ext cx="784225" cy="584398"/>
            <a:chOff x="1914620" y="1930431"/>
            <a:chExt cx="572929" cy="426911"/>
          </a:xfrm>
        </p:grpSpPr>
        <p:grpSp>
          <p:nvGrpSpPr>
            <p:cNvPr id="4690" name="Google Shape;4690;p163"/>
            <p:cNvGrpSpPr/>
            <p:nvPr/>
          </p:nvGrpSpPr>
          <p:grpSpPr>
            <a:xfrm>
              <a:off x="1914620" y="1930431"/>
              <a:ext cx="572929" cy="426911"/>
              <a:chOff x="1914620" y="1930431"/>
              <a:chExt cx="572929" cy="426911"/>
            </a:xfrm>
          </p:grpSpPr>
          <p:sp>
            <p:nvSpPr>
              <p:cNvPr id="4691" name="Google Shape;4691;p163"/>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2" name="Google Shape;4692;p163"/>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3" name="Google Shape;4693;p163"/>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694" name="Google Shape;4694;p163"/>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695" name="Google Shape;4695;p163"/>
          <p:cNvSpPr/>
          <p:nvPr/>
        </p:nvSpPr>
        <p:spPr>
          <a:xfrm rot="5844200">
            <a:off x="8030548" y="2339312"/>
            <a:ext cx="2404301" cy="131859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696" name="Shape 4696"/>
        <p:cNvGrpSpPr/>
        <p:nvPr/>
      </p:nvGrpSpPr>
      <p:grpSpPr>
        <a:xfrm>
          <a:off x="0" y="0"/>
          <a:ext cx="0" cy="0"/>
          <a:chOff x="0" y="0"/>
          <a:chExt cx="0" cy="0"/>
        </a:xfrm>
      </p:grpSpPr>
      <p:sp>
        <p:nvSpPr>
          <p:cNvPr id="4697" name="Google Shape;4697;p164"/>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698" name="Google Shape;4698;p164"/>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4699" name="Google Shape;4699;p164"/>
          <p:cNvSpPr/>
          <p:nvPr>
            <p:ph idx="2" type="pic"/>
          </p:nvPr>
        </p:nvSpPr>
        <p:spPr>
          <a:xfrm>
            <a:off x="5668975" y="1076550"/>
            <a:ext cx="2990400" cy="2990400"/>
          </a:xfrm>
          <a:prstGeom prst="roundRect">
            <a:avLst>
              <a:gd fmla="val 16667" name="adj"/>
            </a:avLst>
          </a:prstGeom>
          <a:noFill/>
          <a:ln>
            <a:noFill/>
          </a:ln>
        </p:spPr>
      </p:sp>
      <p:sp>
        <p:nvSpPr>
          <p:cNvPr id="4700" name="Google Shape;4700;p164"/>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64"/>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02" name="Google Shape;4702;p164"/>
          <p:cNvGrpSpPr/>
          <p:nvPr/>
        </p:nvGrpSpPr>
        <p:grpSpPr>
          <a:xfrm>
            <a:off x="65066" y="4373044"/>
            <a:ext cx="878158" cy="654532"/>
            <a:chOff x="1114425" y="4361211"/>
            <a:chExt cx="573023" cy="427101"/>
          </a:xfrm>
        </p:grpSpPr>
        <p:grpSp>
          <p:nvGrpSpPr>
            <p:cNvPr id="4703" name="Google Shape;4703;p164"/>
            <p:cNvGrpSpPr/>
            <p:nvPr/>
          </p:nvGrpSpPr>
          <p:grpSpPr>
            <a:xfrm>
              <a:off x="1114425" y="4361211"/>
              <a:ext cx="573023" cy="427101"/>
              <a:chOff x="1114425" y="4361211"/>
              <a:chExt cx="573023" cy="427101"/>
            </a:xfrm>
          </p:grpSpPr>
          <p:sp>
            <p:nvSpPr>
              <p:cNvPr id="4704" name="Google Shape;4704;p164"/>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5" name="Google Shape;4705;p164"/>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6" name="Google Shape;4706;p164"/>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707" name="Google Shape;4707;p164"/>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708" name="Shape 4708"/>
        <p:cNvGrpSpPr/>
        <p:nvPr/>
      </p:nvGrpSpPr>
      <p:grpSpPr>
        <a:xfrm>
          <a:off x="0" y="0"/>
          <a:ext cx="0" cy="0"/>
          <a:chOff x="0" y="0"/>
          <a:chExt cx="0" cy="0"/>
        </a:xfrm>
      </p:grpSpPr>
      <p:sp>
        <p:nvSpPr>
          <p:cNvPr id="4709" name="Google Shape;4709;p165"/>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4710" name="Google Shape;4710;p165"/>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165"/>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165"/>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713" name="Shape 4713"/>
        <p:cNvGrpSpPr/>
        <p:nvPr/>
      </p:nvGrpSpPr>
      <p:grpSpPr>
        <a:xfrm>
          <a:off x="0" y="0"/>
          <a:ext cx="0" cy="0"/>
          <a:chOff x="0" y="0"/>
          <a:chExt cx="0" cy="0"/>
        </a:xfrm>
      </p:grpSpPr>
      <p:sp>
        <p:nvSpPr>
          <p:cNvPr id="4714" name="Google Shape;4714;p166"/>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15000"/>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4715" name="Google Shape;4715;p166"/>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716" name="Google Shape;4716;p166"/>
          <p:cNvSpPr/>
          <p:nvPr/>
        </p:nvSpPr>
        <p:spPr>
          <a:xfrm rot="3263452">
            <a:off x="-163955"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66"/>
          <p:cNvSpPr/>
          <p:nvPr/>
        </p:nvSpPr>
        <p:spPr>
          <a:xfrm rot="-460623">
            <a:off x="-1793263"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66"/>
          <p:cNvSpPr/>
          <p:nvPr/>
        </p:nvSpPr>
        <p:spPr>
          <a:xfrm rot="4592047">
            <a:off x="7797256" y="593203"/>
            <a:ext cx="1475158" cy="11928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719" name="Shape 4719"/>
        <p:cNvGrpSpPr/>
        <p:nvPr/>
      </p:nvGrpSpPr>
      <p:grpSpPr>
        <a:xfrm>
          <a:off x="0" y="0"/>
          <a:ext cx="0" cy="0"/>
          <a:chOff x="0" y="0"/>
          <a:chExt cx="0" cy="0"/>
        </a:xfrm>
      </p:grpSpPr>
      <p:sp>
        <p:nvSpPr>
          <p:cNvPr id="4720" name="Google Shape;4720;p167"/>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algn="ctr">
              <a:spcBef>
                <a:spcPts val="0"/>
              </a:spcBef>
              <a:spcAft>
                <a:spcPts val="0"/>
              </a:spcAft>
              <a:buSzPts val="3000"/>
              <a:buNone/>
              <a:defRPr>
                <a:solidFill>
                  <a:schemeClr val="lt1"/>
                </a:solidFill>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721" name="Shape 4721"/>
        <p:cNvGrpSpPr/>
        <p:nvPr/>
      </p:nvGrpSpPr>
      <p:grpSpPr>
        <a:xfrm>
          <a:off x="0" y="0"/>
          <a:ext cx="0" cy="0"/>
          <a:chOff x="0" y="0"/>
          <a:chExt cx="0" cy="0"/>
        </a:xfrm>
      </p:grpSpPr>
      <p:sp>
        <p:nvSpPr>
          <p:cNvPr id="4722" name="Google Shape;4722;p168"/>
          <p:cNvSpPr txBox="1"/>
          <p:nvPr>
            <p:ph hasCustomPrompt="1" type="title"/>
          </p:nvPr>
        </p:nvSpPr>
        <p:spPr>
          <a:xfrm>
            <a:off x="713225" y="1477363"/>
            <a:ext cx="6576000" cy="15267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4723" name="Google Shape;4723;p168"/>
          <p:cNvSpPr txBox="1"/>
          <p:nvPr>
            <p:ph idx="1" type="subTitle"/>
          </p:nvPr>
        </p:nvSpPr>
        <p:spPr>
          <a:xfrm>
            <a:off x="713225" y="3169038"/>
            <a:ext cx="6576000" cy="497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4724" name="Google Shape;4724;p168"/>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68"/>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68"/>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68"/>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8" name="Google Shape;4728;p168"/>
          <p:cNvGrpSpPr/>
          <p:nvPr/>
        </p:nvGrpSpPr>
        <p:grpSpPr>
          <a:xfrm>
            <a:off x="7441503" y="289852"/>
            <a:ext cx="1366913" cy="1382099"/>
            <a:chOff x="6568493" y="8"/>
            <a:chExt cx="1820608" cy="1840590"/>
          </a:xfrm>
        </p:grpSpPr>
        <p:sp>
          <p:nvSpPr>
            <p:cNvPr id="4729" name="Google Shape;4729;p168"/>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0" name="Google Shape;4730;p168"/>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731" name="Google Shape;4731;p168"/>
            <p:cNvGrpSpPr/>
            <p:nvPr/>
          </p:nvGrpSpPr>
          <p:grpSpPr>
            <a:xfrm>
              <a:off x="6568493" y="84720"/>
              <a:ext cx="1649109" cy="1669065"/>
              <a:chOff x="8921020" y="472154"/>
              <a:chExt cx="1959958" cy="1983676"/>
            </a:xfrm>
          </p:grpSpPr>
          <p:sp>
            <p:nvSpPr>
              <p:cNvPr id="4732" name="Google Shape;4732;p168"/>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3" name="Google Shape;4733;p168"/>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734" name="Google Shape;4734;p168"/>
              <p:cNvGrpSpPr/>
              <p:nvPr/>
            </p:nvGrpSpPr>
            <p:grpSpPr>
              <a:xfrm>
                <a:off x="9011888" y="537781"/>
                <a:ext cx="255174" cy="64389"/>
                <a:chOff x="9011888" y="537781"/>
                <a:chExt cx="255174" cy="64389"/>
              </a:xfrm>
            </p:grpSpPr>
            <p:sp>
              <p:nvSpPr>
                <p:cNvPr id="4735" name="Google Shape;4735;p168"/>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6" name="Google Shape;4736;p168"/>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7" name="Google Shape;4737;p168"/>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738" name="Google Shape;4738;p168"/>
            <p:cNvGrpSpPr/>
            <p:nvPr/>
          </p:nvGrpSpPr>
          <p:grpSpPr>
            <a:xfrm>
              <a:off x="6795939" y="406335"/>
              <a:ext cx="1194216" cy="1228757"/>
              <a:chOff x="9191339" y="854392"/>
              <a:chExt cx="1419320" cy="1460372"/>
            </a:xfrm>
          </p:grpSpPr>
          <p:grpSp>
            <p:nvGrpSpPr>
              <p:cNvPr id="4739" name="Google Shape;4739;p168"/>
              <p:cNvGrpSpPr/>
              <p:nvPr/>
            </p:nvGrpSpPr>
            <p:grpSpPr>
              <a:xfrm>
                <a:off x="9191339" y="1884045"/>
                <a:ext cx="604932" cy="420243"/>
                <a:chOff x="9191339" y="1884045"/>
                <a:chExt cx="604932" cy="420243"/>
              </a:xfrm>
            </p:grpSpPr>
            <p:sp>
              <p:nvSpPr>
                <p:cNvPr id="4740" name="Google Shape;4740;p168"/>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1" name="Google Shape;4741;p168"/>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2" name="Google Shape;4742;p168"/>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3" name="Google Shape;4743;p168"/>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4" name="Google Shape;4744;p168"/>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5" name="Google Shape;4745;p168"/>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6" name="Google Shape;4746;p168"/>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7" name="Google Shape;4747;p168"/>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8" name="Google Shape;4748;p168"/>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9" name="Google Shape;4749;p168"/>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50" name="Google Shape;4750;p168"/>
              <p:cNvGrpSpPr/>
              <p:nvPr/>
            </p:nvGrpSpPr>
            <p:grpSpPr>
              <a:xfrm>
                <a:off x="10004774" y="854392"/>
                <a:ext cx="604932" cy="420243"/>
                <a:chOff x="10004774" y="854392"/>
                <a:chExt cx="604932" cy="420243"/>
              </a:xfrm>
            </p:grpSpPr>
            <p:sp>
              <p:nvSpPr>
                <p:cNvPr id="4751" name="Google Shape;4751;p168"/>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2" name="Google Shape;4752;p168"/>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3" name="Google Shape;4753;p168"/>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4" name="Google Shape;4754;p168"/>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5" name="Google Shape;4755;p168"/>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6" name="Google Shape;4756;p168"/>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7" name="Google Shape;4757;p168"/>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8" name="Google Shape;4758;p168"/>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9" name="Google Shape;4759;p168"/>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0" name="Google Shape;4760;p168"/>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61" name="Google Shape;4761;p168"/>
              <p:cNvGrpSpPr/>
              <p:nvPr/>
            </p:nvGrpSpPr>
            <p:grpSpPr>
              <a:xfrm>
                <a:off x="10004774" y="1374362"/>
                <a:ext cx="604932" cy="303466"/>
                <a:chOff x="10004774" y="1374362"/>
                <a:chExt cx="604932" cy="303466"/>
              </a:xfrm>
            </p:grpSpPr>
            <p:sp>
              <p:nvSpPr>
                <p:cNvPr id="4762" name="Google Shape;4762;p168"/>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3" name="Google Shape;4763;p168"/>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4" name="Google Shape;4764;p168"/>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5" name="Google Shape;4765;p168"/>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6" name="Google Shape;4766;p168"/>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7" name="Google Shape;4767;p168"/>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8" name="Google Shape;4768;p168"/>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9" name="Google Shape;4769;p168"/>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770" name="Google Shape;4770;p168"/>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1" name="Google Shape;4771;p168"/>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72" name="Google Shape;4772;p168"/>
            <p:cNvGrpSpPr/>
            <p:nvPr/>
          </p:nvGrpSpPr>
          <p:grpSpPr>
            <a:xfrm>
              <a:off x="6717319" y="354723"/>
              <a:ext cx="656533" cy="799751"/>
              <a:chOff x="9097899" y="793051"/>
              <a:chExt cx="780287" cy="950500"/>
            </a:xfrm>
          </p:grpSpPr>
          <p:grpSp>
            <p:nvGrpSpPr>
              <p:cNvPr id="4773" name="Google Shape;4773;p168"/>
              <p:cNvGrpSpPr/>
              <p:nvPr/>
            </p:nvGrpSpPr>
            <p:grpSpPr>
              <a:xfrm>
                <a:off x="9118758" y="814006"/>
                <a:ext cx="747999" cy="918020"/>
                <a:chOff x="9118758" y="814006"/>
                <a:chExt cx="747999" cy="918020"/>
              </a:xfrm>
            </p:grpSpPr>
            <p:sp>
              <p:nvSpPr>
                <p:cNvPr id="4774" name="Google Shape;4774;p168"/>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5" name="Google Shape;4775;p168"/>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6" name="Google Shape;4776;p168"/>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7" name="Google Shape;4777;p168"/>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78" name="Google Shape;4778;p168"/>
              <p:cNvGrpSpPr/>
              <p:nvPr/>
            </p:nvGrpSpPr>
            <p:grpSpPr>
              <a:xfrm>
                <a:off x="9097899" y="793051"/>
                <a:ext cx="780287" cy="950500"/>
                <a:chOff x="9097899" y="793051"/>
                <a:chExt cx="780287" cy="950500"/>
              </a:xfrm>
            </p:grpSpPr>
            <p:grpSp>
              <p:nvGrpSpPr>
                <p:cNvPr id="4779" name="Google Shape;4779;p168"/>
                <p:cNvGrpSpPr/>
                <p:nvPr/>
              </p:nvGrpSpPr>
              <p:grpSpPr>
                <a:xfrm>
                  <a:off x="9097899" y="793051"/>
                  <a:ext cx="780287" cy="41909"/>
                  <a:chOff x="9097899" y="793051"/>
                  <a:chExt cx="780287" cy="41909"/>
                </a:xfrm>
              </p:grpSpPr>
              <p:sp>
                <p:nvSpPr>
                  <p:cNvPr id="4780" name="Google Shape;4780;p168"/>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1" name="Google Shape;4781;p168"/>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2" name="Google Shape;4782;p168"/>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83" name="Google Shape;4783;p168"/>
                <p:cNvGrpSpPr/>
                <p:nvPr/>
              </p:nvGrpSpPr>
              <p:grpSpPr>
                <a:xfrm>
                  <a:off x="9097899" y="1247298"/>
                  <a:ext cx="780287" cy="41910"/>
                  <a:chOff x="9097899" y="1247298"/>
                  <a:chExt cx="780287" cy="41910"/>
                </a:xfrm>
              </p:grpSpPr>
              <p:sp>
                <p:nvSpPr>
                  <p:cNvPr id="4784" name="Google Shape;4784;p168"/>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5" name="Google Shape;4785;p168"/>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86" name="Google Shape;4786;p168"/>
                <p:cNvGrpSpPr/>
                <p:nvPr/>
              </p:nvGrpSpPr>
              <p:grpSpPr>
                <a:xfrm>
                  <a:off x="9097899" y="1701641"/>
                  <a:ext cx="780287" cy="41910"/>
                  <a:chOff x="9097899" y="1701641"/>
                  <a:chExt cx="780287" cy="41910"/>
                </a:xfrm>
              </p:grpSpPr>
              <p:sp>
                <p:nvSpPr>
                  <p:cNvPr id="4787" name="Google Shape;4787;p168"/>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8" name="Google Shape;4788;p168"/>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9" name="Google Shape;4789;p168"/>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4790" name="Google Shape;4790;p168"/>
            <p:cNvGrpSpPr/>
            <p:nvPr/>
          </p:nvGrpSpPr>
          <p:grpSpPr>
            <a:xfrm>
              <a:off x="7074117" y="956519"/>
              <a:ext cx="215826" cy="125825"/>
              <a:chOff x="9521952" y="1508283"/>
              <a:chExt cx="256508" cy="149542"/>
            </a:xfrm>
          </p:grpSpPr>
          <p:sp>
            <p:nvSpPr>
              <p:cNvPr id="4791" name="Google Shape;4791;p168"/>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792" name="Google Shape;4792;p168"/>
              <p:cNvGrpSpPr/>
              <p:nvPr/>
            </p:nvGrpSpPr>
            <p:grpSpPr>
              <a:xfrm>
                <a:off x="9556578" y="1534618"/>
                <a:ext cx="183763" cy="98921"/>
                <a:chOff x="9556578" y="1534618"/>
                <a:chExt cx="183763" cy="98921"/>
              </a:xfrm>
            </p:grpSpPr>
            <p:grpSp>
              <p:nvGrpSpPr>
                <p:cNvPr id="4793" name="Google Shape;4793;p168"/>
                <p:cNvGrpSpPr/>
                <p:nvPr/>
              </p:nvGrpSpPr>
              <p:grpSpPr>
                <a:xfrm>
                  <a:off x="9645396" y="1536115"/>
                  <a:ext cx="94945" cy="94946"/>
                  <a:chOff x="9645396" y="1536115"/>
                  <a:chExt cx="94945" cy="94946"/>
                </a:xfrm>
              </p:grpSpPr>
              <p:sp>
                <p:nvSpPr>
                  <p:cNvPr id="4794" name="Google Shape;4794;p168"/>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95" name="Google Shape;4795;p168"/>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96" name="Google Shape;4796;p168"/>
                <p:cNvGrpSpPr/>
                <p:nvPr/>
              </p:nvGrpSpPr>
              <p:grpSpPr>
                <a:xfrm>
                  <a:off x="9556578" y="1534618"/>
                  <a:ext cx="98773" cy="98921"/>
                  <a:chOff x="9556578" y="1534618"/>
                  <a:chExt cx="98773" cy="98921"/>
                </a:xfrm>
              </p:grpSpPr>
              <p:sp>
                <p:nvSpPr>
                  <p:cNvPr id="4797" name="Google Shape;4797;p168"/>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98" name="Google Shape;4798;p168"/>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4799" name="Shape 4799"/>
        <p:cNvGrpSpPr/>
        <p:nvPr/>
      </p:nvGrpSpPr>
      <p:grpSpPr>
        <a:xfrm>
          <a:off x="0" y="0"/>
          <a:ext cx="0" cy="0"/>
          <a:chOff x="0" y="0"/>
          <a:chExt cx="0" cy="0"/>
        </a:xfrm>
      </p:grpSpPr>
    </p:spTree>
  </p:cSld>
  <p:clrMapOvr>
    <a:masterClrMapping/>
  </p:clrMapOvr>
</p:sldLayout>
</file>

<file path=ppt/slideLayouts/slideLayout1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4800" name="Shape 4800"/>
        <p:cNvGrpSpPr/>
        <p:nvPr/>
      </p:nvGrpSpPr>
      <p:grpSpPr>
        <a:xfrm>
          <a:off x="0" y="0"/>
          <a:ext cx="0" cy="0"/>
          <a:chOff x="0" y="0"/>
          <a:chExt cx="0" cy="0"/>
        </a:xfrm>
      </p:grpSpPr>
      <p:sp>
        <p:nvSpPr>
          <p:cNvPr id="4801" name="Google Shape;4801;p17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802" name="Google Shape;4802;p170"/>
          <p:cNvSpPr txBox="1"/>
          <p:nvPr>
            <p:ph hasCustomPrompt="1" idx="2" type="title"/>
          </p:nvPr>
        </p:nvSpPr>
        <p:spPr>
          <a:xfrm>
            <a:off x="110097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803" name="Google Shape;4803;p170"/>
          <p:cNvSpPr txBox="1"/>
          <p:nvPr>
            <p:ph hasCustomPrompt="1" idx="3" type="title"/>
          </p:nvPr>
        </p:nvSpPr>
        <p:spPr>
          <a:xfrm>
            <a:off x="110097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804" name="Google Shape;4804;p170"/>
          <p:cNvSpPr txBox="1"/>
          <p:nvPr>
            <p:ph hasCustomPrompt="1" idx="4" type="title"/>
          </p:nvPr>
        </p:nvSpPr>
        <p:spPr>
          <a:xfrm>
            <a:off x="3419250"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805" name="Google Shape;4805;p170"/>
          <p:cNvSpPr txBox="1"/>
          <p:nvPr>
            <p:ph hasCustomPrompt="1" idx="5" type="title"/>
          </p:nvPr>
        </p:nvSpPr>
        <p:spPr>
          <a:xfrm>
            <a:off x="3419250"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806" name="Google Shape;4806;p170"/>
          <p:cNvSpPr txBox="1"/>
          <p:nvPr>
            <p:ph hasCustomPrompt="1" idx="6" type="title"/>
          </p:nvPr>
        </p:nvSpPr>
        <p:spPr>
          <a:xfrm>
            <a:off x="573752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807" name="Google Shape;4807;p170"/>
          <p:cNvSpPr txBox="1"/>
          <p:nvPr>
            <p:ph hasCustomPrompt="1" idx="7" type="title"/>
          </p:nvPr>
        </p:nvSpPr>
        <p:spPr>
          <a:xfrm>
            <a:off x="573752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808" name="Google Shape;4808;p170"/>
          <p:cNvSpPr txBox="1"/>
          <p:nvPr>
            <p:ph idx="1" type="subTitle"/>
          </p:nvPr>
        </p:nvSpPr>
        <p:spPr>
          <a:xfrm>
            <a:off x="110097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809" name="Google Shape;4809;p170"/>
          <p:cNvSpPr txBox="1"/>
          <p:nvPr>
            <p:ph idx="8" type="subTitle"/>
          </p:nvPr>
        </p:nvSpPr>
        <p:spPr>
          <a:xfrm>
            <a:off x="3419250"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810" name="Google Shape;4810;p170"/>
          <p:cNvSpPr txBox="1"/>
          <p:nvPr>
            <p:ph idx="9" type="subTitle"/>
          </p:nvPr>
        </p:nvSpPr>
        <p:spPr>
          <a:xfrm>
            <a:off x="573752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811" name="Google Shape;4811;p170"/>
          <p:cNvSpPr txBox="1"/>
          <p:nvPr>
            <p:ph idx="13" type="subTitle"/>
          </p:nvPr>
        </p:nvSpPr>
        <p:spPr>
          <a:xfrm>
            <a:off x="110097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812" name="Google Shape;4812;p170"/>
          <p:cNvSpPr txBox="1"/>
          <p:nvPr>
            <p:ph idx="14" type="subTitle"/>
          </p:nvPr>
        </p:nvSpPr>
        <p:spPr>
          <a:xfrm>
            <a:off x="3419250"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813" name="Google Shape;4813;p170"/>
          <p:cNvSpPr txBox="1"/>
          <p:nvPr>
            <p:ph idx="15" type="subTitle"/>
          </p:nvPr>
        </p:nvSpPr>
        <p:spPr>
          <a:xfrm>
            <a:off x="573752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814" name="Google Shape;4814;p170"/>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170"/>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6" name="Google Shape;4816;p170"/>
          <p:cNvGrpSpPr/>
          <p:nvPr/>
        </p:nvGrpSpPr>
        <p:grpSpPr>
          <a:xfrm>
            <a:off x="8114970" y="266839"/>
            <a:ext cx="829992" cy="750888"/>
            <a:chOff x="8114596" y="445039"/>
            <a:chExt cx="633002" cy="572716"/>
          </a:xfrm>
        </p:grpSpPr>
        <p:grpSp>
          <p:nvGrpSpPr>
            <p:cNvPr id="4817" name="Google Shape;4817;p170"/>
            <p:cNvGrpSpPr/>
            <p:nvPr/>
          </p:nvGrpSpPr>
          <p:grpSpPr>
            <a:xfrm>
              <a:off x="8114596" y="445039"/>
              <a:ext cx="633002" cy="572716"/>
              <a:chOff x="7189660" y="520827"/>
              <a:chExt cx="598074" cy="541115"/>
            </a:xfrm>
          </p:grpSpPr>
          <p:sp>
            <p:nvSpPr>
              <p:cNvPr id="4818" name="Google Shape;4818;p170"/>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19" name="Google Shape;4819;p170"/>
              <p:cNvGrpSpPr/>
              <p:nvPr/>
            </p:nvGrpSpPr>
            <p:grpSpPr>
              <a:xfrm>
                <a:off x="7579137" y="551973"/>
                <a:ext cx="164782" cy="41529"/>
                <a:chOff x="7579137" y="551973"/>
                <a:chExt cx="164782" cy="41529"/>
              </a:xfrm>
            </p:grpSpPr>
            <p:sp>
              <p:nvSpPr>
                <p:cNvPr id="4820" name="Google Shape;4820;p170"/>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21" name="Google Shape;4821;p170"/>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22" name="Google Shape;4822;p170"/>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823" name="Google Shape;4823;p170"/>
            <p:cNvGrpSpPr/>
            <p:nvPr/>
          </p:nvGrpSpPr>
          <p:grpSpPr>
            <a:xfrm>
              <a:off x="8184962" y="619646"/>
              <a:ext cx="498115" cy="257273"/>
              <a:chOff x="7256144" y="685800"/>
              <a:chExt cx="470630" cy="243077"/>
            </a:xfrm>
          </p:grpSpPr>
          <p:sp>
            <p:nvSpPr>
              <p:cNvPr id="4824" name="Google Shape;4824;p170"/>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25" name="Google Shape;4825;p170"/>
              <p:cNvGrpSpPr/>
              <p:nvPr/>
            </p:nvGrpSpPr>
            <p:grpSpPr>
              <a:xfrm>
                <a:off x="7512843" y="685800"/>
                <a:ext cx="213931" cy="243077"/>
                <a:chOff x="7512843" y="685800"/>
                <a:chExt cx="213931" cy="243077"/>
              </a:xfrm>
            </p:grpSpPr>
            <p:grpSp>
              <p:nvGrpSpPr>
                <p:cNvPr id="4826" name="Google Shape;4826;p170"/>
                <p:cNvGrpSpPr/>
                <p:nvPr/>
              </p:nvGrpSpPr>
              <p:grpSpPr>
                <a:xfrm>
                  <a:off x="7512843" y="836580"/>
                  <a:ext cx="213931" cy="92297"/>
                  <a:chOff x="7512843" y="836580"/>
                  <a:chExt cx="213931" cy="92297"/>
                </a:xfrm>
              </p:grpSpPr>
              <p:sp>
                <p:nvSpPr>
                  <p:cNvPr id="4827" name="Google Shape;4827;p170"/>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28" name="Google Shape;4828;p170"/>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29" name="Google Shape;4829;p170"/>
                <p:cNvGrpSpPr/>
                <p:nvPr/>
              </p:nvGrpSpPr>
              <p:grpSpPr>
                <a:xfrm>
                  <a:off x="7512843" y="761238"/>
                  <a:ext cx="213931" cy="92296"/>
                  <a:chOff x="7512843" y="761238"/>
                  <a:chExt cx="213931" cy="92296"/>
                </a:xfrm>
              </p:grpSpPr>
              <p:sp>
                <p:nvSpPr>
                  <p:cNvPr id="4830" name="Google Shape;4830;p170"/>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31" name="Google Shape;4831;p170"/>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32" name="Google Shape;4832;p170"/>
                <p:cNvGrpSpPr/>
                <p:nvPr/>
              </p:nvGrpSpPr>
              <p:grpSpPr>
                <a:xfrm>
                  <a:off x="7512843" y="685800"/>
                  <a:ext cx="213931" cy="92297"/>
                  <a:chOff x="7512843" y="685800"/>
                  <a:chExt cx="213931" cy="92297"/>
                </a:xfrm>
              </p:grpSpPr>
              <p:sp>
                <p:nvSpPr>
                  <p:cNvPr id="4833" name="Google Shape;4833;p170"/>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34" name="Google Shape;4834;p170"/>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
        <p:nvSpPr>
          <p:cNvPr id="4835" name="Google Shape;4835;p170"/>
          <p:cNvSpPr/>
          <p:nvPr/>
        </p:nvSpPr>
        <p:spPr>
          <a:xfrm>
            <a:off x="62832" y="4828541"/>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36" name="Google Shape;4836;p170"/>
          <p:cNvGrpSpPr/>
          <p:nvPr/>
        </p:nvGrpSpPr>
        <p:grpSpPr>
          <a:xfrm>
            <a:off x="103395" y="3891186"/>
            <a:ext cx="668783" cy="959747"/>
            <a:chOff x="10519314" y="4728596"/>
            <a:chExt cx="751780" cy="1078731"/>
          </a:xfrm>
        </p:grpSpPr>
        <p:grpSp>
          <p:nvGrpSpPr>
            <p:cNvPr id="4837" name="Google Shape;4837;p170"/>
            <p:cNvGrpSpPr/>
            <p:nvPr/>
          </p:nvGrpSpPr>
          <p:grpSpPr>
            <a:xfrm>
              <a:off x="10519314" y="4728596"/>
              <a:ext cx="626662" cy="1078731"/>
              <a:chOff x="10519314" y="4728596"/>
              <a:chExt cx="626662" cy="1078731"/>
            </a:xfrm>
          </p:grpSpPr>
          <p:grpSp>
            <p:nvGrpSpPr>
              <p:cNvPr id="4838" name="Google Shape;4838;p170"/>
              <p:cNvGrpSpPr/>
              <p:nvPr/>
            </p:nvGrpSpPr>
            <p:grpSpPr>
              <a:xfrm>
                <a:off x="10903220" y="4888205"/>
                <a:ext cx="242756" cy="919122"/>
                <a:chOff x="10903220" y="4888205"/>
                <a:chExt cx="242756" cy="919122"/>
              </a:xfrm>
            </p:grpSpPr>
            <p:sp>
              <p:nvSpPr>
                <p:cNvPr id="4839" name="Google Shape;4839;p170"/>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0" name="Google Shape;4840;p170"/>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1" name="Google Shape;4841;p170"/>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42" name="Google Shape;4842;p170"/>
                <p:cNvGrpSpPr/>
                <p:nvPr/>
              </p:nvGrpSpPr>
              <p:grpSpPr>
                <a:xfrm>
                  <a:off x="11014221" y="5588618"/>
                  <a:ext cx="100021" cy="114784"/>
                  <a:chOff x="11014221" y="5588618"/>
                  <a:chExt cx="100021" cy="114784"/>
                </a:xfrm>
              </p:grpSpPr>
              <p:sp>
                <p:nvSpPr>
                  <p:cNvPr id="4843" name="Google Shape;4843;p170"/>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4" name="Google Shape;4844;p170"/>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5" name="Google Shape;4845;p170"/>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6" name="Google Shape;4846;p170"/>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847" name="Google Shape;4847;p170"/>
              <p:cNvGrpSpPr/>
              <p:nvPr/>
            </p:nvGrpSpPr>
            <p:grpSpPr>
              <a:xfrm>
                <a:off x="10718623" y="4728596"/>
                <a:ext cx="229169" cy="1075979"/>
                <a:chOff x="10718623" y="4728596"/>
                <a:chExt cx="229169" cy="1075979"/>
              </a:xfrm>
            </p:grpSpPr>
            <p:sp>
              <p:nvSpPr>
                <p:cNvPr id="4848" name="Google Shape;4848;p170"/>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9" name="Google Shape;4849;p170"/>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50" name="Google Shape;4850;p170"/>
                <p:cNvGrpSpPr/>
                <p:nvPr/>
              </p:nvGrpSpPr>
              <p:grpSpPr>
                <a:xfrm>
                  <a:off x="10765015" y="5040134"/>
                  <a:ext cx="116314" cy="49775"/>
                  <a:chOff x="10765015" y="5040134"/>
                  <a:chExt cx="116314" cy="49775"/>
                </a:xfrm>
              </p:grpSpPr>
              <p:sp>
                <p:nvSpPr>
                  <p:cNvPr id="4851" name="Google Shape;4851;p170"/>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52" name="Google Shape;4852;p170"/>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53" name="Google Shape;4853;p170"/>
                <p:cNvGrpSpPr/>
                <p:nvPr/>
              </p:nvGrpSpPr>
              <p:grpSpPr>
                <a:xfrm>
                  <a:off x="10784825" y="5436314"/>
                  <a:ext cx="116414" cy="49961"/>
                  <a:chOff x="10784825" y="5436314"/>
                  <a:chExt cx="116414" cy="49961"/>
                </a:xfrm>
              </p:grpSpPr>
              <p:sp>
                <p:nvSpPr>
                  <p:cNvPr id="4854" name="Google Shape;4854;p170"/>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55" name="Google Shape;4855;p170"/>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856" name="Google Shape;4856;p170"/>
              <p:cNvGrpSpPr/>
              <p:nvPr/>
            </p:nvGrpSpPr>
            <p:grpSpPr>
              <a:xfrm>
                <a:off x="10519314" y="4813458"/>
                <a:ext cx="202120" cy="992123"/>
                <a:chOff x="10519314" y="4813458"/>
                <a:chExt cx="202120" cy="992123"/>
              </a:xfrm>
            </p:grpSpPr>
            <p:sp>
              <p:nvSpPr>
                <p:cNvPr id="4857" name="Google Shape;4857;p170"/>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58" name="Google Shape;4858;p170"/>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59" name="Google Shape;4859;p170"/>
                <p:cNvGrpSpPr/>
                <p:nvPr/>
              </p:nvGrpSpPr>
              <p:grpSpPr>
                <a:xfrm>
                  <a:off x="10556176" y="5465730"/>
                  <a:ext cx="128397" cy="44196"/>
                  <a:chOff x="10556176" y="5465730"/>
                  <a:chExt cx="128397" cy="44196"/>
                </a:xfrm>
              </p:grpSpPr>
              <p:sp>
                <p:nvSpPr>
                  <p:cNvPr id="4860" name="Google Shape;4860;p170"/>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1" name="Google Shape;4861;p170"/>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62" name="Google Shape;4862;p170"/>
                <p:cNvGrpSpPr/>
                <p:nvPr/>
              </p:nvGrpSpPr>
              <p:grpSpPr>
                <a:xfrm>
                  <a:off x="10556176" y="5689187"/>
                  <a:ext cx="128397" cy="44196"/>
                  <a:chOff x="10556176" y="5689187"/>
                  <a:chExt cx="128397" cy="44196"/>
                </a:xfrm>
              </p:grpSpPr>
              <p:sp>
                <p:nvSpPr>
                  <p:cNvPr id="4863" name="Google Shape;4863;p170"/>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4" name="Google Shape;4864;p170"/>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4865" name="Google Shape;4865;p170"/>
            <p:cNvGrpSpPr/>
            <p:nvPr/>
          </p:nvGrpSpPr>
          <p:grpSpPr>
            <a:xfrm>
              <a:off x="11058042" y="5088325"/>
              <a:ext cx="213052" cy="717953"/>
              <a:chOff x="11058042" y="5088325"/>
              <a:chExt cx="213052" cy="717953"/>
            </a:xfrm>
          </p:grpSpPr>
          <p:sp>
            <p:nvSpPr>
              <p:cNvPr id="4866" name="Google Shape;4866;p170"/>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7" name="Google Shape;4867;p170"/>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868" name="Google Shape;4868;p170"/>
          <p:cNvGrpSpPr/>
          <p:nvPr/>
        </p:nvGrpSpPr>
        <p:grpSpPr>
          <a:xfrm>
            <a:off x="150676" y="2823493"/>
            <a:ext cx="516117" cy="779220"/>
            <a:chOff x="10572463" y="3528536"/>
            <a:chExt cx="580168" cy="875823"/>
          </a:xfrm>
        </p:grpSpPr>
        <p:grpSp>
          <p:nvGrpSpPr>
            <p:cNvPr id="4869" name="Google Shape;4869;p170"/>
            <p:cNvGrpSpPr/>
            <p:nvPr/>
          </p:nvGrpSpPr>
          <p:grpSpPr>
            <a:xfrm>
              <a:off x="10713815" y="3528536"/>
              <a:ext cx="438816" cy="746664"/>
              <a:chOff x="10713815" y="3528536"/>
              <a:chExt cx="438816" cy="746664"/>
            </a:xfrm>
          </p:grpSpPr>
          <p:sp>
            <p:nvSpPr>
              <p:cNvPr id="4870" name="Google Shape;4870;p170"/>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71" name="Google Shape;4871;p170"/>
              <p:cNvGrpSpPr/>
              <p:nvPr/>
            </p:nvGrpSpPr>
            <p:grpSpPr>
              <a:xfrm>
                <a:off x="10776489" y="3625310"/>
                <a:ext cx="313848" cy="288226"/>
                <a:chOff x="10776489" y="3625310"/>
                <a:chExt cx="313848" cy="288226"/>
              </a:xfrm>
            </p:grpSpPr>
            <p:sp>
              <p:nvSpPr>
                <p:cNvPr id="4872" name="Google Shape;4872;p170"/>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3" name="Google Shape;4873;p170"/>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4" name="Google Shape;4874;p170"/>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5" name="Google Shape;4875;p170"/>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6" name="Google Shape;4876;p170"/>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7" name="Google Shape;4877;p170"/>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78" name="Google Shape;4878;p170"/>
              <p:cNvGrpSpPr/>
              <p:nvPr/>
            </p:nvGrpSpPr>
            <p:grpSpPr>
              <a:xfrm>
                <a:off x="10776489" y="3999547"/>
                <a:ext cx="313848" cy="181546"/>
                <a:chOff x="10776489" y="3999547"/>
                <a:chExt cx="313848" cy="181546"/>
              </a:xfrm>
            </p:grpSpPr>
            <p:sp>
              <p:nvSpPr>
                <p:cNvPr id="4879" name="Google Shape;4879;p170"/>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0" name="Google Shape;4880;p170"/>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1" name="Google Shape;4881;p170"/>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2" name="Google Shape;4882;p170"/>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883" name="Google Shape;4883;p170"/>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84" name="Google Shape;4884;p170"/>
            <p:cNvGrpSpPr/>
            <p:nvPr/>
          </p:nvGrpSpPr>
          <p:grpSpPr>
            <a:xfrm>
              <a:off x="10572463" y="3657790"/>
              <a:ext cx="438817" cy="746569"/>
              <a:chOff x="10572463" y="3657790"/>
              <a:chExt cx="438817" cy="746569"/>
            </a:xfrm>
          </p:grpSpPr>
          <p:sp>
            <p:nvSpPr>
              <p:cNvPr id="4885" name="Google Shape;4885;p170"/>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86" name="Google Shape;4886;p170"/>
              <p:cNvGrpSpPr/>
              <p:nvPr/>
            </p:nvGrpSpPr>
            <p:grpSpPr>
              <a:xfrm>
                <a:off x="10635138" y="3754469"/>
                <a:ext cx="313848" cy="288321"/>
                <a:chOff x="10635138" y="3754469"/>
                <a:chExt cx="313848" cy="288321"/>
              </a:xfrm>
            </p:grpSpPr>
            <p:sp>
              <p:nvSpPr>
                <p:cNvPr id="4887" name="Google Shape;4887;p170"/>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8" name="Google Shape;4888;p170"/>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9" name="Google Shape;4889;p170"/>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0" name="Google Shape;4890;p170"/>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1" name="Google Shape;4891;p170"/>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2" name="Google Shape;4892;p170"/>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93" name="Google Shape;4893;p170"/>
              <p:cNvGrpSpPr/>
              <p:nvPr/>
            </p:nvGrpSpPr>
            <p:grpSpPr>
              <a:xfrm>
                <a:off x="10635138" y="4128801"/>
                <a:ext cx="313848" cy="181547"/>
                <a:chOff x="10635138" y="4128801"/>
                <a:chExt cx="313848" cy="181547"/>
              </a:xfrm>
            </p:grpSpPr>
            <p:sp>
              <p:nvSpPr>
                <p:cNvPr id="4894" name="Google Shape;4894;p170"/>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5" name="Google Shape;4895;p170"/>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6" name="Google Shape;4896;p170"/>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7" name="Google Shape;4897;p170"/>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898" name="Google Shape;4898;p170"/>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899" name="Google Shape;4899;p170"/>
          <p:cNvGrpSpPr/>
          <p:nvPr/>
        </p:nvGrpSpPr>
        <p:grpSpPr>
          <a:xfrm>
            <a:off x="361835" y="3601018"/>
            <a:ext cx="22030" cy="294484"/>
            <a:chOff x="10809827" y="4402455"/>
            <a:chExt cx="24764" cy="330993"/>
          </a:xfrm>
        </p:grpSpPr>
        <p:sp>
          <p:nvSpPr>
            <p:cNvPr id="4900" name="Google Shape;4900;p170"/>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1" name="Google Shape;4901;p170"/>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2" name="Google Shape;4902;p170"/>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4903" name="Shape 4903"/>
        <p:cNvGrpSpPr/>
        <p:nvPr/>
      </p:nvGrpSpPr>
      <p:grpSpPr>
        <a:xfrm>
          <a:off x="0" y="0"/>
          <a:ext cx="0" cy="0"/>
          <a:chOff x="0" y="0"/>
          <a:chExt cx="0" cy="0"/>
        </a:xfrm>
      </p:grpSpPr>
      <p:sp>
        <p:nvSpPr>
          <p:cNvPr id="4904" name="Google Shape;4904;p171"/>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905" name="Google Shape;4905;p171"/>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4906" name="Google Shape;4906;p171"/>
          <p:cNvSpPr/>
          <p:nvPr>
            <p:ph idx="2" type="pic"/>
          </p:nvPr>
        </p:nvSpPr>
        <p:spPr>
          <a:xfrm>
            <a:off x="5668975" y="1076550"/>
            <a:ext cx="2990400" cy="2990400"/>
          </a:xfrm>
          <a:prstGeom prst="roundRect">
            <a:avLst>
              <a:gd fmla="val 16667" name="adj"/>
            </a:avLst>
          </a:prstGeom>
          <a:noFill/>
          <a:ln>
            <a:noFill/>
          </a:ln>
        </p:spPr>
      </p:sp>
      <p:sp>
        <p:nvSpPr>
          <p:cNvPr id="4907" name="Google Shape;4907;p171"/>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71"/>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9" name="Google Shape;4909;p171"/>
          <p:cNvGrpSpPr/>
          <p:nvPr/>
        </p:nvGrpSpPr>
        <p:grpSpPr>
          <a:xfrm>
            <a:off x="65066" y="4373044"/>
            <a:ext cx="878158" cy="654532"/>
            <a:chOff x="1114425" y="4361211"/>
            <a:chExt cx="573023" cy="427101"/>
          </a:xfrm>
        </p:grpSpPr>
        <p:grpSp>
          <p:nvGrpSpPr>
            <p:cNvPr id="4910" name="Google Shape;4910;p171"/>
            <p:cNvGrpSpPr/>
            <p:nvPr/>
          </p:nvGrpSpPr>
          <p:grpSpPr>
            <a:xfrm>
              <a:off x="1114425" y="4361211"/>
              <a:ext cx="573023" cy="427101"/>
              <a:chOff x="1114425" y="4361211"/>
              <a:chExt cx="573023" cy="427101"/>
            </a:xfrm>
          </p:grpSpPr>
          <p:sp>
            <p:nvSpPr>
              <p:cNvPr id="4911" name="Google Shape;4911;p171"/>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2" name="Google Shape;4912;p171"/>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3" name="Google Shape;4913;p171"/>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914" name="Google Shape;4914;p171"/>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_1">
    <p:spTree>
      <p:nvGrpSpPr>
        <p:cNvPr id="4915" name="Shape 4915"/>
        <p:cNvGrpSpPr/>
        <p:nvPr/>
      </p:nvGrpSpPr>
      <p:grpSpPr>
        <a:xfrm>
          <a:off x="0" y="0"/>
          <a:ext cx="0" cy="0"/>
          <a:chOff x="0" y="0"/>
          <a:chExt cx="0" cy="0"/>
        </a:xfrm>
      </p:grpSpPr>
      <p:sp>
        <p:nvSpPr>
          <p:cNvPr id="4916" name="Google Shape;4916;p172"/>
          <p:cNvSpPr txBox="1"/>
          <p:nvPr>
            <p:ph type="title"/>
          </p:nvPr>
        </p:nvSpPr>
        <p:spPr>
          <a:xfrm>
            <a:off x="2013850" y="841075"/>
            <a:ext cx="5116200" cy="13905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sz="4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917" name="Google Shape;4917;p172"/>
          <p:cNvSpPr txBox="1"/>
          <p:nvPr>
            <p:ph idx="1" type="subTitle"/>
          </p:nvPr>
        </p:nvSpPr>
        <p:spPr>
          <a:xfrm>
            <a:off x="2013850" y="2231525"/>
            <a:ext cx="51162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4918" name="Google Shape;4918;p172"/>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19" name="Google Shape;4919;p172"/>
          <p:cNvGrpSpPr/>
          <p:nvPr/>
        </p:nvGrpSpPr>
        <p:grpSpPr>
          <a:xfrm flipH="1">
            <a:off x="683048" y="4696520"/>
            <a:ext cx="325927" cy="404808"/>
            <a:chOff x="7385113" y="1535430"/>
            <a:chExt cx="435673" cy="541115"/>
          </a:xfrm>
        </p:grpSpPr>
        <p:sp>
          <p:nvSpPr>
            <p:cNvPr id="4920" name="Google Shape;4920;p172"/>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21" name="Google Shape;4921;p172"/>
            <p:cNvGrpSpPr/>
            <p:nvPr/>
          </p:nvGrpSpPr>
          <p:grpSpPr>
            <a:xfrm>
              <a:off x="7612094" y="1566576"/>
              <a:ext cx="164781" cy="41529"/>
              <a:chOff x="7612094" y="1566576"/>
              <a:chExt cx="164781" cy="41529"/>
            </a:xfrm>
          </p:grpSpPr>
          <p:sp>
            <p:nvSpPr>
              <p:cNvPr id="4922" name="Google Shape;4922;p172"/>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3" name="Google Shape;4923;p172"/>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4" name="Google Shape;4924;p172"/>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925" name="Google Shape;4925;p172"/>
          <p:cNvGrpSpPr/>
          <p:nvPr/>
        </p:nvGrpSpPr>
        <p:grpSpPr>
          <a:xfrm flipH="1">
            <a:off x="713902" y="4774546"/>
            <a:ext cx="268636" cy="280965"/>
            <a:chOff x="7420451" y="1639728"/>
            <a:chExt cx="359091" cy="375571"/>
          </a:xfrm>
        </p:grpSpPr>
        <p:sp>
          <p:nvSpPr>
            <p:cNvPr id="4926" name="Google Shape;4926;p172"/>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7" name="Google Shape;4927;p172"/>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28" name="Google Shape;4928;p172"/>
          <p:cNvGrpSpPr/>
          <p:nvPr/>
        </p:nvGrpSpPr>
        <p:grpSpPr>
          <a:xfrm flipH="1">
            <a:off x="96200" y="4469347"/>
            <a:ext cx="355444" cy="644072"/>
            <a:chOff x="1945386" y="5582316"/>
            <a:chExt cx="470725" cy="852963"/>
          </a:xfrm>
        </p:grpSpPr>
        <p:grpSp>
          <p:nvGrpSpPr>
            <p:cNvPr id="4929" name="Google Shape;4929;p172"/>
            <p:cNvGrpSpPr/>
            <p:nvPr/>
          </p:nvGrpSpPr>
          <p:grpSpPr>
            <a:xfrm>
              <a:off x="1945386" y="5582316"/>
              <a:ext cx="470725" cy="852963"/>
              <a:chOff x="1945386" y="5582316"/>
              <a:chExt cx="470725" cy="852963"/>
            </a:xfrm>
          </p:grpSpPr>
          <p:sp>
            <p:nvSpPr>
              <p:cNvPr id="4930" name="Google Shape;4930;p172"/>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1" name="Google Shape;4931;p172"/>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932" name="Google Shape;4932;p172"/>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33" name="Google Shape;4933;p172"/>
          <p:cNvGrpSpPr/>
          <p:nvPr/>
        </p:nvGrpSpPr>
        <p:grpSpPr>
          <a:xfrm>
            <a:off x="7975988" y="116167"/>
            <a:ext cx="1061979" cy="558999"/>
            <a:chOff x="3859815" y="2867310"/>
            <a:chExt cx="1262157" cy="664368"/>
          </a:xfrm>
        </p:grpSpPr>
        <p:sp>
          <p:nvSpPr>
            <p:cNvPr id="4934" name="Google Shape;4934;p172"/>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35" name="Google Shape;4935;p172"/>
            <p:cNvGrpSpPr/>
            <p:nvPr/>
          </p:nvGrpSpPr>
          <p:grpSpPr>
            <a:xfrm>
              <a:off x="4275677" y="3065525"/>
              <a:ext cx="334517" cy="380047"/>
              <a:chOff x="4275677" y="3065525"/>
              <a:chExt cx="334517" cy="380047"/>
            </a:xfrm>
          </p:grpSpPr>
          <p:grpSp>
            <p:nvGrpSpPr>
              <p:cNvPr id="4936" name="Google Shape;4936;p172"/>
              <p:cNvGrpSpPr/>
              <p:nvPr/>
            </p:nvGrpSpPr>
            <p:grpSpPr>
              <a:xfrm>
                <a:off x="4275677" y="3065525"/>
                <a:ext cx="334517" cy="380047"/>
                <a:chOff x="4275677" y="3065525"/>
                <a:chExt cx="334517" cy="380047"/>
              </a:xfrm>
            </p:grpSpPr>
            <p:grpSp>
              <p:nvGrpSpPr>
                <p:cNvPr id="4937" name="Google Shape;4937;p172"/>
                <p:cNvGrpSpPr/>
                <p:nvPr/>
              </p:nvGrpSpPr>
              <p:grpSpPr>
                <a:xfrm>
                  <a:off x="4275677" y="3301269"/>
                  <a:ext cx="334422" cy="144303"/>
                  <a:chOff x="4275677" y="3301269"/>
                  <a:chExt cx="334422" cy="144303"/>
                </a:xfrm>
              </p:grpSpPr>
              <p:sp>
                <p:nvSpPr>
                  <p:cNvPr id="4938" name="Google Shape;4938;p172"/>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9" name="Google Shape;4939;p172"/>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40" name="Google Shape;4940;p172"/>
                <p:cNvGrpSpPr/>
                <p:nvPr/>
              </p:nvGrpSpPr>
              <p:grpSpPr>
                <a:xfrm>
                  <a:off x="4275677" y="3183350"/>
                  <a:ext cx="334422" cy="144302"/>
                  <a:chOff x="4275677" y="3183350"/>
                  <a:chExt cx="334422" cy="144302"/>
                </a:xfrm>
              </p:grpSpPr>
              <p:sp>
                <p:nvSpPr>
                  <p:cNvPr id="4941" name="Google Shape;4941;p172"/>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2" name="Google Shape;4942;p172"/>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43" name="Google Shape;4943;p172"/>
                <p:cNvGrpSpPr/>
                <p:nvPr/>
              </p:nvGrpSpPr>
              <p:grpSpPr>
                <a:xfrm>
                  <a:off x="4275677" y="3065525"/>
                  <a:ext cx="334517" cy="144303"/>
                  <a:chOff x="4275677" y="3065525"/>
                  <a:chExt cx="334517" cy="144303"/>
                </a:xfrm>
              </p:grpSpPr>
              <p:sp>
                <p:nvSpPr>
                  <p:cNvPr id="4944" name="Google Shape;4944;p172"/>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5" name="Google Shape;4945;p172"/>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946" name="Google Shape;4946;p172"/>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7" name="Google Shape;4947;p172"/>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8" name="Google Shape;4948;p172"/>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949" name="Google Shape;4949;p172"/>
          <p:cNvGrpSpPr/>
          <p:nvPr/>
        </p:nvGrpSpPr>
        <p:grpSpPr>
          <a:xfrm flipH="1" rot="5400000">
            <a:off x="557972" y="4696603"/>
            <a:ext cx="16329" cy="218290"/>
            <a:chOff x="10809827" y="4402455"/>
            <a:chExt cx="24764" cy="330993"/>
          </a:xfrm>
        </p:grpSpPr>
        <p:sp>
          <p:nvSpPr>
            <p:cNvPr id="4950" name="Google Shape;4950;p172"/>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1" name="Google Shape;4951;p172"/>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2" name="Google Shape;4952;p172"/>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953" name="Google Shape;4953;p172"/>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72"/>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4955" name="Shape 4955"/>
        <p:cNvGrpSpPr/>
        <p:nvPr/>
      </p:nvGrpSpPr>
      <p:grpSpPr>
        <a:xfrm>
          <a:off x="0" y="0"/>
          <a:ext cx="0" cy="0"/>
          <a:chOff x="0" y="0"/>
          <a:chExt cx="0" cy="0"/>
        </a:xfrm>
      </p:grpSpPr>
      <p:sp>
        <p:nvSpPr>
          <p:cNvPr id="4956" name="Google Shape;4956;p17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957" name="Google Shape;4957;p173"/>
          <p:cNvSpPr txBox="1"/>
          <p:nvPr>
            <p:ph idx="1" type="subTitle"/>
          </p:nvPr>
        </p:nvSpPr>
        <p:spPr>
          <a:xfrm>
            <a:off x="93762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958" name="Google Shape;4958;p173"/>
          <p:cNvSpPr txBox="1"/>
          <p:nvPr>
            <p:ph idx="2" type="subTitle"/>
          </p:nvPr>
        </p:nvSpPr>
        <p:spPr>
          <a:xfrm>
            <a:off x="3484347"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959" name="Google Shape;4959;p173"/>
          <p:cNvSpPr txBox="1"/>
          <p:nvPr>
            <p:ph idx="3" type="subTitle"/>
          </p:nvPr>
        </p:nvSpPr>
        <p:spPr>
          <a:xfrm>
            <a:off x="603107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960" name="Google Shape;4960;p173"/>
          <p:cNvSpPr txBox="1"/>
          <p:nvPr>
            <p:ph idx="4" type="subTitle"/>
          </p:nvPr>
        </p:nvSpPr>
        <p:spPr>
          <a:xfrm>
            <a:off x="93762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961" name="Google Shape;4961;p173"/>
          <p:cNvSpPr txBox="1"/>
          <p:nvPr>
            <p:ph idx="5" type="subTitle"/>
          </p:nvPr>
        </p:nvSpPr>
        <p:spPr>
          <a:xfrm>
            <a:off x="3484350"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962" name="Google Shape;4962;p173"/>
          <p:cNvSpPr txBox="1"/>
          <p:nvPr>
            <p:ph idx="6" type="subTitle"/>
          </p:nvPr>
        </p:nvSpPr>
        <p:spPr>
          <a:xfrm>
            <a:off x="603107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963" name="Google Shape;4963;p173"/>
          <p:cNvSpPr/>
          <p:nvPr/>
        </p:nvSpPr>
        <p:spPr>
          <a:xfrm flipH="1" rot="8800738">
            <a:off x="7902412" y="4181666"/>
            <a:ext cx="1680262" cy="1358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73"/>
          <p:cNvSpPr/>
          <p:nvPr/>
        </p:nvSpPr>
        <p:spPr>
          <a:xfrm flipH="1" rot="-8942362">
            <a:off x="-983149" y="4040244"/>
            <a:ext cx="2474148" cy="2000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73"/>
          <p:cNvSpPr/>
          <p:nvPr/>
        </p:nvSpPr>
        <p:spPr>
          <a:xfrm flipH="1" rot="1554271">
            <a:off x="7563507" y="-664049"/>
            <a:ext cx="2112334" cy="200257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173"/>
          <p:cNvSpPr/>
          <p:nvPr/>
        </p:nvSpPr>
        <p:spPr>
          <a:xfrm>
            <a:off x="62825" y="1725386"/>
            <a:ext cx="606206" cy="37384"/>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67" name="Google Shape;4967;p173"/>
          <p:cNvGrpSpPr/>
          <p:nvPr/>
        </p:nvGrpSpPr>
        <p:grpSpPr>
          <a:xfrm>
            <a:off x="96399" y="951293"/>
            <a:ext cx="552408" cy="792759"/>
            <a:chOff x="10519314" y="4728596"/>
            <a:chExt cx="751780" cy="1078731"/>
          </a:xfrm>
        </p:grpSpPr>
        <p:grpSp>
          <p:nvGrpSpPr>
            <p:cNvPr id="4968" name="Google Shape;4968;p173"/>
            <p:cNvGrpSpPr/>
            <p:nvPr/>
          </p:nvGrpSpPr>
          <p:grpSpPr>
            <a:xfrm>
              <a:off x="10519314" y="4728596"/>
              <a:ext cx="626662" cy="1078731"/>
              <a:chOff x="10519314" y="4728596"/>
              <a:chExt cx="626662" cy="1078731"/>
            </a:xfrm>
          </p:grpSpPr>
          <p:grpSp>
            <p:nvGrpSpPr>
              <p:cNvPr id="4969" name="Google Shape;4969;p173"/>
              <p:cNvGrpSpPr/>
              <p:nvPr/>
            </p:nvGrpSpPr>
            <p:grpSpPr>
              <a:xfrm>
                <a:off x="10903220" y="4888205"/>
                <a:ext cx="242756" cy="919122"/>
                <a:chOff x="10903220" y="4888205"/>
                <a:chExt cx="242756" cy="919122"/>
              </a:xfrm>
            </p:grpSpPr>
            <p:sp>
              <p:nvSpPr>
                <p:cNvPr id="4970" name="Google Shape;4970;p173"/>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1" name="Google Shape;4971;p173"/>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2" name="Google Shape;4972;p173"/>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73" name="Google Shape;4973;p173"/>
                <p:cNvGrpSpPr/>
                <p:nvPr/>
              </p:nvGrpSpPr>
              <p:grpSpPr>
                <a:xfrm>
                  <a:off x="11014221" y="5588618"/>
                  <a:ext cx="100021" cy="114784"/>
                  <a:chOff x="11014221" y="5588618"/>
                  <a:chExt cx="100021" cy="114784"/>
                </a:xfrm>
              </p:grpSpPr>
              <p:sp>
                <p:nvSpPr>
                  <p:cNvPr id="4974" name="Google Shape;4974;p173"/>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5" name="Google Shape;4975;p173"/>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6" name="Google Shape;4976;p173"/>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7" name="Google Shape;4977;p173"/>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978" name="Google Shape;4978;p173"/>
              <p:cNvGrpSpPr/>
              <p:nvPr/>
            </p:nvGrpSpPr>
            <p:grpSpPr>
              <a:xfrm>
                <a:off x="10718623" y="4728596"/>
                <a:ext cx="229169" cy="1075979"/>
                <a:chOff x="10718623" y="4728596"/>
                <a:chExt cx="229169" cy="1075979"/>
              </a:xfrm>
            </p:grpSpPr>
            <p:sp>
              <p:nvSpPr>
                <p:cNvPr id="4979" name="Google Shape;4979;p173"/>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0" name="Google Shape;4980;p173"/>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81" name="Google Shape;4981;p173"/>
                <p:cNvGrpSpPr/>
                <p:nvPr/>
              </p:nvGrpSpPr>
              <p:grpSpPr>
                <a:xfrm>
                  <a:off x="10765015" y="5040134"/>
                  <a:ext cx="116314" cy="49775"/>
                  <a:chOff x="10765015" y="5040134"/>
                  <a:chExt cx="116314" cy="49775"/>
                </a:xfrm>
              </p:grpSpPr>
              <p:sp>
                <p:nvSpPr>
                  <p:cNvPr id="4982" name="Google Shape;4982;p173"/>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3" name="Google Shape;4983;p173"/>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84" name="Google Shape;4984;p173"/>
                <p:cNvGrpSpPr/>
                <p:nvPr/>
              </p:nvGrpSpPr>
              <p:grpSpPr>
                <a:xfrm>
                  <a:off x="10784825" y="5436314"/>
                  <a:ext cx="116414" cy="49961"/>
                  <a:chOff x="10784825" y="5436314"/>
                  <a:chExt cx="116414" cy="49961"/>
                </a:xfrm>
              </p:grpSpPr>
              <p:sp>
                <p:nvSpPr>
                  <p:cNvPr id="4985" name="Google Shape;4985;p173"/>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6" name="Google Shape;4986;p173"/>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987" name="Google Shape;4987;p173"/>
              <p:cNvGrpSpPr/>
              <p:nvPr/>
            </p:nvGrpSpPr>
            <p:grpSpPr>
              <a:xfrm>
                <a:off x="10519314" y="4813458"/>
                <a:ext cx="202120" cy="992123"/>
                <a:chOff x="10519314" y="4813458"/>
                <a:chExt cx="202120" cy="992123"/>
              </a:xfrm>
            </p:grpSpPr>
            <p:sp>
              <p:nvSpPr>
                <p:cNvPr id="4988" name="Google Shape;4988;p173"/>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9" name="Google Shape;4989;p173"/>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90" name="Google Shape;4990;p173"/>
                <p:cNvGrpSpPr/>
                <p:nvPr/>
              </p:nvGrpSpPr>
              <p:grpSpPr>
                <a:xfrm>
                  <a:off x="10556176" y="5465730"/>
                  <a:ext cx="128397" cy="44196"/>
                  <a:chOff x="10556176" y="5465730"/>
                  <a:chExt cx="128397" cy="44196"/>
                </a:xfrm>
              </p:grpSpPr>
              <p:sp>
                <p:nvSpPr>
                  <p:cNvPr id="4991" name="Google Shape;4991;p173"/>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2" name="Google Shape;4992;p173"/>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93" name="Google Shape;4993;p173"/>
                <p:cNvGrpSpPr/>
                <p:nvPr/>
              </p:nvGrpSpPr>
              <p:grpSpPr>
                <a:xfrm>
                  <a:off x="10556176" y="5689187"/>
                  <a:ext cx="128397" cy="44196"/>
                  <a:chOff x="10556176" y="5689187"/>
                  <a:chExt cx="128397" cy="44196"/>
                </a:xfrm>
              </p:grpSpPr>
              <p:sp>
                <p:nvSpPr>
                  <p:cNvPr id="4994" name="Google Shape;4994;p173"/>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5" name="Google Shape;4995;p173"/>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4996" name="Google Shape;4996;p173"/>
            <p:cNvGrpSpPr/>
            <p:nvPr/>
          </p:nvGrpSpPr>
          <p:grpSpPr>
            <a:xfrm>
              <a:off x="11058042" y="5088325"/>
              <a:ext cx="213052" cy="717953"/>
              <a:chOff x="11058042" y="5088325"/>
              <a:chExt cx="213052" cy="717953"/>
            </a:xfrm>
          </p:grpSpPr>
          <p:sp>
            <p:nvSpPr>
              <p:cNvPr id="4997" name="Google Shape;4997;p173"/>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8" name="Google Shape;4998;p173"/>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999" name="Google Shape;4999;p173"/>
          <p:cNvGrpSpPr/>
          <p:nvPr/>
        </p:nvGrpSpPr>
        <p:grpSpPr>
          <a:xfrm>
            <a:off x="135453" y="69369"/>
            <a:ext cx="426307" cy="643642"/>
            <a:chOff x="10572463" y="3528536"/>
            <a:chExt cx="580168" cy="875823"/>
          </a:xfrm>
        </p:grpSpPr>
        <p:grpSp>
          <p:nvGrpSpPr>
            <p:cNvPr id="5000" name="Google Shape;5000;p173"/>
            <p:cNvGrpSpPr/>
            <p:nvPr/>
          </p:nvGrpSpPr>
          <p:grpSpPr>
            <a:xfrm>
              <a:off x="10713815" y="3528536"/>
              <a:ext cx="438816" cy="746664"/>
              <a:chOff x="10713815" y="3528536"/>
              <a:chExt cx="438816" cy="746664"/>
            </a:xfrm>
          </p:grpSpPr>
          <p:sp>
            <p:nvSpPr>
              <p:cNvPr id="5001" name="Google Shape;5001;p173"/>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002" name="Google Shape;5002;p173"/>
              <p:cNvGrpSpPr/>
              <p:nvPr/>
            </p:nvGrpSpPr>
            <p:grpSpPr>
              <a:xfrm>
                <a:off x="10776489" y="3625310"/>
                <a:ext cx="313848" cy="288226"/>
                <a:chOff x="10776489" y="3625310"/>
                <a:chExt cx="313848" cy="288226"/>
              </a:xfrm>
            </p:grpSpPr>
            <p:sp>
              <p:nvSpPr>
                <p:cNvPr id="5003" name="Google Shape;5003;p173"/>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4" name="Google Shape;5004;p173"/>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5" name="Google Shape;5005;p173"/>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6" name="Google Shape;5006;p173"/>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7" name="Google Shape;5007;p173"/>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8" name="Google Shape;5008;p173"/>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009" name="Google Shape;5009;p173"/>
              <p:cNvGrpSpPr/>
              <p:nvPr/>
            </p:nvGrpSpPr>
            <p:grpSpPr>
              <a:xfrm>
                <a:off x="10776489" y="3999547"/>
                <a:ext cx="313848" cy="181546"/>
                <a:chOff x="10776489" y="3999547"/>
                <a:chExt cx="313848" cy="181546"/>
              </a:xfrm>
            </p:grpSpPr>
            <p:sp>
              <p:nvSpPr>
                <p:cNvPr id="5010" name="Google Shape;5010;p173"/>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1" name="Google Shape;5011;p173"/>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2" name="Google Shape;5012;p173"/>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3" name="Google Shape;5013;p173"/>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014" name="Google Shape;5014;p173"/>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015" name="Google Shape;5015;p173"/>
            <p:cNvGrpSpPr/>
            <p:nvPr/>
          </p:nvGrpSpPr>
          <p:grpSpPr>
            <a:xfrm>
              <a:off x="10572463" y="3657790"/>
              <a:ext cx="438817" cy="746569"/>
              <a:chOff x="10572463" y="3657790"/>
              <a:chExt cx="438817" cy="746569"/>
            </a:xfrm>
          </p:grpSpPr>
          <p:sp>
            <p:nvSpPr>
              <p:cNvPr id="5016" name="Google Shape;5016;p173"/>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017" name="Google Shape;5017;p173"/>
              <p:cNvGrpSpPr/>
              <p:nvPr/>
            </p:nvGrpSpPr>
            <p:grpSpPr>
              <a:xfrm>
                <a:off x="10635138" y="3754469"/>
                <a:ext cx="313848" cy="288321"/>
                <a:chOff x="10635138" y="3754469"/>
                <a:chExt cx="313848" cy="288321"/>
              </a:xfrm>
            </p:grpSpPr>
            <p:sp>
              <p:nvSpPr>
                <p:cNvPr id="5018" name="Google Shape;5018;p173"/>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9" name="Google Shape;5019;p173"/>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0" name="Google Shape;5020;p173"/>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1" name="Google Shape;5021;p173"/>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2" name="Google Shape;5022;p173"/>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3" name="Google Shape;5023;p173"/>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024" name="Google Shape;5024;p173"/>
              <p:cNvGrpSpPr/>
              <p:nvPr/>
            </p:nvGrpSpPr>
            <p:grpSpPr>
              <a:xfrm>
                <a:off x="10635138" y="4128801"/>
                <a:ext cx="313848" cy="181547"/>
                <a:chOff x="10635138" y="4128801"/>
                <a:chExt cx="313848" cy="181547"/>
              </a:xfrm>
            </p:grpSpPr>
            <p:sp>
              <p:nvSpPr>
                <p:cNvPr id="5025" name="Google Shape;5025;p173"/>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6" name="Google Shape;5026;p173"/>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7" name="Google Shape;5027;p173"/>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8" name="Google Shape;5028;p173"/>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029" name="Google Shape;5029;p173"/>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030" name="Google Shape;5030;p173"/>
          <p:cNvGrpSpPr/>
          <p:nvPr/>
        </p:nvGrpSpPr>
        <p:grpSpPr>
          <a:xfrm>
            <a:off x="309868" y="711612"/>
            <a:ext cx="18197" cy="243247"/>
            <a:chOff x="10809827" y="4402455"/>
            <a:chExt cx="24764" cy="330993"/>
          </a:xfrm>
        </p:grpSpPr>
        <p:sp>
          <p:nvSpPr>
            <p:cNvPr id="5031" name="Google Shape;5031;p173"/>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2" name="Google Shape;5032;p173"/>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3" name="Google Shape;5033;p173"/>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034" name="Google Shape;5034;p173"/>
          <p:cNvGrpSpPr/>
          <p:nvPr/>
        </p:nvGrpSpPr>
        <p:grpSpPr>
          <a:xfrm>
            <a:off x="8421644" y="1045085"/>
            <a:ext cx="396068" cy="717683"/>
            <a:chOff x="1945386" y="5582316"/>
            <a:chExt cx="470725" cy="852963"/>
          </a:xfrm>
        </p:grpSpPr>
        <p:grpSp>
          <p:nvGrpSpPr>
            <p:cNvPr id="5035" name="Google Shape;5035;p173"/>
            <p:cNvGrpSpPr/>
            <p:nvPr/>
          </p:nvGrpSpPr>
          <p:grpSpPr>
            <a:xfrm>
              <a:off x="1945386" y="5582316"/>
              <a:ext cx="470725" cy="852963"/>
              <a:chOff x="1945386" y="5582316"/>
              <a:chExt cx="470725" cy="852963"/>
            </a:xfrm>
          </p:grpSpPr>
          <p:sp>
            <p:nvSpPr>
              <p:cNvPr id="5036" name="Google Shape;5036;p173"/>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7" name="Google Shape;5037;p173"/>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038" name="Google Shape;5038;p173"/>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039" name="Google Shape;5039;p173"/>
          <p:cNvGrpSpPr/>
          <p:nvPr/>
        </p:nvGrpSpPr>
        <p:grpSpPr>
          <a:xfrm>
            <a:off x="8088695" y="57742"/>
            <a:ext cx="1061979" cy="558999"/>
            <a:chOff x="3859815" y="2867310"/>
            <a:chExt cx="1262157" cy="664368"/>
          </a:xfrm>
        </p:grpSpPr>
        <p:sp>
          <p:nvSpPr>
            <p:cNvPr id="5040" name="Google Shape;5040;p173"/>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041" name="Google Shape;5041;p173"/>
            <p:cNvGrpSpPr/>
            <p:nvPr/>
          </p:nvGrpSpPr>
          <p:grpSpPr>
            <a:xfrm>
              <a:off x="4275677" y="3065525"/>
              <a:ext cx="334517" cy="380047"/>
              <a:chOff x="4275677" y="3065525"/>
              <a:chExt cx="334517" cy="380047"/>
            </a:xfrm>
          </p:grpSpPr>
          <p:grpSp>
            <p:nvGrpSpPr>
              <p:cNvPr id="5042" name="Google Shape;5042;p173"/>
              <p:cNvGrpSpPr/>
              <p:nvPr/>
            </p:nvGrpSpPr>
            <p:grpSpPr>
              <a:xfrm>
                <a:off x="4275677" y="3065525"/>
                <a:ext cx="334517" cy="380047"/>
                <a:chOff x="4275677" y="3065525"/>
                <a:chExt cx="334517" cy="380047"/>
              </a:xfrm>
            </p:grpSpPr>
            <p:grpSp>
              <p:nvGrpSpPr>
                <p:cNvPr id="5043" name="Google Shape;5043;p173"/>
                <p:cNvGrpSpPr/>
                <p:nvPr/>
              </p:nvGrpSpPr>
              <p:grpSpPr>
                <a:xfrm>
                  <a:off x="4275677" y="3301269"/>
                  <a:ext cx="334422" cy="144303"/>
                  <a:chOff x="4275677" y="3301269"/>
                  <a:chExt cx="334422" cy="144303"/>
                </a:xfrm>
              </p:grpSpPr>
              <p:sp>
                <p:nvSpPr>
                  <p:cNvPr id="5044" name="Google Shape;5044;p173"/>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5" name="Google Shape;5045;p173"/>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046" name="Google Shape;5046;p173"/>
                <p:cNvGrpSpPr/>
                <p:nvPr/>
              </p:nvGrpSpPr>
              <p:grpSpPr>
                <a:xfrm>
                  <a:off x="4275677" y="3183350"/>
                  <a:ext cx="334422" cy="144302"/>
                  <a:chOff x="4275677" y="3183350"/>
                  <a:chExt cx="334422" cy="144302"/>
                </a:xfrm>
              </p:grpSpPr>
              <p:sp>
                <p:nvSpPr>
                  <p:cNvPr id="5047" name="Google Shape;5047;p173"/>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8" name="Google Shape;5048;p173"/>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049" name="Google Shape;5049;p173"/>
                <p:cNvGrpSpPr/>
                <p:nvPr/>
              </p:nvGrpSpPr>
              <p:grpSpPr>
                <a:xfrm>
                  <a:off x="4275677" y="3065525"/>
                  <a:ext cx="334517" cy="144303"/>
                  <a:chOff x="4275677" y="3065525"/>
                  <a:chExt cx="334517" cy="144303"/>
                </a:xfrm>
              </p:grpSpPr>
              <p:sp>
                <p:nvSpPr>
                  <p:cNvPr id="5050" name="Google Shape;5050;p173"/>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1" name="Google Shape;5051;p173"/>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5052" name="Google Shape;5052;p173"/>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3" name="Google Shape;5053;p173"/>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4" name="Google Shape;5054;p173"/>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055" name="Google Shape;5055;p173"/>
          <p:cNvGrpSpPr/>
          <p:nvPr/>
        </p:nvGrpSpPr>
        <p:grpSpPr>
          <a:xfrm>
            <a:off x="8582238" y="611818"/>
            <a:ext cx="33124" cy="442802"/>
            <a:chOff x="10809827" y="4402455"/>
            <a:chExt cx="24764" cy="330993"/>
          </a:xfrm>
        </p:grpSpPr>
        <p:sp>
          <p:nvSpPr>
            <p:cNvPr id="5056" name="Google Shape;5056;p173"/>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7" name="Google Shape;5057;p173"/>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8" name="Google Shape;5058;p173"/>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5059" name="Shape 5059"/>
        <p:cNvGrpSpPr/>
        <p:nvPr/>
      </p:nvGrpSpPr>
      <p:grpSpPr>
        <a:xfrm>
          <a:off x="0" y="0"/>
          <a:ext cx="0" cy="0"/>
          <a:chOff x="0" y="0"/>
          <a:chExt cx="0" cy="0"/>
        </a:xfrm>
      </p:grpSpPr>
      <p:sp>
        <p:nvSpPr>
          <p:cNvPr id="5060" name="Google Shape;5060;p17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061" name="Google Shape;5061;p174"/>
          <p:cNvSpPr txBox="1"/>
          <p:nvPr>
            <p:ph idx="1" type="subTitle"/>
          </p:nvPr>
        </p:nvSpPr>
        <p:spPr>
          <a:xfrm>
            <a:off x="1253225"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062" name="Google Shape;5062;p174"/>
          <p:cNvSpPr txBox="1"/>
          <p:nvPr>
            <p:ph idx="2" type="subTitle"/>
          </p:nvPr>
        </p:nvSpPr>
        <p:spPr>
          <a:xfrm>
            <a:off x="5079776"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063" name="Google Shape;5063;p174"/>
          <p:cNvSpPr txBox="1"/>
          <p:nvPr>
            <p:ph idx="3" type="subTitle"/>
          </p:nvPr>
        </p:nvSpPr>
        <p:spPr>
          <a:xfrm>
            <a:off x="1253225"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064" name="Google Shape;5064;p174"/>
          <p:cNvSpPr txBox="1"/>
          <p:nvPr>
            <p:ph idx="4" type="subTitle"/>
          </p:nvPr>
        </p:nvSpPr>
        <p:spPr>
          <a:xfrm>
            <a:off x="5079776"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065" name="Google Shape;5065;p174"/>
          <p:cNvSpPr txBox="1"/>
          <p:nvPr>
            <p:ph idx="5" type="subTitle"/>
          </p:nvPr>
        </p:nvSpPr>
        <p:spPr>
          <a:xfrm>
            <a:off x="1253225"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066" name="Google Shape;5066;p174"/>
          <p:cNvSpPr txBox="1"/>
          <p:nvPr>
            <p:ph idx="6" type="subTitle"/>
          </p:nvPr>
        </p:nvSpPr>
        <p:spPr>
          <a:xfrm>
            <a:off x="1253225"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067" name="Google Shape;5067;p174"/>
          <p:cNvSpPr txBox="1"/>
          <p:nvPr>
            <p:ph idx="7" type="subTitle"/>
          </p:nvPr>
        </p:nvSpPr>
        <p:spPr>
          <a:xfrm>
            <a:off x="5079750"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068" name="Google Shape;5068;p174"/>
          <p:cNvSpPr txBox="1"/>
          <p:nvPr>
            <p:ph idx="8" type="subTitle"/>
          </p:nvPr>
        </p:nvSpPr>
        <p:spPr>
          <a:xfrm>
            <a:off x="5079750"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069" name="Google Shape;5069;p174"/>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74"/>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1" name="Google Shape;5071;p174"/>
          <p:cNvGrpSpPr/>
          <p:nvPr/>
        </p:nvGrpSpPr>
        <p:grpSpPr>
          <a:xfrm>
            <a:off x="65066" y="4373044"/>
            <a:ext cx="878158" cy="654532"/>
            <a:chOff x="1114425" y="4361211"/>
            <a:chExt cx="573023" cy="427101"/>
          </a:xfrm>
        </p:grpSpPr>
        <p:grpSp>
          <p:nvGrpSpPr>
            <p:cNvPr id="5072" name="Google Shape;5072;p174"/>
            <p:cNvGrpSpPr/>
            <p:nvPr/>
          </p:nvGrpSpPr>
          <p:grpSpPr>
            <a:xfrm>
              <a:off x="1114425" y="4361211"/>
              <a:ext cx="573023" cy="427101"/>
              <a:chOff x="1114425" y="4361211"/>
              <a:chExt cx="573023" cy="427101"/>
            </a:xfrm>
          </p:grpSpPr>
          <p:sp>
            <p:nvSpPr>
              <p:cNvPr id="5073" name="Google Shape;5073;p174"/>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74" name="Google Shape;5074;p174"/>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75" name="Google Shape;5075;p174"/>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076" name="Google Shape;5076;p174"/>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077" name="Google Shape;5077;p174"/>
          <p:cNvGrpSpPr/>
          <p:nvPr/>
        </p:nvGrpSpPr>
        <p:grpSpPr>
          <a:xfrm>
            <a:off x="8114970" y="266839"/>
            <a:ext cx="829992" cy="750888"/>
            <a:chOff x="8114596" y="445039"/>
            <a:chExt cx="633002" cy="572716"/>
          </a:xfrm>
        </p:grpSpPr>
        <p:grpSp>
          <p:nvGrpSpPr>
            <p:cNvPr id="5078" name="Google Shape;5078;p174"/>
            <p:cNvGrpSpPr/>
            <p:nvPr/>
          </p:nvGrpSpPr>
          <p:grpSpPr>
            <a:xfrm>
              <a:off x="8114596" y="445039"/>
              <a:ext cx="633002" cy="572716"/>
              <a:chOff x="7189660" y="520827"/>
              <a:chExt cx="598074" cy="541115"/>
            </a:xfrm>
          </p:grpSpPr>
          <p:sp>
            <p:nvSpPr>
              <p:cNvPr id="5079" name="Google Shape;5079;p174"/>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080" name="Google Shape;5080;p174"/>
              <p:cNvGrpSpPr/>
              <p:nvPr/>
            </p:nvGrpSpPr>
            <p:grpSpPr>
              <a:xfrm>
                <a:off x="7579137" y="551973"/>
                <a:ext cx="164782" cy="41529"/>
                <a:chOff x="7579137" y="551973"/>
                <a:chExt cx="164782" cy="41529"/>
              </a:xfrm>
            </p:grpSpPr>
            <p:sp>
              <p:nvSpPr>
                <p:cNvPr id="5081" name="Google Shape;5081;p174"/>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82" name="Google Shape;5082;p174"/>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83" name="Google Shape;5083;p174"/>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084" name="Google Shape;5084;p174"/>
            <p:cNvGrpSpPr/>
            <p:nvPr/>
          </p:nvGrpSpPr>
          <p:grpSpPr>
            <a:xfrm>
              <a:off x="8184962" y="619646"/>
              <a:ext cx="498115" cy="257273"/>
              <a:chOff x="7256144" y="685800"/>
              <a:chExt cx="470630" cy="243077"/>
            </a:xfrm>
          </p:grpSpPr>
          <p:sp>
            <p:nvSpPr>
              <p:cNvPr id="5085" name="Google Shape;5085;p174"/>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086" name="Google Shape;5086;p174"/>
              <p:cNvGrpSpPr/>
              <p:nvPr/>
            </p:nvGrpSpPr>
            <p:grpSpPr>
              <a:xfrm>
                <a:off x="7512843" y="685800"/>
                <a:ext cx="213931" cy="243077"/>
                <a:chOff x="7512843" y="685800"/>
                <a:chExt cx="213931" cy="243077"/>
              </a:xfrm>
            </p:grpSpPr>
            <p:grpSp>
              <p:nvGrpSpPr>
                <p:cNvPr id="5087" name="Google Shape;5087;p174"/>
                <p:cNvGrpSpPr/>
                <p:nvPr/>
              </p:nvGrpSpPr>
              <p:grpSpPr>
                <a:xfrm>
                  <a:off x="7512843" y="836580"/>
                  <a:ext cx="213931" cy="92297"/>
                  <a:chOff x="7512843" y="836580"/>
                  <a:chExt cx="213931" cy="92297"/>
                </a:xfrm>
              </p:grpSpPr>
              <p:sp>
                <p:nvSpPr>
                  <p:cNvPr id="5088" name="Google Shape;5088;p174"/>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89" name="Google Shape;5089;p174"/>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090" name="Google Shape;5090;p174"/>
                <p:cNvGrpSpPr/>
                <p:nvPr/>
              </p:nvGrpSpPr>
              <p:grpSpPr>
                <a:xfrm>
                  <a:off x="7512843" y="761238"/>
                  <a:ext cx="213931" cy="92296"/>
                  <a:chOff x="7512843" y="761238"/>
                  <a:chExt cx="213931" cy="92296"/>
                </a:xfrm>
              </p:grpSpPr>
              <p:sp>
                <p:nvSpPr>
                  <p:cNvPr id="5091" name="Google Shape;5091;p174"/>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2" name="Google Shape;5092;p174"/>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093" name="Google Shape;5093;p174"/>
                <p:cNvGrpSpPr/>
                <p:nvPr/>
              </p:nvGrpSpPr>
              <p:grpSpPr>
                <a:xfrm>
                  <a:off x="7512843" y="685800"/>
                  <a:ext cx="213931" cy="92297"/>
                  <a:chOff x="7512843" y="685800"/>
                  <a:chExt cx="213931" cy="92297"/>
                </a:xfrm>
              </p:grpSpPr>
              <p:sp>
                <p:nvSpPr>
                  <p:cNvPr id="5094" name="Google Shape;5094;p174"/>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5" name="Google Shape;5095;p174"/>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5096" name="Shape 5096"/>
        <p:cNvGrpSpPr/>
        <p:nvPr/>
      </p:nvGrpSpPr>
      <p:grpSpPr>
        <a:xfrm>
          <a:off x="0" y="0"/>
          <a:ext cx="0" cy="0"/>
          <a:chOff x="0" y="0"/>
          <a:chExt cx="0" cy="0"/>
        </a:xfrm>
      </p:grpSpPr>
      <p:sp>
        <p:nvSpPr>
          <p:cNvPr id="5097" name="Google Shape;5097;p17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098" name="Google Shape;5098;p175"/>
          <p:cNvSpPr txBox="1"/>
          <p:nvPr>
            <p:ph idx="1" type="subTitle"/>
          </p:nvPr>
        </p:nvSpPr>
        <p:spPr>
          <a:xfrm>
            <a:off x="723900" y="171015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099" name="Google Shape;5099;p175"/>
          <p:cNvSpPr txBox="1"/>
          <p:nvPr>
            <p:ph idx="2" type="subTitle"/>
          </p:nvPr>
        </p:nvSpPr>
        <p:spPr>
          <a:xfrm>
            <a:off x="3577144"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100" name="Google Shape;5100;p175"/>
          <p:cNvSpPr txBox="1"/>
          <p:nvPr>
            <p:ph idx="3" type="subTitle"/>
          </p:nvPr>
        </p:nvSpPr>
        <p:spPr>
          <a:xfrm>
            <a:off x="723900"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101" name="Google Shape;5101;p175"/>
          <p:cNvSpPr txBox="1"/>
          <p:nvPr>
            <p:ph idx="4" type="subTitle"/>
          </p:nvPr>
        </p:nvSpPr>
        <p:spPr>
          <a:xfrm>
            <a:off x="3577144"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102" name="Google Shape;5102;p175"/>
          <p:cNvSpPr txBox="1"/>
          <p:nvPr>
            <p:ph idx="5" type="subTitle"/>
          </p:nvPr>
        </p:nvSpPr>
        <p:spPr>
          <a:xfrm>
            <a:off x="6430388"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103" name="Google Shape;5103;p175"/>
          <p:cNvSpPr txBox="1"/>
          <p:nvPr>
            <p:ph idx="6" type="subTitle"/>
          </p:nvPr>
        </p:nvSpPr>
        <p:spPr>
          <a:xfrm>
            <a:off x="6430388"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104" name="Google Shape;5104;p175"/>
          <p:cNvSpPr txBox="1"/>
          <p:nvPr>
            <p:ph idx="7" type="subTitle"/>
          </p:nvPr>
        </p:nvSpPr>
        <p:spPr>
          <a:xfrm>
            <a:off x="731700" y="1060275"/>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105" name="Google Shape;5105;p175"/>
          <p:cNvSpPr txBox="1"/>
          <p:nvPr>
            <p:ph idx="8" type="subTitle"/>
          </p:nvPr>
        </p:nvSpPr>
        <p:spPr>
          <a:xfrm>
            <a:off x="3582994"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106" name="Google Shape;5106;p175"/>
          <p:cNvSpPr txBox="1"/>
          <p:nvPr>
            <p:ph idx="9" type="subTitle"/>
          </p:nvPr>
        </p:nvSpPr>
        <p:spPr>
          <a:xfrm>
            <a:off x="6434288"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107" name="Google Shape;5107;p175"/>
          <p:cNvSpPr txBox="1"/>
          <p:nvPr>
            <p:ph idx="13" type="subTitle"/>
          </p:nvPr>
        </p:nvSpPr>
        <p:spPr>
          <a:xfrm>
            <a:off x="723900" y="2845800"/>
            <a:ext cx="19860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108" name="Google Shape;5108;p175"/>
          <p:cNvSpPr txBox="1"/>
          <p:nvPr>
            <p:ph idx="14" type="subTitle"/>
          </p:nvPr>
        </p:nvSpPr>
        <p:spPr>
          <a:xfrm>
            <a:off x="3582995"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109" name="Google Shape;5109;p175"/>
          <p:cNvSpPr txBox="1"/>
          <p:nvPr>
            <p:ph idx="15" type="subTitle"/>
          </p:nvPr>
        </p:nvSpPr>
        <p:spPr>
          <a:xfrm>
            <a:off x="6434290"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110" name="Google Shape;5110;p175"/>
          <p:cNvSpPr/>
          <p:nvPr/>
        </p:nvSpPr>
        <p:spPr>
          <a:xfrm flipH="1" rot="-3263452">
            <a:off x="7372110" y="40383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75"/>
          <p:cNvSpPr/>
          <p:nvPr/>
        </p:nvSpPr>
        <p:spPr>
          <a:xfrm flipH="1" rot="531647">
            <a:off x="-1621232" y="4095570"/>
            <a:ext cx="2581069" cy="208704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75"/>
          <p:cNvSpPr/>
          <p:nvPr/>
        </p:nvSpPr>
        <p:spPr>
          <a:xfrm flipH="1" rot="460658">
            <a:off x="7344116" y="-1448948"/>
            <a:ext cx="3053845" cy="246933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13" name="Google Shape;5113;p175"/>
          <p:cNvGrpSpPr/>
          <p:nvPr/>
        </p:nvGrpSpPr>
        <p:grpSpPr>
          <a:xfrm>
            <a:off x="7931872" y="177093"/>
            <a:ext cx="997823" cy="737095"/>
            <a:chOff x="7931872" y="177093"/>
            <a:chExt cx="997823" cy="737095"/>
          </a:xfrm>
        </p:grpSpPr>
        <p:grpSp>
          <p:nvGrpSpPr>
            <p:cNvPr id="5114" name="Google Shape;5114;p175"/>
            <p:cNvGrpSpPr/>
            <p:nvPr/>
          </p:nvGrpSpPr>
          <p:grpSpPr>
            <a:xfrm>
              <a:off x="7931872" y="177093"/>
              <a:ext cx="919725" cy="318025"/>
              <a:chOff x="7230903" y="4635722"/>
              <a:chExt cx="652843" cy="225742"/>
            </a:xfrm>
          </p:grpSpPr>
          <p:sp>
            <p:nvSpPr>
              <p:cNvPr id="5115" name="Google Shape;5115;p175"/>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16" name="Google Shape;5116;p175"/>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117" name="Google Shape;5117;p175"/>
              <p:cNvGrpSpPr/>
              <p:nvPr/>
            </p:nvGrpSpPr>
            <p:grpSpPr>
              <a:xfrm>
                <a:off x="7487126" y="4676394"/>
                <a:ext cx="332041" cy="142684"/>
                <a:chOff x="7487126" y="4676394"/>
                <a:chExt cx="332041" cy="142684"/>
              </a:xfrm>
            </p:grpSpPr>
            <p:sp>
              <p:nvSpPr>
                <p:cNvPr id="5118" name="Google Shape;5118;p175"/>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19" name="Google Shape;5119;p175"/>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20" name="Google Shape;5120;p175"/>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21" name="Google Shape;5121;p175"/>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122" name="Google Shape;5122;p175"/>
            <p:cNvGrpSpPr/>
            <p:nvPr/>
          </p:nvGrpSpPr>
          <p:grpSpPr>
            <a:xfrm>
              <a:off x="7931872" y="596163"/>
              <a:ext cx="919725" cy="318025"/>
              <a:chOff x="7230903" y="4933188"/>
              <a:chExt cx="652843" cy="225742"/>
            </a:xfrm>
          </p:grpSpPr>
          <p:grpSp>
            <p:nvGrpSpPr>
              <p:cNvPr id="5123" name="Google Shape;5123;p175"/>
              <p:cNvGrpSpPr/>
              <p:nvPr/>
            </p:nvGrpSpPr>
            <p:grpSpPr>
              <a:xfrm>
                <a:off x="7230903" y="4933188"/>
                <a:ext cx="652843" cy="225742"/>
                <a:chOff x="7230903" y="4933188"/>
                <a:chExt cx="652843" cy="225742"/>
              </a:xfrm>
            </p:grpSpPr>
            <p:sp>
              <p:nvSpPr>
                <p:cNvPr id="5124" name="Google Shape;5124;p175"/>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25" name="Google Shape;5125;p175"/>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126" name="Google Shape;5126;p175"/>
                <p:cNvGrpSpPr/>
                <p:nvPr/>
              </p:nvGrpSpPr>
              <p:grpSpPr>
                <a:xfrm>
                  <a:off x="7487126" y="4973859"/>
                  <a:ext cx="332041" cy="142684"/>
                  <a:chOff x="7487126" y="4973859"/>
                  <a:chExt cx="332041" cy="142684"/>
                </a:xfrm>
              </p:grpSpPr>
              <p:sp>
                <p:nvSpPr>
                  <p:cNvPr id="5127" name="Google Shape;5127;p175"/>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28" name="Google Shape;5128;p175"/>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29" name="Google Shape;5129;p175"/>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30" name="Google Shape;5130;p175"/>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5131" name="Google Shape;5131;p175"/>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132" name="Google Shape;5132;p175"/>
            <p:cNvGrpSpPr/>
            <p:nvPr/>
          </p:nvGrpSpPr>
          <p:grpSpPr>
            <a:xfrm>
              <a:off x="8756326" y="539537"/>
              <a:ext cx="173370" cy="112691"/>
              <a:chOff x="7816120" y="4892994"/>
              <a:chExt cx="123062" cy="79991"/>
            </a:xfrm>
          </p:grpSpPr>
          <p:grpSp>
            <p:nvGrpSpPr>
              <p:cNvPr id="5133" name="Google Shape;5133;p175"/>
              <p:cNvGrpSpPr/>
              <p:nvPr/>
            </p:nvGrpSpPr>
            <p:grpSpPr>
              <a:xfrm>
                <a:off x="7816120" y="4902803"/>
                <a:ext cx="123062" cy="63817"/>
                <a:chOff x="7816120" y="4902803"/>
                <a:chExt cx="123062" cy="63817"/>
              </a:xfrm>
            </p:grpSpPr>
            <p:sp>
              <p:nvSpPr>
                <p:cNvPr id="5134" name="Google Shape;5134;p175"/>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35" name="Google Shape;5135;p175"/>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136" name="Google Shape;5136;p175"/>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5137" name="Shape 5137"/>
        <p:cNvGrpSpPr/>
        <p:nvPr/>
      </p:nvGrpSpPr>
      <p:grpSpPr>
        <a:xfrm>
          <a:off x="0" y="0"/>
          <a:ext cx="0" cy="0"/>
          <a:chOff x="0" y="0"/>
          <a:chExt cx="0" cy="0"/>
        </a:xfrm>
      </p:grpSpPr>
      <p:sp>
        <p:nvSpPr>
          <p:cNvPr id="5138" name="Google Shape;5138;p176"/>
          <p:cNvSpPr txBox="1"/>
          <p:nvPr>
            <p:ph hasCustomPrompt="1" type="title"/>
          </p:nvPr>
        </p:nvSpPr>
        <p:spPr>
          <a:xfrm>
            <a:off x="798388"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5139" name="Google Shape;5139;p176"/>
          <p:cNvSpPr txBox="1"/>
          <p:nvPr>
            <p:ph idx="1" type="subTitle"/>
          </p:nvPr>
        </p:nvSpPr>
        <p:spPr>
          <a:xfrm>
            <a:off x="798388"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5140" name="Google Shape;5140;p176"/>
          <p:cNvSpPr txBox="1"/>
          <p:nvPr>
            <p:ph hasCustomPrompt="1" idx="2" type="title"/>
          </p:nvPr>
        </p:nvSpPr>
        <p:spPr>
          <a:xfrm>
            <a:off x="2825700" y="1029535"/>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5141" name="Google Shape;5141;p176"/>
          <p:cNvSpPr txBox="1"/>
          <p:nvPr>
            <p:ph idx="3" type="subTitle"/>
          </p:nvPr>
        </p:nvSpPr>
        <p:spPr>
          <a:xfrm>
            <a:off x="2825700" y="1804473"/>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5142" name="Google Shape;5142;p176"/>
          <p:cNvSpPr txBox="1"/>
          <p:nvPr>
            <p:ph hasCustomPrompt="1" idx="4" type="title"/>
          </p:nvPr>
        </p:nvSpPr>
        <p:spPr>
          <a:xfrm>
            <a:off x="4853013"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5143" name="Google Shape;5143;p176"/>
          <p:cNvSpPr txBox="1"/>
          <p:nvPr>
            <p:ph idx="5" type="subTitle"/>
          </p:nvPr>
        </p:nvSpPr>
        <p:spPr>
          <a:xfrm>
            <a:off x="4853013"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5144" name="Google Shape;5144;p176"/>
          <p:cNvSpPr/>
          <p:nvPr/>
        </p:nvSpPr>
        <p:spPr>
          <a:xfrm rot="-5710536">
            <a:off x="-1869285" y="3438573"/>
            <a:ext cx="3168438" cy="23079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176"/>
          <p:cNvSpPr/>
          <p:nvPr/>
        </p:nvSpPr>
        <p:spPr>
          <a:xfrm rot="-294905">
            <a:off x="7350387" y="3903245"/>
            <a:ext cx="3168449" cy="256199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5146" name="Shape 5146"/>
        <p:cNvGrpSpPr/>
        <p:nvPr/>
      </p:nvGrpSpPr>
      <p:grpSpPr>
        <a:xfrm>
          <a:off x="0" y="0"/>
          <a:ext cx="0" cy="0"/>
          <a:chOff x="0" y="0"/>
          <a:chExt cx="0" cy="0"/>
        </a:xfrm>
      </p:grpSpPr>
      <p:sp>
        <p:nvSpPr>
          <p:cNvPr id="5147" name="Google Shape;5147;p17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148" name="Google Shape;5148;p177"/>
          <p:cNvSpPr/>
          <p:nvPr/>
        </p:nvSpPr>
        <p:spPr>
          <a:xfrm flipH="1" rot="337739">
            <a:off x="8212271" y="3187242"/>
            <a:ext cx="3158465" cy="3518480"/>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9" name="Google Shape;5149;p177"/>
          <p:cNvGrpSpPr/>
          <p:nvPr/>
        </p:nvGrpSpPr>
        <p:grpSpPr>
          <a:xfrm>
            <a:off x="90200" y="4214393"/>
            <a:ext cx="516117" cy="779220"/>
            <a:chOff x="10572463" y="3528536"/>
            <a:chExt cx="580168" cy="875823"/>
          </a:xfrm>
        </p:grpSpPr>
        <p:grpSp>
          <p:nvGrpSpPr>
            <p:cNvPr id="5150" name="Google Shape;5150;p177"/>
            <p:cNvGrpSpPr/>
            <p:nvPr/>
          </p:nvGrpSpPr>
          <p:grpSpPr>
            <a:xfrm>
              <a:off x="10713815" y="3528536"/>
              <a:ext cx="438816" cy="746664"/>
              <a:chOff x="10713815" y="3528536"/>
              <a:chExt cx="438816" cy="746664"/>
            </a:xfrm>
          </p:grpSpPr>
          <p:sp>
            <p:nvSpPr>
              <p:cNvPr id="5151" name="Google Shape;5151;p177"/>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152" name="Google Shape;5152;p177"/>
              <p:cNvGrpSpPr/>
              <p:nvPr/>
            </p:nvGrpSpPr>
            <p:grpSpPr>
              <a:xfrm>
                <a:off x="10776489" y="3625310"/>
                <a:ext cx="313848" cy="288226"/>
                <a:chOff x="10776489" y="3625310"/>
                <a:chExt cx="313848" cy="288226"/>
              </a:xfrm>
            </p:grpSpPr>
            <p:sp>
              <p:nvSpPr>
                <p:cNvPr id="5153" name="Google Shape;5153;p177"/>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4" name="Google Shape;5154;p177"/>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5" name="Google Shape;5155;p177"/>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6" name="Google Shape;5156;p177"/>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7" name="Google Shape;5157;p177"/>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8" name="Google Shape;5158;p177"/>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159" name="Google Shape;5159;p177"/>
              <p:cNvGrpSpPr/>
              <p:nvPr/>
            </p:nvGrpSpPr>
            <p:grpSpPr>
              <a:xfrm>
                <a:off x="10776489" y="3999547"/>
                <a:ext cx="313848" cy="181546"/>
                <a:chOff x="10776489" y="3999547"/>
                <a:chExt cx="313848" cy="181546"/>
              </a:xfrm>
            </p:grpSpPr>
            <p:sp>
              <p:nvSpPr>
                <p:cNvPr id="5160" name="Google Shape;5160;p177"/>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1" name="Google Shape;5161;p177"/>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2" name="Google Shape;5162;p177"/>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3" name="Google Shape;5163;p177"/>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164" name="Google Shape;5164;p177"/>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165" name="Google Shape;5165;p177"/>
            <p:cNvGrpSpPr/>
            <p:nvPr/>
          </p:nvGrpSpPr>
          <p:grpSpPr>
            <a:xfrm>
              <a:off x="10572463" y="3657790"/>
              <a:ext cx="438817" cy="746569"/>
              <a:chOff x="10572463" y="3657790"/>
              <a:chExt cx="438817" cy="746569"/>
            </a:xfrm>
          </p:grpSpPr>
          <p:sp>
            <p:nvSpPr>
              <p:cNvPr id="5166" name="Google Shape;5166;p177"/>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167" name="Google Shape;5167;p177"/>
              <p:cNvGrpSpPr/>
              <p:nvPr/>
            </p:nvGrpSpPr>
            <p:grpSpPr>
              <a:xfrm>
                <a:off x="10635138" y="3754469"/>
                <a:ext cx="313848" cy="288321"/>
                <a:chOff x="10635138" y="3754469"/>
                <a:chExt cx="313848" cy="288321"/>
              </a:xfrm>
            </p:grpSpPr>
            <p:sp>
              <p:nvSpPr>
                <p:cNvPr id="5168" name="Google Shape;5168;p177"/>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9" name="Google Shape;5169;p177"/>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0" name="Google Shape;5170;p177"/>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1" name="Google Shape;5171;p177"/>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2" name="Google Shape;5172;p177"/>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3" name="Google Shape;5173;p177"/>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174" name="Google Shape;5174;p177"/>
              <p:cNvGrpSpPr/>
              <p:nvPr/>
            </p:nvGrpSpPr>
            <p:grpSpPr>
              <a:xfrm>
                <a:off x="10635138" y="4128801"/>
                <a:ext cx="313848" cy="181547"/>
                <a:chOff x="10635138" y="4128801"/>
                <a:chExt cx="313848" cy="181547"/>
              </a:xfrm>
            </p:grpSpPr>
            <p:sp>
              <p:nvSpPr>
                <p:cNvPr id="5175" name="Google Shape;5175;p177"/>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6" name="Google Shape;5176;p177"/>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7" name="Google Shape;5177;p177"/>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8" name="Google Shape;5178;p177"/>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179" name="Google Shape;5179;p177"/>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5180" name="Google Shape;5180;p177"/>
          <p:cNvSpPr/>
          <p:nvPr/>
        </p:nvSpPr>
        <p:spPr>
          <a:xfrm flipH="1" rot="-3657034">
            <a:off x="-1404232" y="-737971"/>
            <a:ext cx="2746020" cy="16278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1" name="Google Shape;5181;p177"/>
          <p:cNvGrpSpPr/>
          <p:nvPr/>
        </p:nvGrpSpPr>
        <p:grpSpPr>
          <a:xfrm>
            <a:off x="8114970" y="266839"/>
            <a:ext cx="829992" cy="750888"/>
            <a:chOff x="8114596" y="445039"/>
            <a:chExt cx="633002" cy="572716"/>
          </a:xfrm>
        </p:grpSpPr>
        <p:grpSp>
          <p:nvGrpSpPr>
            <p:cNvPr id="5182" name="Google Shape;5182;p177"/>
            <p:cNvGrpSpPr/>
            <p:nvPr/>
          </p:nvGrpSpPr>
          <p:grpSpPr>
            <a:xfrm>
              <a:off x="8114596" y="445039"/>
              <a:ext cx="633002" cy="572716"/>
              <a:chOff x="7189660" y="520827"/>
              <a:chExt cx="598074" cy="541115"/>
            </a:xfrm>
          </p:grpSpPr>
          <p:sp>
            <p:nvSpPr>
              <p:cNvPr id="5183" name="Google Shape;5183;p177"/>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184" name="Google Shape;5184;p177"/>
              <p:cNvGrpSpPr/>
              <p:nvPr/>
            </p:nvGrpSpPr>
            <p:grpSpPr>
              <a:xfrm>
                <a:off x="7579137" y="551973"/>
                <a:ext cx="164782" cy="41529"/>
                <a:chOff x="7579137" y="551973"/>
                <a:chExt cx="164782" cy="41529"/>
              </a:xfrm>
            </p:grpSpPr>
            <p:sp>
              <p:nvSpPr>
                <p:cNvPr id="5185" name="Google Shape;5185;p177"/>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86" name="Google Shape;5186;p177"/>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87" name="Google Shape;5187;p177"/>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188" name="Google Shape;5188;p177"/>
            <p:cNvGrpSpPr/>
            <p:nvPr/>
          </p:nvGrpSpPr>
          <p:grpSpPr>
            <a:xfrm>
              <a:off x="8184962" y="619646"/>
              <a:ext cx="498115" cy="257273"/>
              <a:chOff x="7256144" y="685800"/>
              <a:chExt cx="470630" cy="243077"/>
            </a:xfrm>
          </p:grpSpPr>
          <p:sp>
            <p:nvSpPr>
              <p:cNvPr id="5189" name="Google Shape;5189;p177"/>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190" name="Google Shape;5190;p177"/>
              <p:cNvGrpSpPr/>
              <p:nvPr/>
            </p:nvGrpSpPr>
            <p:grpSpPr>
              <a:xfrm>
                <a:off x="7512843" y="685800"/>
                <a:ext cx="213931" cy="243077"/>
                <a:chOff x="7512843" y="685800"/>
                <a:chExt cx="213931" cy="243077"/>
              </a:xfrm>
            </p:grpSpPr>
            <p:grpSp>
              <p:nvGrpSpPr>
                <p:cNvPr id="5191" name="Google Shape;5191;p177"/>
                <p:cNvGrpSpPr/>
                <p:nvPr/>
              </p:nvGrpSpPr>
              <p:grpSpPr>
                <a:xfrm>
                  <a:off x="7512843" y="836580"/>
                  <a:ext cx="213931" cy="92297"/>
                  <a:chOff x="7512843" y="836580"/>
                  <a:chExt cx="213931" cy="92297"/>
                </a:xfrm>
              </p:grpSpPr>
              <p:sp>
                <p:nvSpPr>
                  <p:cNvPr id="5192" name="Google Shape;5192;p177"/>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93" name="Google Shape;5193;p177"/>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194" name="Google Shape;5194;p177"/>
                <p:cNvGrpSpPr/>
                <p:nvPr/>
              </p:nvGrpSpPr>
              <p:grpSpPr>
                <a:xfrm>
                  <a:off x="7512843" y="761238"/>
                  <a:ext cx="213931" cy="92296"/>
                  <a:chOff x="7512843" y="761238"/>
                  <a:chExt cx="213931" cy="92296"/>
                </a:xfrm>
              </p:grpSpPr>
              <p:sp>
                <p:nvSpPr>
                  <p:cNvPr id="5195" name="Google Shape;5195;p177"/>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96" name="Google Shape;5196;p177"/>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197" name="Google Shape;5197;p177"/>
                <p:cNvGrpSpPr/>
                <p:nvPr/>
              </p:nvGrpSpPr>
              <p:grpSpPr>
                <a:xfrm>
                  <a:off x="7512843" y="685800"/>
                  <a:ext cx="213931" cy="92297"/>
                  <a:chOff x="7512843" y="685800"/>
                  <a:chExt cx="213931" cy="92297"/>
                </a:xfrm>
              </p:grpSpPr>
              <p:sp>
                <p:nvSpPr>
                  <p:cNvPr id="5198" name="Google Shape;5198;p177"/>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99" name="Google Shape;5199;p177"/>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5200" name="Shape 5200"/>
        <p:cNvGrpSpPr/>
        <p:nvPr/>
      </p:nvGrpSpPr>
      <p:grpSpPr>
        <a:xfrm>
          <a:off x="0" y="0"/>
          <a:ext cx="0" cy="0"/>
          <a:chOff x="0" y="0"/>
          <a:chExt cx="0" cy="0"/>
        </a:xfrm>
      </p:grpSpPr>
      <p:sp>
        <p:nvSpPr>
          <p:cNvPr id="5201" name="Google Shape;5201;p178"/>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7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5203" name="Google Shape;5203;p178"/>
          <p:cNvGrpSpPr/>
          <p:nvPr/>
        </p:nvGrpSpPr>
        <p:grpSpPr>
          <a:xfrm flipH="1">
            <a:off x="683048" y="4696520"/>
            <a:ext cx="325927" cy="404808"/>
            <a:chOff x="7385113" y="1535430"/>
            <a:chExt cx="435673" cy="541115"/>
          </a:xfrm>
        </p:grpSpPr>
        <p:sp>
          <p:nvSpPr>
            <p:cNvPr id="5204" name="Google Shape;5204;p178"/>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205" name="Google Shape;5205;p178"/>
            <p:cNvGrpSpPr/>
            <p:nvPr/>
          </p:nvGrpSpPr>
          <p:grpSpPr>
            <a:xfrm>
              <a:off x="7612094" y="1566576"/>
              <a:ext cx="164781" cy="41529"/>
              <a:chOff x="7612094" y="1566576"/>
              <a:chExt cx="164781" cy="41529"/>
            </a:xfrm>
          </p:grpSpPr>
          <p:sp>
            <p:nvSpPr>
              <p:cNvPr id="5206" name="Google Shape;5206;p178"/>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07" name="Google Shape;5207;p178"/>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08" name="Google Shape;5208;p178"/>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209" name="Google Shape;5209;p178"/>
          <p:cNvGrpSpPr/>
          <p:nvPr/>
        </p:nvGrpSpPr>
        <p:grpSpPr>
          <a:xfrm flipH="1">
            <a:off x="713902" y="4774546"/>
            <a:ext cx="268636" cy="280965"/>
            <a:chOff x="7420451" y="1639728"/>
            <a:chExt cx="359091" cy="375571"/>
          </a:xfrm>
        </p:grpSpPr>
        <p:sp>
          <p:nvSpPr>
            <p:cNvPr id="5210" name="Google Shape;5210;p178"/>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11" name="Google Shape;5211;p178"/>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12" name="Google Shape;5212;p178"/>
          <p:cNvGrpSpPr/>
          <p:nvPr/>
        </p:nvGrpSpPr>
        <p:grpSpPr>
          <a:xfrm flipH="1">
            <a:off x="96200" y="4469347"/>
            <a:ext cx="355444" cy="644072"/>
            <a:chOff x="1945386" y="5582316"/>
            <a:chExt cx="470725" cy="852963"/>
          </a:xfrm>
        </p:grpSpPr>
        <p:grpSp>
          <p:nvGrpSpPr>
            <p:cNvPr id="5213" name="Google Shape;5213;p178"/>
            <p:cNvGrpSpPr/>
            <p:nvPr/>
          </p:nvGrpSpPr>
          <p:grpSpPr>
            <a:xfrm>
              <a:off x="1945386" y="5582316"/>
              <a:ext cx="470725" cy="852963"/>
              <a:chOff x="1945386" y="5582316"/>
              <a:chExt cx="470725" cy="852963"/>
            </a:xfrm>
          </p:grpSpPr>
          <p:sp>
            <p:nvSpPr>
              <p:cNvPr id="5214" name="Google Shape;5214;p178"/>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15" name="Google Shape;5215;p178"/>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216" name="Google Shape;5216;p178"/>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17" name="Google Shape;5217;p178"/>
          <p:cNvGrpSpPr/>
          <p:nvPr/>
        </p:nvGrpSpPr>
        <p:grpSpPr>
          <a:xfrm>
            <a:off x="7975988" y="116167"/>
            <a:ext cx="1061979" cy="558999"/>
            <a:chOff x="3859815" y="2867310"/>
            <a:chExt cx="1262157" cy="664368"/>
          </a:xfrm>
        </p:grpSpPr>
        <p:sp>
          <p:nvSpPr>
            <p:cNvPr id="5218" name="Google Shape;5218;p178"/>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219" name="Google Shape;5219;p178"/>
            <p:cNvGrpSpPr/>
            <p:nvPr/>
          </p:nvGrpSpPr>
          <p:grpSpPr>
            <a:xfrm>
              <a:off x="4275677" y="3065525"/>
              <a:ext cx="334517" cy="380047"/>
              <a:chOff x="4275677" y="3065525"/>
              <a:chExt cx="334517" cy="380047"/>
            </a:xfrm>
          </p:grpSpPr>
          <p:grpSp>
            <p:nvGrpSpPr>
              <p:cNvPr id="5220" name="Google Shape;5220;p178"/>
              <p:cNvGrpSpPr/>
              <p:nvPr/>
            </p:nvGrpSpPr>
            <p:grpSpPr>
              <a:xfrm>
                <a:off x="4275677" y="3065525"/>
                <a:ext cx="334517" cy="380047"/>
                <a:chOff x="4275677" y="3065525"/>
                <a:chExt cx="334517" cy="380047"/>
              </a:xfrm>
            </p:grpSpPr>
            <p:grpSp>
              <p:nvGrpSpPr>
                <p:cNvPr id="5221" name="Google Shape;5221;p178"/>
                <p:cNvGrpSpPr/>
                <p:nvPr/>
              </p:nvGrpSpPr>
              <p:grpSpPr>
                <a:xfrm>
                  <a:off x="4275677" y="3301269"/>
                  <a:ext cx="334422" cy="144303"/>
                  <a:chOff x="4275677" y="3301269"/>
                  <a:chExt cx="334422" cy="144303"/>
                </a:xfrm>
              </p:grpSpPr>
              <p:sp>
                <p:nvSpPr>
                  <p:cNvPr id="5222" name="Google Shape;5222;p178"/>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3" name="Google Shape;5223;p178"/>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24" name="Google Shape;5224;p178"/>
                <p:cNvGrpSpPr/>
                <p:nvPr/>
              </p:nvGrpSpPr>
              <p:grpSpPr>
                <a:xfrm>
                  <a:off x="4275677" y="3183350"/>
                  <a:ext cx="334422" cy="144302"/>
                  <a:chOff x="4275677" y="3183350"/>
                  <a:chExt cx="334422" cy="144302"/>
                </a:xfrm>
              </p:grpSpPr>
              <p:sp>
                <p:nvSpPr>
                  <p:cNvPr id="5225" name="Google Shape;5225;p178"/>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6" name="Google Shape;5226;p178"/>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27" name="Google Shape;5227;p178"/>
                <p:cNvGrpSpPr/>
                <p:nvPr/>
              </p:nvGrpSpPr>
              <p:grpSpPr>
                <a:xfrm>
                  <a:off x="4275677" y="3065525"/>
                  <a:ext cx="334517" cy="144303"/>
                  <a:chOff x="4275677" y="3065525"/>
                  <a:chExt cx="334517" cy="144303"/>
                </a:xfrm>
              </p:grpSpPr>
              <p:sp>
                <p:nvSpPr>
                  <p:cNvPr id="5228" name="Google Shape;5228;p178"/>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9" name="Google Shape;5229;p178"/>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5230" name="Google Shape;5230;p178"/>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1" name="Google Shape;5231;p178"/>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2" name="Google Shape;5232;p178"/>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233" name="Google Shape;5233;p178"/>
          <p:cNvGrpSpPr/>
          <p:nvPr/>
        </p:nvGrpSpPr>
        <p:grpSpPr>
          <a:xfrm flipH="1" rot="5400000">
            <a:off x="557972" y="4696603"/>
            <a:ext cx="16329" cy="218290"/>
            <a:chOff x="10809827" y="4402455"/>
            <a:chExt cx="24764" cy="330993"/>
          </a:xfrm>
        </p:grpSpPr>
        <p:sp>
          <p:nvSpPr>
            <p:cNvPr id="5234" name="Google Shape;5234;p178"/>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5" name="Google Shape;5235;p178"/>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6" name="Google Shape;5236;p178"/>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237" name="Google Shape;5237;p178"/>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78"/>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5239" name="Shape 5239"/>
        <p:cNvGrpSpPr/>
        <p:nvPr/>
      </p:nvGrpSpPr>
      <p:grpSpPr>
        <a:xfrm>
          <a:off x="0" y="0"/>
          <a:ext cx="0" cy="0"/>
          <a:chOff x="0" y="0"/>
          <a:chExt cx="0" cy="0"/>
        </a:xfrm>
      </p:grpSpPr>
      <p:sp>
        <p:nvSpPr>
          <p:cNvPr id="5240" name="Google Shape;5240;p179"/>
          <p:cNvSpPr txBox="1"/>
          <p:nvPr>
            <p:ph type="title"/>
          </p:nvPr>
        </p:nvSpPr>
        <p:spPr>
          <a:xfrm>
            <a:off x="2347938" y="997200"/>
            <a:ext cx="4448100" cy="10587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sz="85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241" name="Google Shape;5241;p179"/>
          <p:cNvSpPr txBox="1"/>
          <p:nvPr>
            <p:ph idx="1" type="subTitle"/>
          </p:nvPr>
        </p:nvSpPr>
        <p:spPr>
          <a:xfrm>
            <a:off x="2347900" y="1841450"/>
            <a:ext cx="4448100" cy="105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242" name="Google Shape;5242;p179"/>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Open Sans"/>
                <a:ea typeface="Open Sans"/>
                <a:cs typeface="Open Sans"/>
                <a:sym typeface="Open Sans"/>
              </a:rPr>
              <a:t>CREDITS:</a:t>
            </a:r>
            <a:r>
              <a:rPr lang="en" sz="1200">
                <a:solidFill>
                  <a:schemeClr val="dk1"/>
                </a:solidFill>
                <a:latin typeface="Open Sans"/>
                <a:ea typeface="Open Sans"/>
                <a:cs typeface="Open Sans"/>
                <a:sym typeface="Open Sans"/>
              </a:rPr>
              <a:t> This presentation template was created by </a:t>
            </a:r>
            <a:r>
              <a:rPr b="1" lang="en" sz="1200" u="sng">
                <a:solidFill>
                  <a:schemeClr val="hlink"/>
                </a:solidFill>
                <a:latin typeface="Open Sans"/>
                <a:ea typeface="Open Sans"/>
                <a:cs typeface="Open Sans"/>
                <a:sym typeface="Open Sans"/>
                <a:hlinkClick r:id="rId2"/>
              </a:rPr>
              <a:t>Slidesgo</a:t>
            </a:r>
            <a:r>
              <a:rPr lang="en" sz="1200">
                <a:solidFill>
                  <a:schemeClr val="dk1"/>
                </a:solidFill>
                <a:latin typeface="Open Sans"/>
                <a:ea typeface="Open Sans"/>
                <a:cs typeface="Open Sans"/>
                <a:sym typeface="Open Sans"/>
              </a:rPr>
              <a:t>, and includes icons, infographics &amp; images by </a:t>
            </a:r>
            <a:r>
              <a:rPr b="1" lang="en" sz="1200" u="sng">
                <a:solidFill>
                  <a:schemeClr val="dk1"/>
                </a:solidFill>
                <a:latin typeface="Open Sans"/>
                <a:ea typeface="Open Sans"/>
                <a:cs typeface="Open Sans"/>
                <a:sym typeface="Open Sans"/>
                <a:hlinkClick r:id="rId3">
                  <a:extLst>
                    <a:ext uri="{A12FA001-AC4F-418D-AE19-62706E023703}">
                      <ahyp:hlinkClr val="tx"/>
                    </a:ext>
                  </a:extLst>
                </a:hlinkClick>
              </a:rPr>
              <a:t>Freepik</a:t>
            </a:r>
            <a:r>
              <a:rPr lang="en" sz="1200" u="sng">
                <a:solidFill>
                  <a:schemeClr val="dk1"/>
                </a:solidFill>
                <a:latin typeface="Open Sans"/>
                <a:ea typeface="Open Sans"/>
                <a:cs typeface="Open Sans"/>
                <a:sym typeface="Open Sans"/>
              </a:rPr>
              <a:t> </a:t>
            </a:r>
            <a:endParaRPr b="1" sz="1200" u="sng">
              <a:solidFill>
                <a:schemeClr val="dk1"/>
              </a:solidFill>
              <a:latin typeface="Open Sans"/>
              <a:ea typeface="Open Sans"/>
              <a:cs typeface="Open Sans"/>
              <a:sym typeface="Open Sans"/>
            </a:endParaRPr>
          </a:p>
        </p:txBody>
      </p:sp>
      <p:sp>
        <p:nvSpPr>
          <p:cNvPr id="5243" name="Google Shape;5243;p179"/>
          <p:cNvSpPr/>
          <p:nvPr/>
        </p:nvSpPr>
        <p:spPr>
          <a:xfrm flipH="1" rot="-2493044">
            <a:off x="-1086706" y="-570280"/>
            <a:ext cx="2902912" cy="23472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179"/>
          <p:cNvSpPr/>
          <p:nvPr/>
        </p:nvSpPr>
        <p:spPr>
          <a:xfrm flipH="1" rot="-5051288">
            <a:off x="7227752" y="3451481"/>
            <a:ext cx="2997828" cy="2576307"/>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179"/>
          <p:cNvSpPr/>
          <p:nvPr/>
        </p:nvSpPr>
        <p:spPr>
          <a:xfrm flipH="1" rot="460638">
            <a:off x="178423" y="3742788"/>
            <a:ext cx="1359611" cy="122255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179"/>
          <p:cNvSpPr/>
          <p:nvPr/>
        </p:nvSpPr>
        <p:spPr>
          <a:xfrm flipH="1" rot="460623">
            <a:off x="6683138" y="-2074210"/>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5247" name="Shape 5247"/>
        <p:cNvGrpSpPr/>
        <p:nvPr/>
      </p:nvGrpSpPr>
      <p:grpSpPr>
        <a:xfrm>
          <a:off x="0" y="0"/>
          <a:ext cx="0" cy="0"/>
          <a:chOff x="0" y="0"/>
          <a:chExt cx="0" cy="0"/>
        </a:xfrm>
      </p:grpSpPr>
      <p:sp>
        <p:nvSpPr>
          <p:cNvPr id="5248" name="Google Shape;5248;p180"/>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180"/>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180"/>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180"/>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2" name="Google Shape;5252;p180"/>
          <p:cNvGrpSpPr/>
          <p:nvPr/>
        </p:nvGrpSpPr>
        <p:grpSpPr>
          <a:xfrm>
            <a:off x="7931872" y="177093"/>
            <a:ext cx="997823" cy="737095"/>
            <a:chOff x="7931872" y="177093"/>
            <a:chExt cx="997823" cy="737095"/>
          </a:xfrm>
        </p:grpSpPr>
        <p:grpSp>
          <p:nvGrpSpPr>
            <p:cNvPr id="5253" name="Google Shape;5253;p180"/>
            <p:cNvGrpSpPr/>
            <p:nvPr/>
          </p:nvGrpSpPr>
          <p:grpSpPr>
            <a:xfrm>
              <a:off x="7931872" y="177093"/>
              <a:ext cx="919725" cy="318025"/>
              <a:chOff x="7230903" y="4635722"/>
              <a:chExt cx="652843" cy="225742"/>
            </a:xfrm>
          </p:grpSpPr>
          <p:sp>
            <p:nvSpPr>
              <p:cNvPr id="5254" name="Google Shape;5254;p180"/>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5" name="Google Shape;5255;p180"/>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256" name="Google Shape;5256;p180"/>
              <p:cNvGrpSpPr/>
              <p:nvPr/>
            </p:nvGrpSpPr>
            <p:grpSpPr>
              <a:xfrm>
                <a:off x="7487126" y="4676394"/>
                <a:ext cx="332041" cy="142684"/>
                <a:chOff x="7487126" y="4676394"/>
                <a:chExt cx="332041" cy="142684"/>
              </a:xfrm>
            </p:grpSpPr>
            <p:sp>
              <p:nvSpPr>
                <p:cNvPr id="5257" name="Google Shape;5257;p180"/>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8" name="Google Shape;5258;p180"/>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9" name="Google Shape;5259;p180"/>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0" name="Google Shape;5260;p180"/>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261" name="Google Shape;5261;p180"/>
            <p:cNvGrpSpPr/>
            <p:nvPr/>
          </p:nvGrpSpPr>
          <p:grpSpPr>
            <a:xfrm>
              <a:off x="7931872" y="596163"/>
              <a:ext cx="919725" cy="318025"/>
              <a:chOff x="7230903" y="4933188"/>
              <a:chExt cx="652843" cy="225742"/>
            </a:xfrm>
          </p:grpSpPr>
          <p:grpSp>
            <p:nvGrpSpPr>
              <p:cNvPr id="5262" name="Google Shape;5262;p180"/>
              <p:cNvGrpSpPr/>
              <p:nvPr/>
            </p:nvGrpSpPr>
            <p:grpSpPr>
              <a:xfrm>
                <a:off x="7230903" y="4933188"/>
                <a:ext cx="652843" cy="225742"/>
                <a:chOff x="7230903" y="4933188"/>
                <a:chExt cx="652843" cy="225742"/>
              </a:xfrm>
            </p:grpSpPr>
            <p:sp>
              <p:nvSpPr>
                <p:cNvPr id="5263" name="Google Shape;5263;p180"/>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4" name="Google Shape;5264;p180"/>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265" name="Google Shape;5265;p180"/>
                <p:cNvGrpSpPr/>
                <p:nvPr/>
              </p:nvGrpSpPr>
              <p:grpSpPr>
                <a:xfrm>
                  <a:off x="7487126" y="4973859"/>
                  <a:ext cx="332041" cy="142684"/>
                  <a:chOff x="7487126" y="4973859"/>
                  <a:chExt cx="332041" cy="142684"/>
                </a:xfrm>
              </p:grpSpPr>
              <p:sp>
                <p:nvSpPr>
                  <p:cNvPr id="5266" name="Google Shape;5266;p180"/>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7" name="Google Shape;5267;p180"/>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8" name="Google Shape;5268;p180"/>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9" name="Google Shape;5269;p180"/>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5270" name="Google Shape;5270;p180"/>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71" name="Google Shape;5271;p180"/>
            <p:cNvGrpSpPr/>
            <p:nvPr/>
          </p:nvGrpSpPr>
          <p:grpSpPr>
            <a:xfrm>
              <a:off x="8756326" y="539537"/>
              <a:ext cx="173370" cy="112691"/>
              <a:chOff x="7816120" y="4892994"/>
              <a:chExt cx="123062" cy="79991"/>
            </a:xfrm>
          </p:grpSpPr>
          <p:grpSp>
            <p:nvGrpSpPr>
              <p:cNvPr id="5272" name="Google Shape;5272;p180"/>
              <p:cNvGrpSpPr/>
              <p:nvPr/>
            </p:nvGrpSpPr>
            <p:grpSpPr>
              <a:xfrm>
                <a:off x="7816120" y="4902803"/>
                <a:ext cx="123062" cy="63817"/>
                <a:chOff x="7816120" y="4902803"/>
                <a:chExt cx="123062" cy="63817"/>
              </a:xfrm>
            </p:grpSpPr>
            <p:sp>
              <p:nvSpPr>
                <p:cNvPr id="5273" name="Google Shape;5273;p180"/>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4" name="Google Shape;5274;p180"/>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275" name="Google Shape;5275;p180"/>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5276" name="Shape 5276"/>
        <p:cNvGrpSpPr/>
        <p:nvPr/>
      </p:nvGrpSpPr>
      <p:grpSpPr>
        <a:xfrm>
          <a:off x="0" y="0"/>
          <a:ext cx="0" cy="0"/>
          <a:chOff x="0" y="0"/>
          <a:chExt cx="0" cy="0"/>
        </a:xfrm>
      </p:grpSpPr>
      <p:sp>
        <p:nvSpPr>
          <p:cNvPr id="5277" name="Google Shape;5277;p181"/>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181"/>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9" name="Google Shape;5279;p181"/>
          <p:cNvGrpSpPr/>
          <p:nvPr/>
        </p:nvGrpSpPr>
        <p:grpSpPr>
          <a:xfrm>
            <a:off x="65066" y="4373044"/>
            <a:ext cx="878158" cy="654532"/>
            <a:chOff x="1114425" y="4361211"/>
            <a:chExt cx="573023" cy="427101"/>
          </a:xfrm>
        </p:grpSpPr>
        <p:grpSp>
          <p:nvGrpSpPr>
            <p:cNvPr id="5280" name="Google Shape;5280;p181"/>
            <p:cNvGrpSpPr/>
            <p:nvPr/>
          </p:nvGrpSpPr>
          <p:grpSpPr>
            <a:xfrm>
              <a:off x="1114425" y="4361211"/>
              <a:ext cx="573023" cy="427101"/>
              <a:chOff x="1114425" y="4361211"/>
              <a:chExt cx="573023" cy="427101"/>
            </a:xfrm>
          </p:grpSpPr>
          <p:sp>
            <p:nvSpPr>
              <p:cNvPr id="5281" name="Google Shape;5281;p181"/>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2" name="Google Shape;5282;p181"/>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3" name="Google Shape;5283;p181"/>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284" name="Google Shape;5284;p181"/>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85" name="Google Shape;5285;p181"/>
          <p:cNvGrpSpPr/>
          <p:nvPr/>
        </p:nvGrpSpPr>
        <p:grpSpPr>
          <a:xfrm>
            <a:off x="8114970" y="266839"/>
            <a:ext cx="829992" cy="750888"/>
            <a:chOff x="8114596" y="445039"/>
            <a:chExt cx="633002" cy="572716"/>
          </a:xfrm>
        </p:grpSpPr>
        <p:grpSp>
          <p:nvGrpSpPr>
            <p:cNvPr id="5286" name="Google Shape;5286;p181"/>
            <p:cNvGrpSpPr/>
            <p:nvPr/>
          </p:nvGrpSpPr>
          <p:grpSpPr>
            <a:xfrm>
              <a:off x="8114596" y="445039"/>
              <a:ext cx="633002" cy="572716"/>
              <a:chOff x="7189660" y="520827"/>
              <a:chExt cx="598074" cy="541115"/>
            </a:xfrm>
          </p:grpSpPr>
          <p:sp>
            <p:nvSpPr>
              <p:cNvPr id="5287" name="Google Shape;5287;p181"/>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288" name="Google Shape;5288;p181"/>
              <p:cNvGrpSpPr/>
              <p:nvPr/>
            </p:nvGrpSpPr>
            <p:grpSpPr>
              <a:xfrm>
                <a:off x="7579137" y="551973"/>
                <a:ext cx="164782" cy="41529"/>
                <a:chOff x="7579137" y="551973"/>
                <a:chExt cx="164782" cy="41529"/>
              </a:xfrm>
            </p:grpSpPr>
            <p:sp>
              <p:nvSpPr>
                <p:cNvPr id="5289" name="Google Shape;5289;p181"/>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0" name="Google Shape;5290;p181"/>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1" name="Google Shape;5291;p181"/>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292" name="Google Shape;5292;p181"/>
            <p:cNvGrpSpPr/>
            <p:nvPr/>
          </p:nvGrpSpPr>
          <p:grpSpPr>
            <a:xfrm>
              <a:off x="8184962" y="619646"/>
              <a:ext cx="498115" cy="257273"/>
              <a:chOff x="7256144" y="685800"/>
              <a:chExt cx="470630" cy="243077"/>
            </a:xfrm>
          </p:grpSpPr>
          <p:sp>
            <p:nvSpPr>
              <p:cNvPr id="5293" name="Google Shape;5293;p181"/>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294" name="Google Shape;5294;p181"/>
              <p:cNvGrpSpPr/>
              <p:nvPr/>
            </p:nvGrpSpPr>
            <p:grpSpPr>
              <a:xfrm>
                <a:off x="7512843" y="685800"/>
                <a:ext cx="213931" cy="243077"/>
                <a:chOff x="7512843" y="685800"/>
                <a:chExt cx="213931" cy="243077"/>
              </a:xfrm>
            </p:grpSpPr>
            <p:grpSp>
              <p:nvGrpSpPr>
                <p:cNvPr id="5295" name="Google Shape;5295;p181"/>
                <p:cNvGrpSpPr/>
                <p:nvPr/>
              </p:nvGrpSpPr>
              <p:grpSpPr>
                <a:xfrm>
                  <a:off x="7512843" y="836580"/>
                  <a:ext cx="213931" cy="92297"/>
                  <a:chOff x="7512843" y="836580"/>
                  <a:chExt cx="213931" cy="92297"/>
                </a:xfrm>
              </p:grpSpPr>
              <p:sp>
                <p:nvSpPr>
                  <p:cNvPr id="5296" name="Google Shape;5296;p181"/>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7" name="Google Shape;5297;p181"/>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98" name="Google Shape;5298;p181"/>
                <p:cNvGrpSpPr/>
                <p:nvPr/>
              </p:nvGrpSpPr>
              <p:grpSpPr>
                <a:xfrm>
                  <a:off x="7512843" y="761238"/>
                  <a:ext cx="213931" cy="92296"/>
                  <a:chOff x="7512843" y="761238"/>
                  <a:chExt cx="213931" cy="92296"/>
                </a:xfrm>
              </p:grpSpPr>
              <p:sp>
                <p:nvSpPr>
                  <p:cNvPr id="5299" name="Google Shape;5299;p181"/>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0" name="Google Shape;5300;p181"/>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01" name="Google Shape;5301;p181"/>
                <p:cNvGrpSpPr/>
                <p:nvPr/>
              </p:nvGrpSpPr>
              <p:grpSpPr>
                <a:xfrm>
                  <a:off x="7512843" y="685800"/>
                  <a:ext cx="213931" cy="92297"/>
                  <a:chOff x="7512843" y="685800"/>
                  <a:chExt cx="213931" cy="92297"/>
                </a:xfrm>
              </p:grpSpPr>
              <p:sp>
                <p:nvSpPr>
                  <p:cNvPr id="5302" name="Google Shape;5302;p181"/>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3" name="Google Shape;5303;p181"/>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5307" name="Shape 5307"/>
        <p:cNvGrpSpPr/>
        <p:nvPr/>
      </p:nvGrpSpPr>
      <p:grpSpPr>
        <a:xfrm>
          <a:off x="0" y="0"/>
          <a:ext cx="0" cy="0"/>
          <a:chOff x="0" y="0"/>
          <a:chExt cx="0" cy="0"/>
        </a:xfrm>
      </p:grpSpPr>
      <p:sp>
        <p:nvSpPr>
          <p:cNvPr id="5308" name="Google Shape;5308;p183"/>
          <p:cNvSpPr txBox="1"/>
          <p:nvPr>
            <p:ph type="ctrTitle"/>
          </p:nvPr>
        </p:nvSpPr>
        <p:spPr>
          <a:xfrm>
            <a:off x="713225" y="1144500"/>
            <a:ext cx="4112100" cy="23787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5000">
                <a:latin typeface="Epilogue"/>
                <a:ea typeface="Epilogue"/>
                <a:cs typeface="Epilogue"/>
                <a:sym typeface="Epilogu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5309" name="Google Shape;5309;p183"/>
          <p:cNvSpPr txBox="1"/>
          <p:nvPr>
            <p:ph idx="1" type="subTitle"/>
          </p:nvPr>
        </p:nvSpPr>
        <p:spPr>
          <a:xfrm>
            <a:off x="713225" y="3523200"/>
            <a:ext cx="41121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latin typeface="Lato"/>
                <a:ea typeface="Lato"/>
                <a:cs typeface="Lato"/>
                <a:sym typeface="La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5310" name="Google Shape;5310;p183"/>
          <p:cNvSpPr/>
          <p:nvPr/>
        </p:nvSpPr>
        <p:spPr>
          <a:xfrm rot="10800000">
            <a:off x="-1604593" y="-845132"/>
            <a:ext cx="3281418" cy="21328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183"/>
          <p:cNvSpPr/>
          <p:nvPr/>
        </p:nvSpPr>
        <p:spPr>
          <a:xfrm flipH="1" rot="-9899992">
            <a:off x="-1515196" y="4121356"/>
            <a:ext cx="3953580" cy="192177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5312" name="Shape 5312"/>
        <p:cNvGrpSpPr/>
        <p:nvPr/>
      </p:nvGrpSpPr>
      <p:grpSpPr>
        <a:xfrm>
          <a:off x="0" y="0"/>
          <a:ext cx="0" cy="0"/>
          <a:chOff x="0" y="0"/>
          <a:chExt cx="0" cy="0"/>
        </a:xfrm>
      </p:grpSpPr>
      <p:sp>
        <p:nvSpPr>
          <p:cNvPr id="5313" name="Google Shape;5313;p184"/>
          <p:cNvSpPr txBox="1"/>
          <p:nvPr>
            <p:ph type="title"/>
          </p:nvPr>
        </p:nvSpPr>
        <p:spPr>
          <a:xfrm>
            <a:off x="4047175" y="2571975"/>
            <a:ext cx="43836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5314" name="Google Shape;5314;p184"/>
          <p:cNvSpPr txBox="1"/>
          <p:nvPr>
            <p:ph hasCustomPrompt="1" idx="2" type="title"/>
          </p:nvPr>
        </p:nvSpPr>
        <p:spPr>
          <a:xfrm>
            <a:off x="4047175" y="1321975"/>
            <a:ext cx="1235700" cy="841800"/>
          </a:xfrm>
          <a:prstGeom prst="rect">
            <a:avLst/>
          </a:prstGeom>
          <a:noFill/>
        </p:spPr>
        <p:txBody>
          <a:bodyPr anchorCtr="0" anchor="b"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5315" name="Google Shape;5315;p184"/>
          <p:cNvSpPr/>
          <p:nvPr>
            <p:ph idx="3" type="pic"/>
          </p:nvPr>
        </p:nvSpPr>
        <p:spPr>
          <a:xfrm>
            <a:off x="484625" y="1076550"/>
            <a:ext cx="2990400" cy="2990400"/>
          </a:xfrm>
          <a:prstGeom prst="roundRect">
            <a:avLst>
              <a:gd fmla="val 16667" name="adj"/>
            </a:avLst>
          </a:prstGeom>
          <a:noFill/>
          <a:ln>
            <a:noFill/>
          </a:ln>
        </p:spPr>
      </p:sp>
      <p:sp>
        <p:nvSpPr>
          <p:cNvPr id="5316" name="Google Shape;5316;p184"/>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184"/>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184"/>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5319" name="Shape 5319"/>
        <p:cNvGrpSpPr/>
        <p:nvPr/>
      </p:nvGrpSpPr>
      <p:grpSpPr>
        <a:xfrm>
          <a:off x="0" y="0"/>
          <a:ext cx="0" cy="0"/>
          <a:chOff x="0" y="0"/>
          <a:chExt cx="0" cy="0"/>
        </a:xfrm>
      </p:grpSpPr>
      <p:sp>
        <p:nvSpPr>
          <p:cNvPr id="5320" name="Google Shape;5320;p18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321" name="Google Shape;5321;p185"/>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5322" name="Google Shape;5322;p185"/>
          <p:cNvSpPr/>
          <p:nvPr/>
        </p:nvSpPr>
        <p:spPr>
          <a:xfrm flipH="1" rot="-4014673">
            <a:off x="-1798429" y="-1029372"/>
            <a:ext cx="3158476" cy="250963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185"/>
          <p:cNvSpPr/>
          <p:nvPr/>
        </p:nvSpPr>
        <p:spPr>
          <a:xfrm flipH="1">
            <a:off x="8355841" y="2667287"/>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324" name="Google Shape;5324;p185"/>
          <p:cNvGrpSpPr/>
          <p:nvPr/>
        </p:nvGrpSpPr>
        <p:grpSpPr>
          <a:xfrm flipH="1">
            <a:off x="8380540" y="1729933"/>
            <a:ext cx="668783" cy="959747"/>
            <a:chOff x="10519314" y="4728596"/>
            <a:chExt cx="751780" cy="1078731"/>
          </a:xfrm>
        </p:grpSpPr>
        <p:grpSp>
          <p:nvGrpSpPr>
            <p:cNvPr id="5325" name="Google Shape;5325;p185"/>
            <p:cNvGrpSpPr/>
            <p:nvPr/>
          </p:nvGrpSpPr>
          <p:grpSpPr>
            <a:xfrm>
              <a:off x="10519314" y="4728596"/>
              <a:ext cx="626662" cy="1078731"/>
              <a:chOff x="10519314" y="4728596"/>
              <a:chExt cx="626662" cy="1078731"/>
            </a:xfrm>
          </p:grpSpPr>
          <p:grpSp>
            <p:nvGrpSpPr>
              <p:cNvPr id="5326" name="Google Shape;5326;p185"/>
              <p:cNvGrpSpPr/>
              <p:nvPr/>
            </p:nvGrpSpPr>
            <p:grpSpPr>
              <a:xfrm>
                <a:off x="10903220" y="4888205"/>
                <a:ext cx="242756" cy="919122"/>
                <a:chOff x="10903220" y="4888205"/>
                <a:chExt cx="242756" cy="919122"/>
              </a:xfrm>
            </p:grpSpPr>
            <p:sp>
              <p:nvSpPr>
                <p:cNvPr id="5327" name="Google Shape;5327;p185"/>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8" name="Google Shape;5328;p185"/>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9" name="Google Shape;5329;p185"/>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330" name="Google Shape;5330;p185"/>
                <p:cNvGrpSpPr/>
                <p:nvPr/>
              </p:nvGrpSpPr>
              <p:grpSpPr>
                <a:xfrm>
                  <a:off x="11014221" y="5588618"/>
                  <a:ext cx="100021" cy="114784"/>
                  <a:chOff x="11014221" y="5588618"/>
                  <a:chExt cx="100021" cy="114784"/>
                </a:xfrm>
              </p:grpSpPr>
              <p:sp>
                <p:nvSpPr>
                  <p:cNvPr id="5331" name="Google Shape;5331;p185"/>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2" name="Google Shape;5332;p185"/>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3" name="Google Shape;5333;p185"/>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4" name="Google Shape;5334;p185"/>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335" name="Google Shape;5335;p185"/>
              <p:cNvGrpSpPr/>
              <p:nvPr/>
            </p:nvGrpSpPr>
            <p:grpSpPr>
              <a:xfrm>
                <a:off x="10718623" y="4728596"/>
                <a:ext cx="229169" cy="1075979"/>
                <a:chOff x="10718623" y="4728596"/>
                <a:chExt cx="229169" cy="1075979"/>
              </a:xfrm>
            </p:grpSpPr>
            <p:sp>
              <p:nvSpPr>
                <p:cNvPr id="5336" name="Google Shape;5336;p185"/>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7" name="Google Shape;5337;p185"/>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338" name="Google Shape;5338;p185"/>
                <p:cNvGrpSpPr/>
                <p:nvPr/>
              </p:nvGrpSpPr>
              <p:grpSpPr>
                <a:xfrm>
                  <a:off x="10765015" y="5040134"/>
                  <a:ext cx="116314" cy="49775"/>
                  <a:chOff x="10765015" y="5040134"/>
                  <a:chExt cx="116314" cy="49775"/>
                </a:xfrm>
              </p:grpSpPr>
              <p:sp>
                <p:nvSpPr>
                  <p:cNvPr id="5339" name="Google Shape;5339;p185"/>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0" name="Google Shape;5340;p185"/>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41" name="Google Shape;5341;p185"/>
                <p:cNvGrpSpPr/>
                <p:nvPr/>
              </p:nvGrpSpPr>
              <p:grpSpPr>
                <a:xfrm>
                  <a:off x="10784825" y="5436314"/>
                  <a:ext cx="116414" cy="49961"/>
                  <a:chOff x="10784825" y="5436314"/>
                  <a:chExt cx="116414" cy="49961"/>
                </a:xfrm>
              </p:grpSpPr>
              <p:sp>
                <p:nvSpPr>
                  <p:cNvPr id="5342" name="Google Shape;5342;p185"/>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3" name="Google Shape;5343;p185"/>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344" name="Google Shape;5344;p185"/>
              <p:cNvGrpSpPr/>
              <p:nvPr/>
            </p:nvGrpSpPr>
            <p:grpSpPr>
              <a:xfrm>
                <a:off x="10519314" y="4813458"/>
                <a:ext cx="202120" cy="992123"/>
                <a:chOff x="10519314" y="4813458"/>
                <a:chExt cx="202120" cy="992123"/>
              </a:xfrm>
            </p:grpSpPr>
            <p:sp>
              <p:nvSpPr>
                <p:cNvPr id="5345" name="Google Shape;5345;p185"/>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6" name="Google Shape;5346;p185"/>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347" name="Google Shape;5347;p185"/>
                <p:cNvGrpSpPr/>
                <p:nvPr/>
              </p:nvGrpSpPr>
              <p:grpSpPr>
                <a:xfrm>
                  <a:off x="10556176" y="5465730"/>
                  <a:ext cx="128397" cy="44196"/>
                  <a:chOff x="10556176" y="5465730"/>
                  <a:chExt cx="128397" cy="44196"/>
                </a:xfrm>
              </p:grpSpPr>
              <p:sp>
                <p:nvSpPr>
                  <p:cNvPr id="5348" name="Google Shape;5348;p185"/>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9" name="Google Shape;5349;p185"/>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50" name="Google Shape;5350;p185"/>
                <p:cNvGrpSpPr/>
                <p:nvPr/>
              </p:nvGrpSpPr>
              <p:grpSpPr>
                <a:xfrm>
                  <a:off x="10556176" y="5689187"/>
                  <a:ext cx="128397" cy="44196"/>
                  <a:chOff x="10556176" y="5689187"/>
                  <a:chExt cx="128397" cy="44196"/>
                </a:xfrm>
              </p:grpSpPr>
              <p:sp>
                <p:nvSpPr>
                  <p:cNvPr id="5351" name="Google Shape;5351;p185"/>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2" name="Google Shape;5352;p185"/>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5353" name="Google Shape;5353;p185"/>
            <p:cNvGrpSpPr/>
            <p:nvPr/>
          </p:nvGrpSpPr>
          <p:grpSpPr>
            <a:xfrm>
              <a:off x="11058042" y="5088325"/>
              <a:ext cx="213052" cy="717953"/>
              <a:chOff x="11058042" y="5088325"/>
              <a:chExt cx="213052" cy="717953"/>
            </a:xfrm>
          </p:grpSpPr>
          <p:sp>
            <p:nvSpPr>
              <p:cNvPr id="5354" name="Google Shape;5354;p185"/>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5" name="Google Shape;5355;p185"/>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356" name="Google Shape;5356;p185"/>
          <p:cNvGrpSpPr/>
          <p:nvPr/>
        </p:nvGrpSpPr>
        <p:grpSpPr>
          <a:xfrm flipH="1">
            <a:off x="8485925" y="662239"/>
            <a:ext cx="516117" cy="779220"/>
            <a:chOff x="10572463" y="3528536"/>
            <a:chExt cx="580168" cy="875823"/>
          </a:xfrm>
        </p:grpSpPr>
        <p:grpSp>
          <p:nvGrpSpPr>
            <p:cNvPr id="5357" name="Google Shape;5357;p185"/>
            <p:cNvGrpSpPr/>
            <p:nvPr/>
          </p:nvGrpSpPr>
          <p:grpSpPr>
            <a:xfrm>
              <a:off x="10713815" y="3528536"/>
              <a:ext cx="438816" cy="746664"/>
              <a:chOff x="10713815" y="3528536"/>
              <a:chExt cx="438816" cy="746664"/>
            </a:xfrm>
          </p:grpSpPr>
          <p:sp>
            <p:nvSpPr>
              <p:cNvPr id="5358" name="Google Shape;5358;p185"/>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359" name="Google Shape;5359;p185"/>
              <p:cNvGrpSpPr/>
              <p:nvPr/>
            </p:nvGrpSpPr>
            <p:grpSpPr>
              <a:xfrm>
                <a:off x="10776489" y="3625310"/>
                <a:ext cx="313848" cy="288226"/>
                <a:chOff x="10776489" y="3625310"/>
                <a:chExt cx="313848" cy="288226"/>
              </a:xfrm>
            </p:grpSpPr>
            <p:sp>
              <p:nvSpPr>
                <p:cNvPr id="5360" name="Google Shape;5360;p185"/>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1" name="Google Shape;5361;p185"/>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2" name="Google Shape;5362;p185"/>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3" name="Google Shape;5363;p185"/>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4" name="Google Shape;5364;p185"/>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5" name="Google Shape;5365;p185"/>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66" name="Google Shape;5366;p185"/>
              <p:cNvGrpSpPr/>
              <p:nvPr/>
            </p:nvGrpSpPr>
            <p:grpSpPr>
              <a:xfrm>
                <a:off x="10776489" y="3999547"/>
                <a:ext cx="313848" cy="181546"/>
                <a:chOff x="10776489" y="3999547"/>
                <a:chExt cx="313848" cy="181546"/>
              </a:xfrm>
            </p:grpSpPr>
            <p:sp>
              <p:nvSpPr>
                <p:cNvPr id="5367" name="Google Shape;5367;p185"/>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8" name="Google Shape;5368;p185"/>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9" name="Google Shape;5369;p185"/>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0" name="Google Shape;5370;p185"/>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371" name="Google Shape;5371;p185"/>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72" name="Google Shape;5372;p185"/>
            <p:cNvGrpSpPr/>
            <p:nvPr/>
          </p:nvGrpSpPr>
          <p:grpSpPr>
            <a:xfrm>
              <a:off x="10572463" y="3657790"/>
              <a:ext cx="438817" cy="746569"/>
              <a:chOff x="10572463" y="3657790"/>
              <a:chExt cx="438817" cy="746569"/>
            </a:xfrm>
          </p:grpSpPr>
          <p:sp>
            <p:nvSpPr>
              <p:cNvPr id="5373" name="Google Shape;5373;p185"/>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374" name="Google Shape;5374;p185"/>
              <p:cNvGrpSpPr/>
              <p:nvPr/>
            </p:nvGrpSpPr>
            <p:grpSpPr>
              <a:xfrm>
                <a:off x="10635138" y="3754469"/>
                <a:ext cx="313848" cy="288321"/>
                <a:chOff x="10635138" y="3754469"/>
                <a:chExt cx="313848" cy="288321"/>
              </a:xfrm>
            </p:grpSpPr>
            <p:sp>
              <p:nvSpPr>
                <p:cNvPr id="5375" name="Google Shape;5375;p185"/>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6" name="Google Shape;5376;p185"/>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7" name="Google Shape;5377;p185"/>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8" name="Google Shape;5378;p185"/>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9" name="Google Shape;5379;p185"/>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0" name="Google Shape;5380;p185"/>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81" name="Google Shape;5381;p185"/>
              <p:cNvGrpSpPr/>
              <p:nvPr/>
            </p:nvGrpSpPr>
            <p:grpSpPr>
              <a:xfrm>
                <a:off x="10635138" y="4128801"/>
                <a:ext cx="313848" cy="181547"/>
                <a:chOff x="10635138" y="4128801"/>
                <a:chExt cx="313848" cy="181547"/>
              </a:xfrm>
            </p:grpSpPr>
            <p:sp>
              <p:nvSpPr>
                <p:cNvPr id="5382" name="Google Shape;5382;p185"/>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3" name="Google Shape;5383;p185"/>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4" name="Google Shape;5384;p185"/>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5" name="Google Shape;5385;p185"/>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386" name="Google Shape;5386;p185"/>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387" name="Google Shape;5387;p185"/>
          <p:cNvGrpSpPr/>
          <p:nvPr/>
        </p:nvGrpSpPr>
        <p:grpSpPr>
          <a:xfrm flipH="1">
            <a:off x="8768853" y="1439765"/>
            <a:ext cx="22030" cy="294484"/>
            <a:chOff x="10809827" y="4402455"/>
            <a:chExt cx="24764" cy="330993"/>
          </a:xfrm>
        </p:grpSpPr>
        <p:sp>
          <p:nvSpPr>
            <p:cNvPr id="5388" name="Google Shape;5388;p185"/>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9" name="Google Shape;5389;p185"/>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0" name="Google Shape;5390;p185"/>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391" name="Google Shape;5391;p185"/>
          <p:cNvSpPr/>
          <p:nvPr/>
        </p:nvSpPr>
        <p:spPr>
          <a:xfrm flipH="1" rot="8662747">
            <a:off x="7370974" y="4168319"/>
            <a:ext cx="2746019" cy="19216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2" name="Google Shape;5392;p185"/>
          <p:cNvGrpSpPr/>
          <p:nvPr/>
        </p:nvGrpSpPr>
        <p:grpSpPr>
          <a:xfrm flipH="1">
            <a:off x="122956" y="4228558"/>
            <a:ext cx="829992" cy="750888"/>
            <a:chOff x="8114596" y="445039"/>
            <a:chExt cx="633002" cy="572716"/>
          </a:xfrm>
        </p:grpSpPr>
        <p:grpSp>
          <p:nvGrpSpPr>
            <p:cNvPr id="5393" name="Google Shape;5393;p185"/>
            <p:cNvGrpSpPr/>
            <p:nvPr/>
          </p:nvGrpSpPr>
          <p:grpSpPr>
            <a:xfrm>
              <a:off x="8114596" y="445039"/>
              <a:ext cx="633002" cy="572716"/>
              <a:chOff x="7189660" y="520827"/>
              <a:chExt cx="598074" cy="541115"/>
            </a:xfrm>
          </p:grpSpPr>
          <p:sp>
            <p:nvSpPr>
              <p:cNvPr id="5394" name="Google Shape;5394;p185"/>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395" name="Google Shape;5395;p185"/>
              <p:cNvGrpSpPr/>
              <p:nvPr/>
            </p:nvGrpSpPr>
            <p:grpSpPr>
              <a:xfrm>
                <a:off x="7579137" y="551973"/>
                <a:ext cx="164782" cy="41529"/>
                <a:chOff x="7579137" y="551973"/>
                <a:chExt cx="164782" cy="41529"/>
              </a:xfrm>
            </p:grpSpPr>
            <p:sp>
              <p:nvSpPr>
                <p:cNvPr id="5396" name="Google Shape;5396;p185"/>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7" name="Google Shape;5397;p185"/>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8" name="Google Shape;5398;p185"/>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399" name="Google Shape;5399;p185"/>
            <p:cNvGrpSpPr/>
            <p:nvPr/>
          </p:nvGrpSpPr>
          <p:grpSpPr>
            <a:xfrm>
              <a:off x="8184962" y="619646"/>
              <a:ext cx="498115" cy="257273"/>
              <a:chOff x="7256144" y="685800"/>
              <a:chExt cx="470630" cy="243077"/>
            </a:xfrm>
          </p:grpSpPr>
          <p:sp>
            <p:nvSpPr>
              <p:cNvPr id="5400" name="Google Shape;5400;p185"/>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401" name="Google Shape;5401;p185"/>
              <p:cNvGrpSpPr/>
              <p:nvPr/>
            </p:nvGrpSpPr>
            <p:grpSpPr>
              <a:xfrm>
                <a:off x="7512843" y="685800"/>
                <a:ext cx="213931" cy="243077"/>
                <a:chOff x="7512843" y="685800"/>
                <a:chExt cx="213931" cy="243077"/>
              </a:xfrm>
            </p:grpSpPr>
            <p:grpSp>
              <p:nvGrpSpPr>
                <p:cNvPr id="5402" name="Google Shape;5402;p185"/>
                <p:cNvGrpSpPr/>
                <p:nvPr/>
              </p:nvGrpSpPr>
              <p:grpSpPr>
                <a:xfrm>
                  <a:off x="7512843" y="836580"/>
                  <a:ext cx="213931" cy="92297"/>
                  <a:chOff x="7512843" y="836580"/>
                  <a:chExt cx="213931" cy="92297"/>
                </a:xfrm>
              </p:grpSpPr>
              <p:sp>
                <p:nvSpPr>
                  <p:cNvPr id="5403" name="Google Shape;5403;p185"/>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4" name="Google Shape;5404;p185"/>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05" name="Google Shape;5405;p185"/>
                <p:cNvGrpSpPr/>
                <p:nvPr/>
              </p:nvGrpSpPr>
              <p:grpSpPr>
                <a:xfrm>
                  <a:off x="7512843" y="761238"/>
                  <a:ext cx="213931" cy="92296"/>
                  <a:chOff x="7512843" y="761238"/>
                  <a:chExt cx="213931" cy="92296"/>
                </a:xfrm>
              </p:grpSpPr>
              <p:sp>
                <p:nvSpPr>
                  <p:cNvPr id="5406" name="Google Shape;5406;p185"/>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7" name="Google Shape;5407;p185"/>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08" name="Google Shape;5408;p185"/>
                <p:cNvGrpSpPr/>
                <p:nvPr/>
              </p:nvGrpSpPr>
              <p:grpSpPr>
                <a:xfrm>
                  <a:off x="7512843" y="685800"/>
                  <a:ext cx="213931" cy="92297"/>
                  <a:chOff x="7512843" y="685800"/>
                  <a:chExt cx="213931" cy="92297"/>
                </a:xfrm>
              </p:grpSpPr>
              <p:sp>
                <p:nvSpPr>
                  <p:cNvPr id="5409" name="Google Shape;5409;p185"/>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0" name="Google Shape;5410;p185"/>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411" name="Shape 5411"/>
        <p:cNvGrpSpPr/>
        <p:nvPr/>
      </p:nvGrpSpPr>
      <p:grpSpPr>
        <a:xfrm>
          <a:off x="0" y="0"/>
          <a:ext cx="0" cy="0"/>
          <a:chOff x="0" y="0"/>
          <a:chExt cx="0" cy="0"/>
        </a:xfrm>
      </p:grpSpPr>
      <p:sp>
        <p:nvSpPr>
          <p:cNvPr id="5412" name="Google Shape;5412;p18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413" name="Google Shape;5413;p186"/>
          <p:cNvSpPr txBox="1"/>
          <p:nvPr>
            <p:ph idx="1" type="subTitle"/>
          </p:nvPr>
        </p:nvSpPr>
        <p:spPr>
          <a:xfrm>
            <a:off x="4679150"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414" name="Google Shape;5414;p186"/>
          <p:cNvSpPr txBox="1"/>
          <p:nvPr>
            <p:ph idx="2" type="subTitle"/>
          </p:nvPr>
        </p:nvSpPr>
        <p:spPr>
          <a:xfrm>
            <a:off x="1080525"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415" name="Google Shape;5415;p186"/>
          <p:cNvSpPr txBox="1"/>
          <p:nvPr>
            <p:ph idx="3" type="subTitle"/>
          </p:nvPr>
        </p:nvSpPr>
        <p:spPr>
          <a:xfrm>
            <a:off x="1080536"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416" name="Google Shape;5416;p186"/>
          <p:cNvSpPr txBox="1"/>
          <p:nvPr>
            <p:ph idx="4" type="subTitle"/>
          </p:nvPr>
        </p:nvSpPr>
        <p:spPr>
          <a:xfrm>
            <a:off x="4679164"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417" name="Google Shape;5417;p186"/>
          <p:cNvSpPr/>
          <p:nvPr/>
        </p:nvSpPr>
        <p:spPr>
          <a:xfrm rot="5551952">
            <a:off x="-721531" y="4084618"/>
            <a:ext cx="2053998" cy="17652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186"/>
          <p:cNvSpPr/>
          <p:nvPr/>
        </p:nvSpPr>
        <p:spPr>
          <a:xfrm rot="-460685">
            <a:off x="-850641" y="-888875"/>
            <a:ext cx="2082611" cy="168399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186"/>
          <p:cNvSpPr/>
          <p:nvPr/>
        </p:nvSpPr>
        <p:spPr>
          <a:xfrm rot="3259731">
            <a:off x="7063135" y="-804478"/>
            <a:ext cx="3168421" cy="25619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420" name="Shape 5420"/>
        <p:cNvGrpSpPr/>
        <p:nvPr/>
      </p:nvGrpSpPr>
      <p:grpSpPr>
        <a:xfrm>
          <a:off x="0" y="0"/>
          <a:ext cx="0" cy="0"/>
          <a:chOff x="0" y="0"/>
          <a:chExt cx="0" cy="0"/>
        </a:xfrm>
      </p:grpSpPr>
      <p:sp>
        <p:nvSpPr>
          <p:cNvPr id="5421" name="Google Shape;5421;p18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422" name="Google Shape;5422;p187"/>
          <p:cNvSpPr/>
          <p:nvPr/>
        </p:nvSpPr>
        <p:spPr>
          <a:xfrm rot="-9076707">
            <a:off x="85462" y="-755109"/>
            <a:ext cx="1683799" cy="1313891"/>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3" name="Google Shape;5423;p187"/>
          <p:cNvGrpSpPr/>
          <p:nvPr/>
        </p:nvGrpSpPr>
        <p:grpSpPr>
          <a:xfrm>
            <a:off x="6779278" y="192982"/>
            <a:ext cx="2107998" cy="297419"/>
            <a:chOff x="6108096" y="3265836"/>
            <a:chExt cx="1633727" cy="230504"/>
          </a:xfrm>
        </p:grpSpPr>
        <p:sp>
          <p:nvSpPr>
            <p:cNvPr id="5424" name="Google Shape;5424;p187"/>
            <p:cNvSpPr/>
            <p:nvPr/>
          </p:nvSpPr>
          <p:spPr>
            <a:xfrm>
              <a:off x="6108096" y="3265836"/>
              <a:ext cx="1633727" cy="230504"/>
            </a:xfrm>
            <a:custGeom>
              <a:rect b="b" l="l" r="r" t="t"/>
              <a:pathLst>
                <a:path extrusionOk="0" h="230504" w="1633727">
                  <a:moveTo>
                    <a:pt x="1518476" y="0"/>
                  </a:moveTo>
                  <a:cubicBezTo>
                    <a:pt x="1582128" y="0"/>
                    <a:pt x="1633728" y="51600"/>
                    <a:pt x="1633728" y="115253"/>
                  </a:cubicBezTo>
                  <a:lnTo>
                    <a:pt x="1633728" y="115253"/>
                  </a:lnTo>
                  <a:cubicBezTo>
                    <a:pt x="1633728" y="178905"/>
                    <a:pt x="1582128" y="230505"/>
                    <a:pt x="1518476" y="230505"/>
                  </a:cubicBezTo>
                  <a:lnTo>
                    <a:pt x="115252" y="230505"/>
                  </a:lnTo>
                  <a:cubicBezTo>
                    <a:pt x="51601" y="230505"/>
                    <a:pt x="0" y="178905"/>
                    <a:pt x="0" y="115253"/>
                  </a:cubicBezTo>
                  <a:lnTo>
                    <a:pt x="0" y="115253"/>
                  </a:lnTo>
                  <a:cubicBezTo>
                    <a:pt x="0" y="51600"/>
                    <a:pt x="51601" y="0"/>
                    <a:pt x="115252"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5" name="Google Shape;5425;p187"/>
            <p:cNvSpPr/>
            <p:nvPr/>
          </p:nvSpPr>
          <p:spPr>
            <a:xfrm>
              <a:off x="7528381" y="3292292"/>
              <a:ext cx="166485" cy="165854"/>
            </a:xfrm>
            <a:custGeom>
              <a:rect b="b" l="l" r="r" t="t"/>
              <a:pathLst>
                <a:path extrusionOk="0" h="165854" w="166485">
                  <a:moveTo>
                    <a:pt x="161532" y="137469"/>
                  </a:moveTo>
                  <a:lnTo>
                    <a:pt x="120003" y="95941"/>
                  </a:lnTo>
                  <a:lnTo>
                    <a:pt x="113336" y="102608"/>
                  </a:lnTo>
                  <a:lnTo>
                    <a:pt x="105811" y="95083"/>
                  </a:lnTo>
                  <a:cubicBezTo>
                    <a:pt x="123622" y="71842"/>
                    <a:pt x="122194" y="38600"/>
                    <a:pt x="100953" y="17359"/>
                  </a:cubicBezTo>
                  <a:cubicBezTo>
                    <a:pt x="77807" y="-5786"/>
                    <a:pt x="40374" y="-5786"/>
                    <a:pt x="17324" y="17359"/>
                  </a:cubicBezTo>
                  <a:cubicBezTo>
                    <a:pt x="-5727" y="40505"/>
                    <a:pt x="-5822" y="77938"/>
                    <a:pt x="17324" y="100989"/>
                  </a:cubicBezTo>
                  <a:cubicBezTo>
                    <a:pt x="38850" y="122515"/>
                    <a:pt x="72568" y="123754"/>
                    <a:pt x="95809" y="105275"/>
                  </a:cubicBezTo>
                  <a:lnTo>
                    <a:pt x="103334" y="112800"/>
                  </a:lnTo>
                  <a:lnTo>
                    <a:pt x="96667" y="119467"/>
                  </a:lnTo>
                  <a:lnTo>
                    <a:pt x="138196" y="160996"/>
                  </a:lnTo>
                  <a:cubicBezTo>
                    <a:pt x="144673" y="167473"/>
                    <a:pt x="155150" y="167473"/>
                    <a:pt x="161627" y="160996"/>
                  </a:cubicBezTo>
                  <a:lnTo>
                    <a:pt x="161627" y="160996"/>
                  </a:lnTo>
                  <a:cubicBezTo>
                    <a:pt x="168104" y="154519"/>
                    <a:pt x="168104" y="144042"/>
                    <a:pt x="161627" y="137565"/>
                  </a:cubicBezTo>
                  <a:close/>
                  <a:moveTo>
                    <a:pt x="59138" y="102513"/>
                  </a:moveTo>
                  <a:cubicBezTo>
                    <a:pt x="54471" y="102513"/>
                    <a:pt x="49899" y="101751"/>
                    <a:pt x="45612" y="100417"/>
                  </a:cubicBezTo>
                  <a:cubicBezTo>
                    <a:pt x="33611" y="96512"/>
                    <a:pt x="23896" y="87463"/>
                    <a:pt x="19133" y="75938"/>
                  </a:cubicBezTo>
                  <a:cubicBezTo>
                    <a:pt x="16942" y="70794"/>
                    <a:pt x="15799" y="65175"/>
                    <a:pt x="15799" y="59269"/>
                  </a:cubicBezTo>
                  <a:cubicBezTo>
                    <a:pt x="15799" y="35361"/>
                    <a:pt x="35231" y="15931"/>
                    <a:pt x="59138" y="15931"/>
                  </a:cubicBezTo>
                  <a:cubicBezTo>
                    <a:pt x="65044" y="15931"/>
                    <a:pt x="70663" y="17074"/>
                    <a:pt x="75807" y="19264"/>
                  </a:cubicBezTo>
                  <a:cubicBezTo>
                    <a:pt x="87332" y="24122"/>
                    <a:pt x="96381" y="33742"/>
                    <a:pt x="100286" y="45744"/>
                  </a:cubicBezTo>
                  <a:cubicBezTo>
                    <a:pt x="101715" y="50030"/>
                    <a:pt x="102382" y="54507"/>
                    <a:pt x="102382" y="59269"/>
                  </a:cubicBezTo>
                  <a:cubicBezTo>
                    <a:pt x="102382" y="83177"/>
                    <a:pt x="83046" y="102513"/>
                    <a:pt x="59138" y="1025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6" name="Google Shape;5426;p187"/>
            <p:cNvSpPr/>
            <p:nvPr/>
          </p:nvSpPr>
          <p:spPr>
            <a:xfrm>
              <a:off x="7475124" y="3290220"/>
              <a:ext cx="7620" cy="174307"/>
            </a:xfrm>
            <a:custGeom>
              <a:rect b="b" l="l" r="r" t="t"/>
              <a:pathLst>
                <a:path extrusionOk="0" h="174307" w="7620">
                  <a:moveTo>
                    <a:pt x="3810" y="174308"/>
                  </a:moveTo>
                  <a:lnTo>
                    <a:pt x="3810" y="174308"/>
                  </a:lnTo>
                  <a:cubicBezTo>
                    <a:pt x="1714" y="174308"/>
                    <a:pt x="0" y="172593"/>
                    <a:pt x="0" y="170497"/>
                  </a:cubicBezTo>
                  <a:lnTo>
                    <a:pt x="0" y="3810"/>
                  </a:lnTo>
                  <a:cubicBezTo>
                    <a:pt x="0" y="1714"/>
                    <a:pt x="1714" y="0"/>
                    <a:pt x="3810" y="0"/>
                  </a:cubicBezTo>
                  <a:lnTo>
                    <a:pt x="3810" y="0"/>
                  </a:lnTo>
                  <a:cubicBezTo>
                    <a:pt x="5905" y="0"/>
                    <a:pt x="7620" y="1714"/>
                    <a:pt x="7620" y="3810"/>
                  </a:cubicBezTo>
                  <a:lnTo>
                    <a:pt x="7620" y="170497"/>
                  </a:lnTo>
                  <a:cubicBezTo>
                    <a:pt x="7620" y="172593"/>
                    <a:pt x="5905" y="174308"/>
                    <a:pt x="3810" y="17430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427" name="Google Shape;5427;p187"/>
          <p:cNvSpPr/>
          <p:nvPr/>
        </p:nvSpPr>
        <p:spPr>
          <a:xfrm flipH="1" rot="532502">
            <a:off x="-514115" y="4385276"/>
            <a:ext cx="1514959" cy="122499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8" name="Google Shape;5428;p187"/>
          <p:cNvGrpSpPr/>
          <p:nvPr/>
        </p:nvGrpSpPr>
        <p:grpSpPr>
          <a:xfrm>
            <a:off x="-148774" y="4544215"/>
            <a:ext cx="784225" cy="584398"/>
            <a:chOff x="1914620" y="1930431"/>
            <a:chExt cx="572929" cy="426911"/>
          </a:xfrm>
        </p:grpSpPr>
        <p:grpSp>
          <p:nvGrpSpPr>
            <p:cNvPr id="5429" name="Google Shape;5429;p187"/>
            <p:cNvGrpSpPr/>
            <p:nvPr/>
          </p:nvGrpSpPr>
          <p:grpSpPr>
            <a:xfrm>
              <a:off x="1914620" y="1930431"/>
              <a:ext cx="572929" cy="426911"/>
              <a:chOff x="1914620" y="1930431"/>
              <a:chExt cx="572929" cy="426911"/>
            </a:xfrm>
          </p:grpSpPr>
          <p:sp>
            <p:nvSpPr>
              <p:cNvPr id="5430" name="Google Shape;5430;p187"/>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1" name="Google Shape;5431;p187"/>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2" name="Google Shape;5432;p187"/>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433" name="Google Shape;5433;p187"/>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434" name="Google Shape;5434;p187"/>
          <p:cNvSpPr/>
          <p:nvPr/>
        </p:nvSpPr>
        <p:spPr>
          <a:xfrm rot="5844200">
            <a:off x="8030548" y="2339312"/>
            <a:ext cx="2404301" cy="131859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435" name="Shape 5435"/>
        <p:cNvGrpSpPr/>
        <p:nvPr/>
      </p:nvGrpSpPr>
      <p:grpSpPr>
        <a:xfrm>
          <a:off x="0" y="0"/>
          <a:ext cx="0" cy="0"/>
          <a:chOff x="0" y="0"/>
          <a:chExt cx="0" cy="0"/>
        </a:xfrm>
      </p:grpSpPr>
      <p:sp>
        <p:nvSpPr>
          <p:cNvPr id="5436" name="Google Shape;5436;p188"/>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437" name="Google Shape;5437;p188"/>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5438" name="Google Shape;5438;p188"/>
          <p:cNvSpPr/>
          <p:nvPr>
            <p:ph idx="2" type="pic"/>
          </p:nvPr>
        </p:nvSpPr>
        <p:spPr>
          <a:xfrm>
            <a:off x="5668975" y="1076550"/>
            <a:ext cx="2990400" cy="2990400"/>
          </a:xfrm>
          <a:prstGeom prst="roundRect">
            <a:avLst>
              <a:gd fmla="val 16667" name="adj"/>
            </a:avLst>
          </a:prstGeom>
          <a:noFill/>
          <a:ln>
            <a:noFill/>
          </a:ln>
        </p:spPr>
      </p:sp>
      <p:sp>
        <p:nvSpPr>
          <p:cNvPr id="5439" name="Google Shape;5439;p188"/>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188"/>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1" name="Google Shape;5441;p188"/>
          <p:cNvGrpSpPr/>
          <p:nvPr/>
        </p:nvGrpSpPr>
        <p:grpSpPr>
          <a:xfrm>
            <a:off x="65066" y="4373044"/>
            <a:ext cx="878158" cy="654532"/>
            <a:chOff x="1114425" y="4361211"/>
            <a:chExt cx="573023" cy="427101"/>
          </a:xfrm>
        </p:grpSpPr>
        <p:grpSp>
          <p:nvGrpSpPr>
            <p:cNvPr id="5442" name="Google Shape;5442;p188"/>
            <p:cNvGrpSpPr/>
            <p:nvPr/>
          </p:nvGrpSpPr>
          <p:grpSpPr>
            <a:xfrm>
              <a:off x="1114425" y="4361211"/>
              <a:ext cx="573023" cy="427101"/>
              <a:chOff x="1114425" y="4361211"/>
              <a:chExt cx="573023" cy="427101"/>
            </a:xfrm>
          </p:grpSpPr>
          <p:sp>
            <p:nvSpPr>
              <p:cNvPr id="5443" name="Google Shape;5443;p188"/>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4" name="Google Shape;5444;p188"/>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5" name="Google Shape;5445;p188"/>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446" name="Google Shape;5446;p188"/>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447" name="Shape 5447"/>
        <p:cNvGrpSpPr/>
        <p:nvPr/>
      </p:nvGrpSpPr>
      <p:grpSpPr>
        <a:xfrm>
          <a:off x="0" y="0"/>
          <a:ext cx="0" cy="0"/>
          <a:chOff x="0" y="0"/>
          <a:chExt cx="0" cy="0"/>
        </a:xfrm>
      </p:grpSpPr>
      <p:sp>
        <p:nvSpPr>
          <p:cNvPr id="5448" name="Google Shape;5448;p189"/>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5449" name="Google Shape;5449;p189"/>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189"/>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89"/>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452" name="Shape 5452"/>
        <p:cNvGrpSpPr/>
        <p:nvPr/>
      </p:nvGrpSpPr>
      <p:grpSpPr>
        <a:xfrm>
          <a:off x="0" y="0"/>
          <a:ext cx="0" cy="0"/>
          <a:chOff x="0" y="0"/>
          <a:chExt cx="0" cy="0"/>
        </a:xfrm>
      </p:grpSpPr>
      <p:sp>
        <p:nvSpPr>
          <p:cNvPr id="5453" name="Google Shape;5453;p190"/>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15000"/>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5454" name="Google Shape;5454;p190"/>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455" name="Google Shape;5455;p190"/>
          <p:cNvSpPr/>
          <p:nvPr/>
        </p:nvSpPr>
        <p:spPr>
          <a:xfrm rot="3263452">
            <a:off x="-163955"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90"/>
          <p:cNvSpPr/>
          <p:nvPr/>
        </p:nvSpPr>
        <p:spPr>
          <a:xfrm rot="-460623">
            <a:off x="-1793263"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90"/>
          <p:cNvSpPr/>
          <p:nvPr/>
        </p:nvSpPr>
        <p:spPr>
          <a:xfrm rot="4592047">
            <a:off x="7797256" y="593203"/>
            <a:ext cx="1475158" cy="11928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458" name="Shape 5458"/>
        <p:cNvGrpSpPr/>
        <p:nvPr/>
      </p:nvGrpSpPr>
      <p:grpSpPr>
        <a:xfrm>
          <a:off x="0" y="0"/>
          <a:ext cx="0" cy="0"/>
          <a:chOff x="0" y="0"/>
          <a:chExt cx="0" cy="0"/>
        </a:xfrm>
      </p:grpSpPr>
      <p:sp>
        <p:nvSpPr>
          <p:cNvPr id="5459" name="Google Shape;5459;p191"/>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algn="ctr">
              <a:spcBef>
                <a:spcPts val="0"/>
              </a:spcBef>
              <a:spcAft>
                <a:spcPts val="0"/>
              </a:spcAft>
              <a:buSzPts val="3000"/>
              <a:buNone/>
              <a:defRPr>
                <a:solidFill>
                  <a:schemeClr val="lt1"/>
                </a:solidFill>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Tree>
  </p:cSld>
  <p:clrMapOvr>
    <a:masterClrMapping/>
  </p:clrMapOvr>
</p:sldLayout>
</file>

<file path=ppt/slideLayouts/slideLayout1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460" name="Shape 5460"/>
        <p:cNvGrpSpPr/>
        <p:nvPr/>
      </p:nvGrpSpPr>
      <p:grpSpPr>
        <a:xfrm>
          <a:off x="0" y="0"/>
          <a:ext cx="0" cy="0"/>
          <a:chOff x="0" y="0"/>
          <a:chExt cx="0" cy="0"/>
        </a:xfrm>
      </p:grpSpPr>
      <p:sp>
        <p:nvSpPr>
          <p:cNvPr id="5461" name="Google Shape;5461;p192"/>
          <p:cNvSpPr txBox="1"/>
          <p:nvPr>
            <p:ph hasCustomPrompt="1" type="title"/>
          </p:nvPr>
        </p:nvSpPr>
        <p:spPr>
          <a:xfrm>
            <a:off x="713225" y="1477363"/>
            <a:ext cx="6576000" cy="15267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462" name="Google Shape;5462;p192"/>
          <p:cNvSpPr txBox="1"/>
          <p:nvPr>
            <p:ph idx="1" type="subTitle"/>
          </p:nvPr>
        </p:nvSpPr>
        <p:spPr>
          <a:xfrm>
            <a:off x="713225" y="3169038"/>
            <a:ext cx="6576000" cy="497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5463" name="Google Shape;5463;p192"/>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192"/>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92"/>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92"/>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7" name="Google Shape;5467;p192"/>
          <p:cNvGrpSpPr/>
          <p:nvPr/>
        </p:nvGrpSpPr>
        <p:grpSpPr>
          <a:xfrm>
            <a:off x="7441503" y="289852"/>
            <a:ext cx="1366913" cy="1382099"/>
            <a:chOff x="6568493" y="8"/>
            <a:chExt cx="1820608" cy="1840590"/>
          </a:xfrm>
        </p:grpSpPr>
        <p:sp>
          <p:nvSpPr>
            <p:cNvPr id="5468" name="Google Shape;5468;p192"/>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69" name="Google Shape;5469;p192"/>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470" name="Google Shape;5470;p192"/>
            <p:cNvGrpSpPr/>
            <p:nvPr/>
          </p:nvGrpSpPr>
          <p:grpSpPr>
            <a:xfrm>
              <a:off x="6568493" y="84720"/>
              <a:ext cx="1649109" cy="1669065"/>
              <a:chOff x="8921020" y="472154"/>
              <a:chExt cx="1959958" cy="1983676"/>
            </a:xfrm>
          </p:grpSpPr>
          <p:sp>
            <p:nvSpPr>
              <p:cNvPr id="5471" name="Google Shape;5471;p192"/>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72" name="Google Shape;5472;p192"/>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473" name="Google Shape;5473;p192"/>
              <p:cNvGrpSpPr/>
              <p:nvPr/>
            </p:nvGrpSpPr>
            <p:grpSpPr>
              <a:xfrm>
                <a:off x="9011888" y="537781"/>
                <a:ext cx="255174" cy="64389"/>
                <a:chOff x="9011888" y="537781"/>
                <a:chExt cx="255174" cy="64389"/>
              </a:xfrm>
            </p:grpSpPr>
            <p:sp>
              <p:nvSpPr>
                <p:cNvPr id="5474" name="Google Shape;5474;p192"/>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75" name="Google Shape;5475;p192"/>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76" name="Google Shape;5476;p192"/>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477" name="Google Shape;5477;p192"/>
            <p:cNvGrpSpPr/>
            <p:nvPr/>
          </p:nvGrpSpPr>
          <p:grpSpPr>
            <a:xfrm>
              <a:off x="6795939" y="406335"/>
              <a:ext cx="1194216" cy="1228757"/>
              <a:chOff x="9191339" y="854392"/>
              <a:chExt cx="1419320" cy="1460372"/>
            </a:xfrm>
          </p:grpSpPr>
          <p:grpSp>
            <p:nvGrpSpPr>
              <p:cNvPr id="5478" name="Google Shape;5478;p192"/>
              <p:cNvGrpSpPr/>
              <p:nvPr/>
            </p:nvGrpSpPr>
            <p:grpSpPr>
              <a:xfrm>
                <a:off x="9191339" y="1884045"/>
                <a:ext cx="604932" cy="420243"/>
                <a:chOff x="9191339" y="1884045"/>
                <a:chExt cx="604932" cy="420243"/>
              </a:xfrm>
            </p:grpSpPr>
            <p:sp>
              <p:nvSpPr>
                <p:cNvPr id="5479" name="Google Shape;5479;p192"/>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80" name="Google Shape;5480;p192"/>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81" name="Google Shape;5481;p192"/>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82" name="Google Shape;5482;p192"/>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83" name="Google Shape;5483;p192"/>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84" name="Google Shape;5484;p192"/>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85" name="Google Shape;5485;p192"/>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86" name="Google Shape;5486;p192"/>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87" name="Google Shape;5487;p192"/>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88" name="Google Shape;5488;p192"/>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89" name="Google Shape;5489;p192"/>
              <p:cNvGrpSpPr/>
              <p:nvPr/>
            </p:nvGrpSpPr>
            <p:grpSpPr>
              <a:xfrm>
                <a:off x="10004774" y="854392"/>
                <a:ext cx="604932" cy="420243"/>
                <a:chOff x="10004774" y="854392"/>
                <a:chExt cx="604932" cy="420243"/>
              </a:xfrm>
            </p:grpSpPr>
            <p:sp>
              <p:nvSpPr>
                <p:cNvPr id="5490" name="Google Shape;5490;p192"/>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91" name="Google Shape;5491;p192"/>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92" name="Google Shape;5492;p192"/>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93" name="Google Shape;5493;p192"/>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94" name="Google Shape;5494;p192"/>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95" name="Google Shape;5495;p192"/>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96" name="Google Shape;5496;p192"/>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97" name="Google Shape;5497;p192"/>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98" name="Google Shape;5498;p192"/>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99" name="Google Shape;5499;p192"/>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500" name="Google Shape;5500;p192"/>
              <p:cNvGrpSpPr/>
              <p:nvPr/>
            </p:nvGrpSpPr>
            <p:grpSpPr>
              <a:xfrm>
                <a:off x="10004774" y="1374362"/>
                <a:ext cx="604932" cy="303466"/>
                <a:chOff x="10004774" y="1374362"/>
                <a:chExt cx="604932" cy="303466"/>
              </a:xfrm>
            </p:grpSpPr>
            <p:sp>
              <p:nvSpPr>
                <p:cNvPr id="5501" name="Google Shape;5501;p192"/>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02" name="Google Shape;5502;p192"/>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03" name="Google Shape;5503;p192"/>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04" name="Google Shape;5504;p192"/>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05" name="Google Shape;5505;p192"/>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06" name="Google Shape;5506;p192"/>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07" name="Google Shape;5507;p192"/>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08" name="Google Shape;5508;p192"/>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509" name="Google Shape;5509;p192"/>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10" name="Google Shape;5510;p192"/>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511" name="Google Shape;5511;p192"/>
            <p:cNvGrpSpPr/>
            <p:nvPr/>
          </p:nvGrpSpPr>
          <p:grpSpPr>
            <a:xfrm>
              <a:off x="6717319" y="354723"/>
              <a:ext cx="656533" cy="799751"/>
              <a:chOff x="9097899" y="793051"/>
              <a:chExt cx="780287" cy="950500"/>
            </a:xfrm>
          </p:grpSpPr>
          <p:grpSp>
            <p:nvGrpSpPr>
              <p:cNvPr id="5512" name="Google Shape;5512;p192"/>
              <p:cNvGrpSpPr/>
              <p:nvPr/>
            </p:nvGrpSpPr>
            <p:grpSpPr>
              <a:xfrm>
                <a:off x="9118758" y="814006"/>
                <a:ext cx="747999" cy="918020"/>
                <a:chOff x="9118758" y="814006"/>
                <a:chExt cx="747999" cy="918020"/>
              </a:xfrm>
            </p:grpSpPr>
            <p:sp>
              <p:nvSpPr>
                <p:cNvPr id="5513" name="Google Shape;5513;p192"/>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14" name="Google Shape;5514;p192"/>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15" name="Google Shape;5515;p192"/>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16" name="Google Shape;5516;p192"/>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517" name="Google Shape;5517;p192"/>
              <p:cNvGrpSpPr/>
              <p:nvPr/>
            </p:nvGrpSpPr>
            <p:grpSpPr>
              <a:xfrm>
                <a:off x="9097899" y="793051"/>
                <a:ext cx="780287" cy="950500"/>
                <a:chOff x="9097899" y="793051"/>
                <a:chExt cx="780287" cy="950500"/>
              </a:xfrm>
            </p:grpSpPr>
            <p:grpSp>
              <p:nvGrpSpPr>
                <p:cNvPr id="5518" name="Google Shape;5518;p192"/>
                <p:cNvGrpSpPr/>
                <p:nvPr/>
              </p:nvGrpSpPr>
              <p:grpSpPr>
                <a:xfrm>
                  <a:off x="9097899" y="793051"/>
                  <a:ext cx="780287" cy="41909"/>
                  <a:chOff x="9097899" y="793051"/>
                  <a:chExt cx="780287" cy="41909"/>
                </a:xfrm>
              </p:grpSpPr>
              <p:sp>
                <p:nvSpPr>
                  <p:cNvPr id="5519" name="Google Shape;5519;p192"/>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20" name="Google Shape;5520;p192"/>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21" name="Google Shape;5521;p192"/>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522" name="Google Shape;5522;p192"/>
                <p:cNvGrpSpPr/>
                <p:nvPr/>
              </p:nvGrpSpPr>
              <p:grpSpPr>
                <a:xfrm>
                  <a:off x="9097899" y="1247298"/>
                  <a:ext cx="780287" cy="41910"/>
                  <a:chOff x="9097899" y="1247298"/>
                  <a:chExt cx="780287" cy="41910"/>
                </a:xfrm>
              </p:grpSpPr>
              <p:sp>
                <p:nvSpPr>
                  <p:cNvPr id="5523" name="Google Shape;5523;p192"/>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24" name="Google Shape;5524;p192"/>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525" name="Google Shape;5525;p192"/>
                <p:cNvGrpSpPr/>
                <p:nvPr/>
              </p:nvGrpSpPr>
              <p:grpSpPr>
                <a:xfrm>
                  <a:off x="9097899" y="1701641"/>
                  <a:ext cx="780287" cy="41910"/>
                  <a:chOff x="9097899" y="1701641"/>
                  <a:chExt cx="780287" cy="41910"/>
                </a:xfrm>
              </p:grpSpPr>
              <p:sp>
                <p:nvSpPr>
                  <p:cNvPr id="5526" name="Google Shape;5526;p192"/>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27" name="Google Shape;5527;p192"/>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28" name="Google Shape;5528;p192"/>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5529" name="Google Shape;5529;p192"/>
            <p:cNvGrpSpPr/>
            <p:nvPr/>
          </p:nvGrpSpPr>
          <p:grpSpPr>
            <a:xfrm>
              <a:off x="7074117" y="956519"/>
              <a:ext cx="215826" cy="125825"/>
              <a:chOff x="9521952" y="1508283"/>
              <a:chExt cx="256508" cy="149542"/>
            </a:xfrm>
          </p:grpSpPr>
          <p:sp>
            <p:nvSpPr>
              <p:cNvPr id="5530" name="Google Shape;5530;p192"/>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531" name="Google Shape;5531;p192"/>
              <p:cNvGrpSpPr/>
              <p:nvPr/>
            </p:nvGrpSpPr>
            <p:grpSpPr>
              <a:xfrm>
                <a:off x="9556578" y="1534618"/>
                <a:ext cx="183763" cy="98921"/>
                <a:chOff x="9556578" y="1534618"/>
                <a:chExt cx="183763" cy="98921"/>
              </a:xfrm>
            </p:grpSpPr>
            <p:grpSp>
              <p:nvGrpSpPr>
                <p:cNvPr id="5532" name="Google Shape;5532;p192"/>
                <p:cNvGrpSpPr/>
                <p:nvPr/>
              </p:nvGrpSpPr>
              <p:grpSpPr>
                <a:xfrm>
                  <a:off x="9645396" y="1536115"/>
                  <a:ext cx="94945" cy="94946"/>
                  <a:chOff x="9645396" y="1536115"/>
                  <a:chExt cx="94945" cy="94946"/>
                </a:xfrm>
              </p:grpSpPr>
              <p:sp>
                <p:nvSpPr>
                  <p:cNvPr id="5533" name="Google Shape;5533;p192"/>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34" name="Google Shape;5534;p192"/>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535" name="Google Shape;5535;p192"/>
                <p:cNvGrpSpPr/>
                <p:nvPr/>
              </p:nvGrpSpPr>
              <p:grpSpPr>
                <a:xfrm>
                  <a:off x="9556578" y="1534618"/>
                  <a:ext cx="98773" cy="98921"/>
                  <a:chOff x="9556578" y="1534618"/>
                  <a:chExt cx="98773" cy="98921"/>
                </a:xfrm>
              </p:grpSpPr>
              <p:sp>
                <p:nvSpPr>
                  <p:cNvPr id="5536" name="Google Shape;5536;p192"/>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37" name="Google Shape;5537;p192"/>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5538" name="Shape 5538"/>
        <p:cNvGrpSpPr/>
        <p:nvPr/>
      </p:nvGrpSpPr>
      <p:grpSpPr>
        <a:xfrm>
          <a:off x="0" y="0"/>
          <a:ext cx="0" cy="0"/>
          <a:chOff x="0" y="0"/>
          <a:chExt cx="0" cy="0"/>
        </a:xfrm>
      </p:grpSpPr>
    </p:spTree>
  </p:cSld>
  <p:clrMapOvr>
    <a:masterClrMapping/>
  </p:clrMapOvr>
</p:sldLayout>
</file>

<file path=ppt/slideLayouts/slideLayout1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5539" name="Shape 5539"/>
        <p:cNvGrpSpPr/>
        <p:nvPr/>
      </p:nvGrpSpPr>
      <p:grpSpPr>
        <a:xfrm>
          <a:off x="0" y="0"/>
          <a:ext cx="0" cy="0"/>
          <a:chOff x="0" y="0"/>
          <a:chExt cx="0" cy="0"/>
        </a:xfrm>
      </p:grpSpPr>
      <p:sp>
        <p:nvSpPr>
          <p:cNvPr id="5540" name="Google Shape;5540;p19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541" name="Google Shape;5541;p194"/>
          <p:cNvSpPr txBox="1"/>
          <p:nvPr>
            <p:ph hasCustomPrompt="1" idx="2" type="title"/>
          </p:nvPr>
        </p:nvSpPr>
        <p:spPr>
          <a:xfrm>
            <a:off x="110097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5542" name="Google Shape;5542;p194"/>
          <p:cNvSpPr txBox="1"/>
          <p:nvPr>
            <p:ph hasCustomPrompt="1" idx="3" type="title"/>
          </p:nvPr>
        </p:nvSpPr>
        <p:spPr>
          <a:xfrm>
            <a:off x="110097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5543" name="Google Shape;5543;p194"/>
          <p:cNvSpPr txBox="1"/>
          <p:nvPr>
            <p:ph hasCustomPrompt="1" idx="4" type="title"/>
          </p:nvPr>
        </p:nvSpPr>
        <p:spPr>
          <a:xfrm>
            <a:off x="3419250"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5544" name="Google Shape;5544;p194"/>
          <p:cNvSpPr txBox="1"/>
          <p:nvPr>
            <p:ph hasCustomPrompt="1" idx="5" type="title"/>
          </p:nvPr>
        </p:nvSpPr>
        <p:spPr>
          <a:xfrm>
            <a:off x="3419250"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5545" name="Google Shape;5545;p194"/>
          <p:cNvSpPr txBox="1"/>
          <p:nvPr>
            <p:ph hasCustomPrompt="1" idx="6" type="title"/>
          </p:nvPr>
        </p:nvSpPr>
        <p:spPr>
          <a:xfrm>
            <a:off x="573752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5546" name="Google Shape;5546;p194"/>
          <p:cNvSpPr txBox="1"/>
          <p:nvPr>
            <p:ph hasCustomPrompt="1" idx="7" type="title"/>
          </p:nvPr>
        </p:nvSpPr>
        <p:spPr>
          <a:xfrm>
            <a:off x="573752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5547" name="Google Shape;5547;p194"/>
          <p:cNvSpPr txBox="1"/>
          <p:nvPr>
            <p:ph idx="1" type="subTitle"/>
          </p:nvPr>
        </p:nvSpPr>
        <p:spPr>
          <a:xfrm>
            <a:off x="110097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548" name="Google Shape;5548;p194"/>
          <p:cNvSpPr txBox="1"/>
          <p:nvPr>
            <p:ph idx="8" type="subTitle"/>
          </p:nvPr>
        </p:nvSpPr>
        <p:spPr>
          <a:xfrm>
            <a:off x="3419250"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549" name="Google Shape;5549;p194"/>
          <p:cNvSpPr txBox="1"/>
          <p:nvPr>
            <p:ph idx="9" type="subTitle"/>
          </p:nvPr>
        </p:nvSpPr>
        <p:spPr>
          <a:xfrm>
            <a:off x="573752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550" name="Google Shape;5550;p194"/>
          <p:cNvSpPr txBox="1"/>
          <p:nvPr>
            <p:ph idx="13" type="subTitle"/>
          </p:nvPr>
        </p:nvSpPr>
        <p:spPr>
          <a:xfrm>
            <a:off x="110097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551" name="Google Shape;5551;p194"/>
          <p:cNvSpPr txBox="1"/>
          <p:nvPr>
            <p:ph idx="14" type="subTitle"/>
          </p:nvPr>
        </p:nvSpPr>
        <p:spPr>
          <a:xfrm>
            <a:off x="3419250"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552" name="Google Shape;5552;p194"/>
          <p:cNvSpPr txBox="1"/>
          <p:nvPr>
            <p:ph idx="15" type="subTitle"/>
          </p:nvPr>
        </p:nvSpPr>
        <p:spPr>
          <a:xfrm>
            <a:off x="573752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553" name="Google Shape;5553;p194"/>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194"/>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5" name="Google Shape;5555;p194"/>
          <p:cNvGrpSpPr/>
          <p:nvPr/>
        </p:nvGrpSpPr>
        <p:grpSpPr>
          <a:xfrm>
            <a:off x="8114970" y="266839"/>
            <a:ext cx="829992" cy="750888"/>
            <a:chOff x="8114596" y="445039"/>
            <a:chExt cx="633002" cy="572716"/>
          </a:xfrm>
        </p:grpSpPr>
        <p:grpSp>
          <p:nvGrpSpPr>
            <p:cNvPr id="5556" name="Google Shape;5556;p194"/>
            <p:cNvGrpSpPr/>
            <p:nvPr/>
          </p:nvGrpSpPr>
          <p:grpSpPr>
            <a:xfrm>
              <a:off x="8114596" y="445039"/>
              <a:ext cx="633002" cy="572716"/>
              <a:chOff x="7189660" y="520827"/>
              <a:chExt cx="598074" cy="541115"/>
            </a:xfrm>
          </p:grpSpPr>
          <p:sp>
            <p:nvSpPr>
              <p:cNvPr id="5557" name="Google Shape;5557;p194"/>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558" name="Google Shape;5558;p194"/>
              <p:cNvGrpSpPr/>
              <p:nvPr/>
            </p:nvGrpSpPr>
            <p:grpSpPr>
              <a:xfrm>
                <a:off x="7579137" y="551973"/>
                <a:ext cx="164782" cy="41529"/>
                <a:chOff x="7579137" y="551973"/>
                <a:chExt cx="164782" cy="41529"/>
              </a:xfrm>
            </p:grpSpPr>
            <p:sp>
              <p:nvSpPr>
                <p:cNvPr id="5559" name="Google Shape;5559;p194"/>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60" name="Google Shape;5560;p194"/>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61" name="Google Shape;5561;p194"/>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562" name="Google Shape;5562;p194"/>
            <p:cNvGrpSpPr/>
            <p:nvPr/>
          </p:nvGrpSpPr>
          <p:grpSpPr>
            <a:xfrm>
              <a:off x="8184962" y="619646"/>
              <a:ext cx="498115" cy="257273"/>
              <a:chOff x="7256144" y="685800"/>
              <a:chExt cx="470630" cy="243077"/>
            </a:xfrm>
          </p:grpSpPr>
          <p:sp>
            <p:nvSpPr>
              <p:cNvPr id="5563" name="Google Shape;5563;p194"/>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564" name="Google Shape;5564;p194"/>
              <p:cNvGrpSpPr/>
              <p:nvPr/>
            </p:nvGrpSpPr>
            <p:grpSpPr>
              <a:xfrm>
                <a:off x="7512843" y="685800"/>
                <a:ext cx="213931" cy="243077"/>
                <a:chOff x="7512843" y="685800"/>
                <a:chExt cx="213931" cy="243077"/>
              </a:xfrm>
            </p:grpSpPr>
            <p:grpSp>
              <p:nvGrpSpPr>
                <p:cNvPr id="5565" name="Google Shape;5565;p194"/>
                <p:cNvGrpSpPr/>
                <p:nvPr/>
              </p:nvGrpSpPr>
              <p:grpSpPr>
                <a:xfrm>
                  <a:off x="7512843" y="836580"/>
                  <a:ext cx="213931" cy="92297"/>
                  <a:chOff x="7512843" y="836580"/>
                  <a:chExt cx="213931" cy="92297"/>
                </a:xfrm>
              </p:grpSpPr>
              <p:sp>
                <p:nvSpPr>
                  <p:cNvPr id="5566" name="Google Shape;5566;p194"/>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67" name="Google Shape;5567;p194"/>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568" name="Google Shape;5568;p194"/>
                <p:cNvGrpSpPr/>
                <p:nvPr/>
              </p:nvGrpSpPr>
              <p:grpSpPr>
                <a:xfrm>
                  <a:off x="7512843" y="761238"/>
                  <a:ext cx="213931" cy="92296"/>
                  <a:chOff x="7512843" y="761238"/>
                  <a:chExt cx="213931" cy="92296"/>
                </a:xfrm>
              </p:grpSpPr>
              <p:sp>
                <p:nvSpPr>
                  <p:cNvPr id="5569" name="Google Shape;5569;p194"/>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70" name="Google Shape;5570;p194"/>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571" name="Google Shape;5571;p194"/>
                <p:cNvGrpSpPr/>
                <p:nvPr/>
              </p:nvGrpSpPr>
              <p:grpSpPr>
                <a:xfrm>
                  <a:off x="7512843" y="685800"/>
                  <a:ext cx="213931" cy="92297"/>
                  <a:chOff x="7512843" y="685800"/>
                  <a:chExt cx="213931" cy="92297"/>
                </a:xfrm>
              </p:grpSpPr>
              <p:sp>
                <p:nvSpPr>
                  <p:cNvPr id="5572" name="Google Shape;5572;p194"/>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73" name="Google Shape;5573;p194"/>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
        <p:nvSpPr>
          <p:cNvPr id="5574" name="Google Shape;5574;p194"/>
          <p:cNvSpPr/>
          <p:nvPr/>
        </p:nvSpPr>
        <p:spPr>
          <a:xfrm>
            <a:off x="62832" y="4828541"/>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575" name="Google Shape;5575;p194"/>
          <p:cNvGrpSpPr/>
          <p:nvPr/>
        </p:nvGrpSpPr>
        <p:grpSpPr>
          <a:xfrm>
            <a:off x="103395" y="3891186"/>
            <a:ext cx="668783" cy="959747"/>
            <a:chOff x="10519314" y="4728596"/>
            <a:chExt cx="751780" cy="1078731"/>
          </a:xfrm>
        </p:grpSpPr>
        <p:grpSp>
          <p:nvGrpSpPr>
            <p:cNvPr id="5576" name="Google Shape;5576;p194"/>
            <p:cNvGrpSpPr/>
            <p:nvPr/>
          </p:nvGrpSpPr>
          <p:grpSpPr>
            <a:xfrm>
              <a:off x="10519314" y="4728596"/>
              <a:ext cx="626662" cy="1078731"/>
              <a:chOff x="10519314" y="4728596"/>
              <a:chExt cx="626662" cy="1078731"/>
            </a:xfrm>
          </p:grpSpPr>
          <p:grpSp>
            <p:nvGrpSpPr>
              <p:cNvPr id="5577" name="Google Shape;5577;p194"/>
              <p:cNvGrpSpPr/>
              <p:nvPr/>
            </p:nvGrpSpPr>
            <p:grpSpPr>
              <a:xfrm>
                <a:off x="10903220" y="4888205"/>
                <a:ext cx="242756" cy="919122"/>
                <a:chOff x="10903220" y="4888205"/>
                <a:chExt cx="242756" cy="919122"/>
              </a:xfrm>
            </p:grpSpPr>
            <p:sp>
              <p:nvSpPr>
                <p:cNvPr id="5578" name="Google Shape;5578;p194"/>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79" name="Google Shape;5579;p194"/>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0" name="Google Shape;5580;p194"/>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581" name="Google Shape;5581;p194"/>
                <p:cNvGrpSpPr/>
                <p:nvPr/>
              </p:nvGrpSpPr>
              <p:grpSpPr>
                <a:xfrm>
                  <a:off x="11014221" y="5588618"/>
                  <a:ext cx="100021" cy="114784"/>
                  <a:chOff x="11014221" y="5588618"/>
                  <a:chExt cx="100021" cy="114784"/>
                </a:xfrm>
              </p:grpSpPr>
              <p:sp>
                <p:nvSpPr>
                  <p:cNvPr id="5582" name="Google Shape;5582;p194"/>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3" name="Google Shape;5583;p194"/>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4" name="Google Shape;5584;p194"/>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5" name="Google Shape;5585;p194"/>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586" name="Google Shape;5586;p194"/>
              <p:cNvGrpSpPr/>
              <p:nvPr/>
            </p:nvGrpSpPr>
            <p:grpSpPr>
              <a:xfrm>
                <a:off x="10718623" y="4728596"/>
                <a:ext cx="229169" cy="1075979"/>
                <a:chOff x="10718623" y="4728596"/>
                <a:chExt cx="229169" cy="1075979"/>
              </a:xfrm>
            </p:grpSpPr>
            <p:sp>
              <p:nvSpPr>
                <p:cNvPr id="5587" name="Google Shape;5587;p194"/>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8" name="Google Shape;5588;p194"/>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589" name="Google Shape;5589;p194"/>
                <p:cNvGrpSpPr/>
                <p:nvPr/>
              </p:nvGrpSpPr>
              <p:grpSpPr>
                <a:xfrm>
                  <a:off x="10765015" y="5040134"/>
                  <a:ext cx="116314" cy="49775"/>
                  <a:chOff x="10765015" y="5040134"/>
                  <a:chExt cx="116314" cy="49775"/>
                </a:xfrm>
              </p:grpSpPr>
              <p:sp>
                <p:nvSpPr>
                  <p:cNvPr id="5590" name="Google Shape;5590;p194"/>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1" name="Google Shape;5591;p194"/>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592" name="Google Shape;5592;p194"/>
                <p:cNvGrpSpPr/>
                <p:nvPr/>
              </p:nvGrpSpPr>
              <p:grpSpPr>
                <a:xfrm>
                  <a:off x="10784825" y="5436314"/>
                  <a:ext cx="116414" cy="49961"/>
                  <a:chOff x="10784825" y="5436314"/>
                  <a:chExt cx="116414" cy="49961"/>
                </a:xfrm>
              </p:grpSpPr>
              <p:sp>
                <p:nvSpPr>
                  <p:cNvPr id="5593" name="Google Shape;5593;p194"/>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4" name="Google Shape;5594;p194"/>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595" name="Google Shape;5595;p194"/>
              <p:cNvGrpSpPr/>
              <p:nvPr/>
            </p:nvGrpSpPr>
            <p:grpSpPr>
              <a:xfrm>
                <a:off x="10519314" y="4813458"/>
                <a:ext cx="202120" cy="992123"/>
                <a:chOff x="10519314" y="4813458"/>
                <a:chExt cx="202120" cy="992123"/>
              </a:xfrm>
            </p:grpSpPr>
            <p:sp>
              <p:nvSpPr>
                <p:cNvPr id="5596" name="Google Shape;5596;p194"/>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7" name="Google Shape;5597;p194"/>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598" name="Google Shape;5598;p194"/>
                <p:cNvGrpSpPr/>
                <p:nvPr/>
              </p:nvGrpSpPr>
              <p:grpSpPr>
                <a:xfrm>
                  <a:off x="10556176" y="5465730"/>
                  <a:ext cx="128397" cy="44196"/>
                  <a:chOff x="10556176" y="5465730"/>
                  <a:chExt cx="128397" cy="44196"/>
                </a:xfrm>
              </p:grpSpPr>
              <p:sp>
                <p:nvSpPr>
                  <p:cNvPr id="5599" name="Google Shape;5599;p194"/>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0" name="Google Shape;5600;p194"/>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601" name="Google Shape;5601;p194"/>
                <p:cNvGrpSpPr/>
                <p:nvPr/>
              </p:nvGrpSpPr>
              <p:grpSpPr>
                <a:xfrm>
                  <a:off x="10556176" y="5689187"/>
                  <a:ext cx="128397" cy="44196"/>
                  <a:chOff x="10556176" y="5689187"/>
                  <a:chExt cx="128397" cy="44196"/>
                </a:xfrm>
              </p:grpSpPr>
              <p:sp>
                <p:nvSpPr>
                  <p:cNvPr id="5602" name="Google Shape;5602;p194"/>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3" name="Google Shape;5603;p194"/>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5604" name="Google Shape;5604;p194"/>
            <p:cNvGrpSpPr/>
            <p:nvPr/>
          </p:nvGrpSpPr>
          <p:grpSpPr>
            <a:xfrm>
              <a:off x="11058042" y="5088325"/>
              <a:ext cx="213052" cy="717953"/>
              <a:chOff x="11058042" y="5088325"/>
              <a:chExt cx="213052" cy="717953"/>
            </a:xfrm>
          </p:grpSpPr>
          <p:sp>
            <p:nvSpPr>
              <p:cNvPr id="5605" name="Google Shape;5605;p194"/>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6" name="Google Shape;5606;p194"/>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607" name="Google Shape;5607;p194"/>
          <p:cNvGrpSpPr/>
          <p:nvPr/>
        </p:nvGrpSpPr>
        <p:grpSpPr>
          <a:xfrm>
            <a:off x="150676" y="2823493"/>
            <a:ext cx="516117" cy="779220"/>
            <a:chOff x="10572463" y="3528536"/>
            <a:chExt cx="580168" cy="875823"/>
          </a:xfrm>
        </p:grpSpPr>
        <p:grpSp>
          <p:nvGrpSpPr>
            <p:cNvPr id="5608" name="Google Shape;5608;p194"/>
            <p:cNvGrpSpPr/>
            <p:nvPr/>
          </p:nvGrpSpPr>
          <p:grpSpPr>
            <a:xfrm>
              <a:off x="10713815" y="3528536"/>
              <a:ext cx="438816" cy="746664"/>
              <a:chOff x="10713815" y="3528536"/>
              <a:chExt cx="438816" cy="746664"/>
            </a:xfrm>
          </p:grpSpPr>
          <p:sp>
            <p:nvSpPr>
              <p:cNvPr id="5609" name="Google Shape;5609;p194"/>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610" name="Google Shape;5610;p194"/>
              <p:cNvGrpSpPr/>
              <p:nvPr/>
            </p:nvGrpSpPr>
            <p:grpSpPr>
              <a:xfrm>
                <a:off x="10776489" y="3625310"/>
                <a:ext cx="313848" cy="288226"/>
                <a:chOff x="10776489" y="3625310"/>
                <a:chExt cx="313848" cy="288226"/>
              </a:xfrm>
            </p:grpSpPr>
            <p:sp>
              <p:nvSpPr>
                <p:cNvPr id="5611" name="Google Shape;5611;p194"/>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2" name="Google Shape;5612;p194"/>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3" name="Google Shape;5613;p194"/>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4" name="Google Shape;5614;p194"/>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5" name="Google Shape;5615;p194"/>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6" name="Google Shape;5616;p194"/>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617" name="Google Shape;5617;p194"/>
              <p:cNvGrpSpPr/>
              <p:nvPr/>
            </p:nvGrpSpPr>
            <p:grpSpPr>
              <a:xfrm>
                <a:off x="10776489" y="3999547"/>
                <a:ext cx="313848" cy="181546"/>
                <a:chOff x="10776489" y="3999547"/>
                <a:chExt cx="313848" cy="181546"/>
              </a:xfrm>
            </p:grpSpPr>
            <p:sp>
              <p:nvSpPr>
                <p:cNvPr id="5618" name="Google Shape;5618;p194"/>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9" name="Google Shape;5619;p194"/>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20" name="Google Shape;5620;p194"/>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21" name="Google Shape;5621;p194"/>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622" name="Google Shape;5622;p194"/>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623" name="Google Shape;5623;p194"/>
            <p:cNvGrpSpPr/>
            <p:nvPr/>
          </p:nvGrpSpPr>
          <p:grpSpPr>
            <a:xfrm>
              <a:off x="10572463" y="3657790"/>
              <a:ext cx="438817" cy="746569"/>
              <a:chOff x="10572463" y="3657790"/>
              <a:chExt cx="438817" cy="746569"/>
            </a:xfrm>
          </p:grpSpPr>
          <p:sp>
            <p:nvSpPr>
              <p:cNvPr id="5624" name="Google Shape;5624;p194"/>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625" name="Google Shape;5625;p194"/>
              <p:cNvGrpSpPr/>
              <p:nvPr/>
            </p:nvGrpSpPr>
            <p:grpSpPr>
              <a:xfrm>
                <a:off x="10635138" y="3754469"/>
                <a:ext cx="313848" cy="288321"/>
                <a:chOff x="10635138" y="3754469"/>
                <a:chExt cx="313848" cy="288321"/>
              </a:xfrm>
            </p:grpSpPr>
            <p:sp>
              <p:nvSpPr>
                <p:cNvPr id="5626" name="Google Shape;5626;p194"/>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27" name="Google Shape;5627;p194"/>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28" name="Google Shape;5628;p194"/>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29" name="Google Shape;5629;p194"/>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30" name="Google Shape;5630;p194"/>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31" name="Google Shape;5631;p194"/>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632" name="Google Shape;5632;p194"/>
              <p:cNvGrpSpPr/>
              <p:nvPr/>
            </p:nvGrpSpPr>
            <p:grpSpPr>
              <a:xfrm>
                <a:off x="10635138" y="4128801"/>
                <a:ext cx="313848" cy="181547"/>
                <a:chOff x="10635138" y="4128801"/>
                <a:chExt cx="313848" cy="181547"/>
              </a:xfrm>
            </p:grpSpPr>
            <p:sp>
              <p:nvSpPr>
                <p:cNvPr id="5633" name="Google Shape;5633;p194"/>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34" name="Google Shape;5634;p194"/>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35" name="Google Shape;5635;p194"/>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36" name="Google Shape;5636;p194"/>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637" name="Google Shape;5637;p194"/>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638" name="Google Shape;5638;p194"/>
          <p:cNvGrpSpPr/>
          <p:nvPr/>
        </p:nvGrpSpPr>
        <p:grpSpPr>
          <a:xfrm>
            <a:off x="361835" y="3601018"/>
            <a:ext cx="22030" cy="294484"/>
            <a:chOff x="10809827" y="4402455"/>
            <a:chExt cx="24764" cy="330993"/>
          </a:xfrm>
        </p:grpSpPr>
        <p:sp>
          <p:nvSpPr>
            <p:cNvPr id="5639" name="Google Shape;5639;p194"/>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0" name="Google Shape;5640;p194"/>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1" name="Google Shape;5641;p194"/>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5642" name="Shape 5642"/>
        <p:cNvGrpSpPr/>
        <p:nvPr/>
      </p:nvGrpSpPr>
      <p:grpSpPr>
        <a:xfrm>
          <a:off x="0" y="0"/>
          <a:ext cx="0" cy="0"/>
          <a:chOff x="0" y="0"/>
          <a:chExt cx="0" cy="0"/>
        </a:xfrm>
      </p:grpSpPr>
      <p:sp>
        <p:nvSpPr>
          <p:cNvPr id="5643" name="Google Shape;5643;p195"/>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644" name="Google Shape;5644;p195"/>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5645" name="Google Shape;5645;p195"/>
          <p:cNvSpPr/>
          <p:nvPr>
            <p:ph idx="2" type="pic"/>
          </p:nvPr>
        </p:nvSpPr>
        <p:spPr>
          <a:xfrm>
            <a:off x="5668975" y="1076550"/>
            <a:ext cx="2990400" cy="2990400"/>
          </a:xfrm>
          <a:prstGeom prst="roundRect">
            <a:avLst>
              <a:gd fmla="val 16667" name="adj"/>
            </a:avLst>
          </a:prstGeom>
          <a:noFill/>
          <a:ln>
            <a:noFill/>
          </a:ln>
        </p:spPr>
      </p:sp>
      <p:sp>
        <p:nvSpPr>
          <p:cNvPr id="5646" name="Google Shape;5646;p195"/>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195"/>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8" name="Google Shape;5648;p195"/>
          <p:cNvGrpSpPr/>
          <p:nvPr/>
        </p:nvGrpSpPr>
        <p:grpSpPr>
          <a:xfrm>
            <a:off x="65066" y="4373044"/>
            <a:ext cx="878158" cy="654532"/>
            <a:chOff x="1114425" y="4361211"/>
            <a:chExt cx="573023" cy="427101"/>
          </a:xfrm>
        </p:grpSpPr>
        <p:grpSp>
          <p:nvGrpSpPr>
            <p:cNvPr id="5649" name="Google Shape;5649;p195"/>
            <p:cNvGrpSpPr/>
            <p:nvPr/>
          </p:nvGrpSpPr>
          <p:grpSpPr>
            <a:xfrm>
              <a:off x="1114425" y="4361211"/>
              <a:ext cx="573023" cy="427101"/>
              <a:chOff x="1114425" y="4361211"/>
              <a:chExt cx="573023" cy="427101"/>
            </a:xfrm>
          </p:grpSpPr>
          <p:sp>
            <p:nvSpPr>
              <p:cNvPr id="5650" name="Google Shape;5650;p195"/>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1" name="Google Shape;5651;p195"/>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2" name="Google Shape;5652;p195"/>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653" name="Google Shape;5653;p195"/>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_1">
    <p:spTree>
      <p:nvGrpSpPr>
        <p:cNvPr id="5654" name="Shape 5654"/>
        <p:cNvGrpSpPr/>
        <p:nvPr/>
      </p:nvGrpSpPr>
      <p:grpSpPr>
        <a:xfrm>
          <a:off x="0" y="0"/>
          <a:ext cx="0" cy="0"/>
          <a:chOff x="0" y="0"/>
          <a:chExt cx="0" cy="0"/>
        </a:xfrm>
      </p:grpSpPr>
      <p:sp>
        <p:nvSpPr>
          <p:cNvPr id="5655" name="Google Shape;5655;p196"/>
          <p:cNvSpPr txBox="1"/>
          <p:nvPr>
            <p:ph type="title"/>
          </p:nvPr>
        </p:nvSpPr>
        <p:spPr>
          <a:xfrm>
            <a:off x="2013850" y="841075"/>
            <a:ext cx="5116200" cy="13905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sz="4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656" name="Google Shape;5656;p196"/>
          <p:cNvSpPr txBox="1"/>
          <p:nvPr>
            <p:ph idx="1" type="subTitle"/>
          </p:nvPr>
        </p:nvSpPr>
        <p:spPr>
          <a:xfrm>
            <a:off x="2013850" y="2231525"/>
            <a:ext cx="51162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5657" name="Google Shape;5657;p196"/>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8" name="Google Shape;5658;p196"/>
          <p:cNvGrpSpPr/>
          <p:nvPr/>
        </p:nvGrpSpPr>
        <p:grpSpPr>
          <a:xfrm flipH="1">
            <a:off x="683048" y="4696520"/>
            <a:ext cx="325927" cy="404808"/>
            <a:chOff x="7385113" y="1535430"/>
            <a:chExt cx="435673" cy="541115"/>
          </a:xfrm>
        </p:grpSpPr>
        <p:sp>
          <p:nvSpPr>
            <p:cNvPr id="5659" name="Google Shape;5659;p196"/>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660" name="Google Shape;5660;p196"/>
            <p:cNvGrpSpPr/>
            <p:nvPr/>
          </p:nvGrpSpPr>
          <p:grpSpPr>
            <a:xfrm>
              <a:off x="7612094" y="1566576"/>
              <a:ext cx="164781" cy="41529"/>
              <a:chOff x="7612094" y="1566576"/>
              <a:chExt cx="164781" cy="41529"/>
            </a:xfrm>
          </p:grpSpPr>
          <p:sp>
            <p:nvSpPr>
              <p:cNvPr id="5661" name="Google Shape;5661;p196"/>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62" name="Google Shape;5662;p196"/>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63" name="Google Shape;5663;p196"/>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664" name="Google Shape;5664;p196"/>
          <p:cNvGrpSpPr/>
          <p:nvPr/>
        </p:nvGrpSpPr>
        <p:grpSpPr>
          <a:xfrm flipH="1">
            <a:off x="713902" y="4774546"/>
            <a:ext cx="268636" cy="280965"/>
            <a:chOff x="7420451" y="1639728"/>
            <a:chExt cx="359091" cy="375571"/>
          </a:xfrm>
        </p:grpSpPr>
        <p:sp>
          <p:nvSpPr>
            <p:cNvPr id="5665" name="Google Shape;5665;p196"/>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66" name="Google Shape;5666;p196"/>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667" name="Google Shape;5667;p196"/>
          <p:cNvGrpSpPr/>
          <p:nvPr/>
        </p:nvGrpSpPr>
        <p:grpSpPr>
          <a:xfrm flipH="1">
            <a:off x="96200" y="4469347"/>
            <a:ext cx="355444" cy="644072"/>
            <a:chOff x="1945386" y="5582316"/>
            <a:chExt cx="470725" cy="852963"/>
          </a:xfrm>
        </p:grpSpPr>
        <p:grpSp>
          <p:nvGrpSpPr>
            <p:cNvPr id="5668" name="Google Shape;5668;p196"/>
            <p:cNvGrpSpPr/>
            <p:nvPr/>
          </p:nvGrpSpPr>
          <p:grpSpPr>
            <a:xfrm>
              <a:off x="1945386" y="5582316"/>
              <a:ext cx="470725" cy="852963"/>
              <a:chOff x="1945386" y="5582316"/>
              <a:chExt cx="470725" cy="852963"/>
            </a:xfrm>
          </p:grpSpPr>
          <p:sp>
            <p:nvSpPr>
              <p:cNvPr id="5669" name="Google Shape;5669;p196"/>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70" name="Google Shape;5670;p196"/>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671" name="Google Shape;5671;p196"/>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672" name="Google Shape;5672;p196"/>
          <p:cNvGrpSpPr/>
          <p:nvPr/>
        </p:nvGrpSpPr>
        <p:grpSpPr>
          <a:xfrm>
            <a:off x="7975988" y="116167"/>
            <a:ext cx="1061979" cy="558999"/>
            <a:chOff x="3859815" y="2867310"/>
            <a:chExt cx="1262157" cy="664368"/>
          </a:xfrm>
        </p:grpSpPr>
        <p:sp>
          <p:nvSpPr>
            <p:cNvPr id="5673" name="Google Shape;5673;p196"/>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674" name="Google Shape;5674;p196"/>
            <p:cNvGrpSpPr/>
            <p:nvPr/>
          </p:nvGrpSpPr>
          <p:grpSpPr>
            <a:xfrm>
              <a:off x="4275677" y="3065525"/>
              <a:ext cx="334517" cy="380047"/>
              <a:chOff x="4275677" y="3065525"/>
              <a:chExt cx="334517" cy="380047"/>
            </a:xfrm>
          </p:grpSpPr>
          <p:grpSp>
            <p:nvGrpSpPr>
              <p:cNvPr id="5675" name="Google Shape;5675;p196"/>
              <p:cNvGrpSpPr/>
              <p:nvPr/>
            </p:nvGrpSpPr>
            <p:grpSpPr>
              <a:xfrm>
                <a:off x="4275677" y="3065525"/>
                <a:ext cx="334517" cy="380047"/>
                <a:chOff x="4275677" y="3065525"/>
                <a:chExt cx="334517" cy="380047"/>
              </a:xfrm>
            </p:grpSpPr>
            <p:grpSp>
              <p:nvGrpSpPr>
                <p:cNvPr id="5676" name="Google Shape;5676;p196"/>
                <p:cNvGrpSpPr/>
                <p:nvPr/>
              </p:nvGrpSpPr>
              <p:grpSpPr>
                <a:xfrm>
                  <a:off x="4275677" y="3301269"/>
                  <a:ext cx="334422" cy="144303"/>
                  <a:chOff x="4275677" y="3301269"/>
                  <a:chExt cx="334422" cy="144303"/>
                </a:xfrm>
              </p:grpSpPr>
              <p:sp>
                <p:nvSpPr>
                  <p:cNvPr id="5677" name="Google Shape;5677;p196"/>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78" name="Google Shape;5678;p196"/>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679" name="Google Shape;5679;p196"/>
                <p:cNvGrpSpPr/>
                <p:nvPr/>
              </p:nvGrpSpPr>
              <p:grpSpPr>
                <a:xfrm>
                  <a:off x="4275677" y="3183350"/>
                  <a:ext cx="334422" cy="144302"/>
                  <a:chOff x="4275677" y="3183350"/>
                  <a:chExt cx="334422" cy="144302"/>
                </a:xfrm>
              </p:grpSpPr>
              <p:sp>
                <p:nvSpPr>
                  <p:cNvPr id="5680" name="Google Shape;5680;p196"/>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81" name="Google Shape;5681;p196"/>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682" name="Google Shape;5682;p196"/>
                <p:cNvGrpSpPr/>
                <p:nvPr/>
              </p:nvGrpSpPr>
              <p:grpSpPr>
                <a:xfrm>
                  <a:off x="4275677" y="3065525"/>
                  <a:ext cx="334517" cy="144303"/>
                  <a:chOff x="4275677" y="3065525"/>
                  <a:chExt cx="334517" cy="144303"/>
                </a:xfrm>
              </p:grpSpPr>
              <p:sp>
                <p:nvSpPr>
                  <p:cNvPr id="5683" name="Google Shape;5683;p196"/>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84" name="Google Shape;5684;p196"/>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5685" name="Google Shape;5685;p196"/>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86" name="Google Shape;5686;p196"/>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87" name="Google Shape;5687;p196"/>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688" name="Google Shape;5688;p196"/>
          <p:cNvGrpSpPr/>
          <p:nvPr/>
        </p:nvGrpSpPr>
        <p:grpSpPr>
          <a:xfrm flipH="1" rot="5400000">
            <a:off x="557972" y="4696603"/>
            <a:ext cx="16329" cy="218290"/>
            <a:chOff x="10809827" y="4402455"/>
            <a:chExt cx="24764" cy="330993"/>
          </a:xfrm>
        </p:grpSpPr>
        <p:sp>
          <p:nvSpPr>
            <p:cNvPr id="5689" name="Google Shape;5689;p196"/>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90" name="Google Shape;5690;p196"/>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91" name="Google Shape;5691;p196"/>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692" name="Google Shape;5692;p196"/>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196"/>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5694" name="Shape 5694"/>
        <p:cNvGrpSpPr/>
        <p:nvPr/>
      </p:nvGrpSpPr>
      <p:grpSpPr>
        <a:xfrm>
          <a:off x="0" y="0"/>
          <a:ext cx="0" cy="0"/>
          <a:chOff x="0" y="0"/>
          <a:chExt cx="0" cy="0"/>
        </a:xfrm>
      </p:grpSpPr>
      <p:sp>
        <p:nvSpPr>
          <p:cNvPr id="5695" name="Google Shape;5695;p19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696" name="Google Shape;5696;p197"/>
          <p:cNvSpPr txBox="1"/>
          <p:nvPr>
            <p:ph idx="1" type="subTitle"/>
          </p:nvPr>
        </p:nvSpPr>
        <p:spPr>
          <a:xfrm>
            <a:off x="93762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697" name="Google Shape;5697;p197"/>
          <p:cNvSpPr txBox="1"/>
          <p:nvPr>
            <p:ph idx="2" type="subTitle"/>
          </p:nvPr>
        </p:nvSpPr>
        <p:spPr>
          <a:xfrm>
            <a:off x="3484347"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698" name="Google Shape;5698;p197"/>
          <p:cNvSpPr txBox="1"/>
          <p:nvPr>
            <p:ph idx="3" type="subTitle"/>
          </p:nvPr>
        </p:nvSpPr>
        <p:spPr>
          <a:xfrm>
            <a:off x="603107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699" name="Google Shape;5699;p197"/>
          <p:cNvSpPr txBox="1"/>
          <p:nvPr>
            <p:ph idx="4" type="subTitle"/>
          </p:nvPr>
        </p:nvSpPr>
        <p:spPr>
          <a:xfrm>
            <a:off x="93762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700" name="Google Shape;5700;p197"/>
          <p:cNvSpPr txBox="1"/>
          <p:nvPr>
            <p:ph idx="5" type="subTitle"/>
          </p:nvPr>
        </p:nvSpPr>
        <p:spPr>
          <a:xfrm>
            <a:off x="3484350"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701" name="Google Shape;5701;p197"/>
          <p:cNvSpPr txBox="1"/>
          <p:nvPr>
            <p:ph idx="6" type="subTitle"/>
          </p:nvPr>
        </p:nvSpPr>
        <p:spPr>
          <a:xfrm>
            <a:off x="603107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702" name="Google Shape;5702;p197"/>
          <p:cNvSpPr/>
          <p:nvPr/>
        </p:nvSpPr>
        <p:spPr>
          <a:xfrm flipH="1" rot="8800738">
            <a:off x="7902412" y="4181666"/>
            <a:ext cx="1680262" cy="1358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197"/>
          <p:cNvSpPr/>
          <p:nvPr/>
        </p:nvSpPr>
        <p:spPr>
          <a:xfrm flipH="1" rot="-8942362">
            <a:off x="-983149" y="4040244"/>
            <a:ext cx="2474148" cy="2000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197"/>
          <p:cNvSpPr/>
          <p:nvPr/>
        </p:nvSpPr>
        <p:spPr>
          <a:xfrm flipH="1" rot="1554271">
            <a:off x="7563507" y="-664049"/>
            <a:ext cx="2112334" cy="200257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197"/>
          <p:cNvSpPr/>
          <p:nvPr/>
        </p:nvSpPr>
        <p:spPr>
          <a:xfrm>
            <a:off x="62825" y="1725386"/>
            <a:ext cx="606206" cy="37384"/>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706" name="Google Shape;5706;p197"/>
          <p:cNvGrpSpPr/>
          <p:nvPr/>
        </p:nvGrpSpPr>
        <p:grpSpPr>
          <a:xfrm>
            <a:off x="96399" y="951293"/>
            <a:ext cx="552408" cy="792759"/>
            <a:chOff x="10519314" y="4728596"/>
            <a:chExt cx="751780" cy="1078731"/>
          </a:xfrm>
        </p:grpSpPr>
        <p:grpSp>
          <p:nvGrpSpPr>
            <p:cNvPr id="5707" name="Google Shape;5707;p197"/>
            <p:cNvGrpSpPr/>
            <p:nvPr/>
          </p:nvGrpSpPr>
          <p:grpSpPr>
            <a:xfrm>
              <a:off x="10519314" y="4728596"/>
              <a:ext cx="626662" cy="1078731"/>
              <a:chOff x="10519314" y="4728596"/>
              <a:chExt cx="626662" cy="1078731"/>
            </a:xfrm>
          </p:grpSpPr>
          <p:grpSp>
            <p:nvGrpSpPr>
              <p:cNvPr id="5708" name="Google Shape;5708;p197"/>
              <p:cNvGrpSpPr/>
              <p:nvPr/>
            </p:nvGrpSpPr>
            <p:grpSpPr>
              <a:xfrm>
                <a:off x="10903220" y="4888205"/>
                <a:ext cx="242756" cy="919122"/>
                <a:chOff x="10903220" y="4888205"/>
                <a:chExt cx="242756" cy="919122"/>
              </a:xfrm>
            </p:grpSpPr>
            <p:sp>
              <p:nvSpPr>
                <p:cNvPr id="5709" name="Google Shape;5709;p197"/>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0" name="Google Shape;5710;p197"/>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1" name="Google Shape;5711;p197"/>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712" name="Google Shape;5712;p197"/>
                <p:cNvGrpSpPr/>
                <p:nvPr/>
              </p:nvGrpSpPr>
              <p:grpSpPr>
                <a:xfrm>
                  <a:off x="11014221" y="5588618"/>
                  <a:ext cx="100021" cy="114784"/>
                  <a:chOff x="11014221" y="5588618"/>
                  <a:chExt cx="100021" cy="114784"/>
                </a:xfrm>
              </p:grpSpPr>
              <p:sp>
                <p:nvSpPr>
                  <p:cNvPr id="5713" name="Google Shape;5713;p197"/>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4" name="Google Shape;5714;p197"/>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5" name="Google Shape;5715;p197"/>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6" name="Google Shape;5716;p197"/>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717" name="Google Shape;5717;p197"/>
              <p:cNvGrpSpPr/>
              <p:nvPr/>
            </p:nvGrpSpPr>
            <p:grpSpPr>
              <a:xfrm>
                <a:off x="10718623" y="4728596"/>
                <a:ext cx="229169" cy="1075979"/>
                <a:chOff x="10718623" y="4728596"/>
                <a:chExt cx="229169" cy="1075979"/>
              </a:xfrm>
            </p:grpSpPr>
            <p:sp>
              <p:nvSpPr>
                <p:cNvPr id="5718" name="Google Shape;5718;p197"/>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9" name="Google Shape;5719;p197"/>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720" name="Google Shape;5720;p197"/>
                <p:cNvGrpSpPr/>
                <p:nvPr/>
              </p:nvGrpSpPr>
              <p:grpSpPr>
                <a:xfrm>
                  <a:off x="10765015" y="5040134"/>
                  <a:ext cx="116314" cy="49775"/>
                  <a:chOff x="10765015" y="5040134"/>
                  <a:chExt cx="116314" cy="49775"/>
                </a:xfrm>
              </p:grpSpPr>
              <p:sp>
                <p:nvSpPr>
                  <p:cNvPr id="5721" name="Google Shape;5721;p197"/>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22" name="Google Shape;5722;p197"/>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723" name="Google Shape;5723;p197"/>
                <p:cNvGrpSpPr/>
                <p:nvPr/>
              </p:nvGrpSpPr>
              <p:grpSpPr>
                <a:xfrm>
                  <a:off x="10784825" y="5436314"/>
                  <a:ext cx="116414" cy="49961"/>
                  <a:chOff x="10784825" y="5436314"/>
                  <a:chExt cx="116414" cy="49961"/>
                </a:xfrm>
              </p:grpSpPr>
              <p:sp>
                <p:nvSpPr>
                  <p:cNvPr id="5724" name="Google Shape;5724;p197"/>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25" name="Google Shape;5725;p197"/>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726" name="Google Shape;5726;p197"/>
              <p:cNvGrpSpPr/>
              <p:nvPr/>
            </p:nvGrpSpPr>
            <p:grpSpPr>
              <a:xfrm>
                <a:off x="10519314" y="4813458"/>
                <a:ext cx="202120" cy="992123"/>
                <a:chOff x="10519314" y="4813458"/>
                <a:chExt cx="202120" cy="992123"/>
              </a:xfrm>
            </p:grpSpPr>
            <p:sp>
              <p:nvSpPr>
                <p:cNvPr id="5727" name="Google Shape;5727;p197"/>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28" name="Google Shape;5728;p197"/>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729" name="Google Shape;5729;p197"/>
                <p:cNvGrpSpPr/>
                <p:nvPr/>
              </p:nvGrpSpPr>
              <p:grpSpPr>
                <a:xfrm>
                  <a:off x="10556176" y="5465730"/>
                  <a:ext cx="128397" cy="44196"/>
                  <a:chOff x="10556176" y="5465730"/>
                  <a:chExt cx="128397" cy="44196"/>
                </a:xfrm>
              </p:grpSpPr>
              <p:sp>
                <p:nvSpPr>
                  <p:cNvPr id="5730" name="Google Shape;5730;p197"/>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1" name="Google Shape;5731;p197"/>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732" name="Google Shape;5732;p197"/>
                <p:cNvGrpSpPr/>
                <p:nvPr/>
              </p:nvGrpSpPr>
              <p:grpSpPr>
                <a:xfrm>
                  <a:off x="10556176" y="5689187"/>
                  <a:ext cx="128397" cy="44196"/>
                  <a:chOff x="10556176" y="5689187"/>
                  <a:chExt cx="128397" cy="44196"/>
                </a:xfrm>
              </p:grpSpPr>
              <p:sp>
                <p:nvSpPr>
                  <p:cNvPr id="5733" name="Google Shape;5733;p197"/>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4" name="Google Shape;5734;p197"/>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5735" name="Google Shape;5735;p197"/>
            <p:cNvGrpSpPr/>
            <p:nvPr/>
          </p:nvGrpSpPr>
          <p:grpSpPr>
            <a:xfrm>
              <a:off x="11058042" y="5088325"/>
              <a:ext cx="213052" cy="717953"/>
              <a:chOff x="11058042" y="5088325"/>
              <a:chExt cx="213052" cy="717953"/>
            </a:xfrm>
          </p:grpSpPr>
          <p:sp>
            <p:nvSpPr>
              <p:cNvPr id="5736" name="Google Shape;5736;p197"/>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7" name="Google Shape;5737;p197"/>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738" name="Google Shape;5738;p197"/>
          <p:cNvGrpSpPr/>
          <p:nvPr/>
        </p:nvGrpSpPr>
        <p:grpSpPr>
          <a:xfrm>
            <a:off x="135453" y="69369"/>
            <a:ext cx="426307" cy="643642"/>
            <a:chOff x="10572463" y="3528536"/>
            <a:chExt cx="580168" cy="875823"/>
          </a:xfrm>
        </p:grpSpPr>
        <p:grpSp>
          <p:nvGrpSpPr>
            <p:cNvPr id="5739" name="Google Shape;5739;p197"/>
            <p:cNvGrpSpPr/>
            <p:nvPr/>
          </p:nvGrpSpPr>
          <p:grpSpPr>
            <a:xfrm>
              <a:off x="10713815" y="3528536"/>
              <a:ext cx="438816" cy="746664"/>
              <a:chOff x="10713815" y="3528536"/>
              <a:chExt cx="438816" cy="746664"/>
            </a:xfrm>
          </p:grpSpPr>
          <p:sp>
            <p:nvSpPr>
              <p:cNvPr id="5740" name="Google Shape;5740;p197"/>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741" name="Google Shape;5741;p197"/>
              <p:cNvGrpSpPr/>
              <p:nvPr/>
            </p:nvGrpSpPr>
            <p:grpSpPr>
              <a:xfrm>
                <a:off x="10776489" y="3625310"/>
                <a:ext cx="313848" cy="288226"/>
                <a:chOff x="10776489" y="3625310"/>
                <a:chExt cx="313848" cy="288226"/>
              </a:xfrm>
            </p:grpSpPr>
            <p:sp>
              <p:nvSpPr>
                <p:cNvPr id="5742" name="Google Shape;5742;p197"/>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3" name="Google Shape;5743;p197"/>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4" name="Google Shape;5744;p197"/>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5" name="Google Shape;5745;p197"/>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6" name="Google Shape;5746;p197"/>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7" name="Google Shape;5747;p197"/>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748" name="Google Shape;5748;p197"/>
              <p:cNvGrpSpPr/>
              <p:nvPr/>
            </p:nvGrpSpPr>
            <p:grpSpPr>
              <a:xfrm>
                <a:off x="10776489" y="3999547"/>
                <a:ext cx="313848" cy="181546"/>
                <a:chOff x="10776489" y="3999547"/>
                <a:chExt cx="313848" cy="181546"/>
              </a:xfrm>
            </p:grpSpPr>
            <p:sp>
              <p:nvSpPr>
                <p:cNvPr id="5749" name="Google Shape;5749;p197"/>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0" name="Google Shape;5750;p197"/>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1" name="Google Shape;5751;p197"/>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2" name="Google Shape;5752;p197"/>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753" name="Google Shape;5753;p197"/>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754" name="Google Shape;5754;p197"/>
            <p:cNvGrpSpPr/>
            <p:nvPr/>
          </p:nvGrpSpPr>
          <p:grpSpPr>
            <a:xfrm>
              <a:off x="10572463" y="3657790"/>
              <a:ext cx="438817" cy="746569"/>
              <a:chOff x="10572463" y="3657790"/>
              <a:chExt cx="438817" cy="746569"/>
            </a:xfrm>
          </p:grpSpPr>
          <p:sp>
            <p:nvSpPr>
              <p:cNvPr id="5755" name="Google Shape;5755;p197"/>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756" name="Google Shape;5756;p197"/>
              <p:cNvGrpSpPr/>
              <p:nvPr/>
            </p:nvGrpSpPr>
            <p:grpSpPr>
              <a:xfrm>
                <a:off x="10635138" y="3754469"/>
                <a:ext cx="313848" cy="288321"/>
                <a:chOff x="10635138" y="3754469"/>
                <a:chExt cx="313848" cy="288321"/>
              </a:xfrm>
            </p:grpSpPr>
            <p:sp>
              <p:nvSpPr>
                <p:cNvPr id="5757" name="Google Shape;5757;p197"/>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8" name="Google Shape;5758;p197"/>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9" name="Google Shape;5759;p197"/>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0" name="Google Shape;5760;p197"/>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1" name="Google Shape;5761;p197"/>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2" name="Google Shape;5762;p197"/>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763" name="Google Shape;5763;p197"/>
              <p:cNvGrpSpPr/>
              <p:nvPr/>
            </p:nvGrpSpPr>
            <p:grpSpPr>
              <a:xfrm>
                <a:off x="10635138" y="4128801"/>
                <a:ext cx="313848" cy="181547"/>
                <a:chOff x="10635138" y="4128801"/>
                <a:chExt cx="313848" cy="181547"/>
              </a:xfrm>
            </p:grpSpPr>
            <p:sp>
              <p:nvSpPr>
                <p:cNvPr id="5764" name="Google Shape;5764;p197"/>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5" name="Google Shape;5765;p197"/>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6" name="Google Shape;5766;p197"/>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7" name="Google Shape;5767;p197"/>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768" name="Google Shape;5768;p197"/>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769" name="Google Shape;5769;p197"/>
          <p:cNvGrpSpPr/>
          <p:nvPr/>
        </p:nvGrpSpPr>
        <p:grpSpPr>
          <a:xfrm>
            <a:off x="309868" y="711612"/>
            <a:ext cx="18197" cy="243247"/>
            <a:chOff x="10809827" y="4402455"/>
            <a:chExt cx="24764" cy="330993"/>
          </a:xfrm>
        </p:grpSpPr>
        <p:sp>
          <p:nvSpPr>
            <p:cNvPr id="5770" name="Google Shape;5770;p197"/>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1" name="Google Shape;5771;p197"/>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2" name="Google Shape;5772;p197"/>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773" name="Google Shape;5773;p197"/>
          <p:cNvGrpSpPr/>
          <p:nvPr/>
        </p:nvGrpSpPr>
        <p:grpSpPr>
          <a:xfrm>
            <a:off x="8421644" y="1045085"/>
            <a:ext cx="396068" cy="717683"/>
            <a:chOff x="1945386" y="5582316"/>
            <a:chExt cx="470725" cy="852963"/>
          </a:xfrm>
        </p:grpSpPr>
        <p:grpSp>
          <p:nvGrpSpPr>
            <p:cNvPr id="5774" name="Google Shape;5774;p197"/>
            <p:cNvGrpSpPr/>
            <p:nvPr/>
          </p:nvGrpSpPr>
          <p:grpSpPr>
            <a:xfrm>
              <a:off x="1945386" y="5582316"/>
              <a:ext cx="470725" cy="852963"/>
              <a:chOff x="1945386" y="5582316"/>
              <a:chExt cx="470725" cy="852963"/>
            </a:xfrm>
          </p:grpSpPr>
          <p:sp>
            <p:nvSpPr>
              <p:cNvPr id="5775" name="Google Shape;5775;p197"/>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6" name="Google Shape;5776;p197"/>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777" name="Google Shape;5777;p197"/>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778" name="Google Shape;5778;p197"/>
          <p:cNvGrpSpPr/>
          <p:nvPr/>
        </p:nvGrpSpPr>
        <p:grpSpPr>
          <a:xfrm>
            <a:off x="8088695" y="57742"/>
            <a:ext cx="1061979" cy="558999"/>
            <a:chOff x="3859815" y="2867310"/>
            <a:chExt cx="1262157" cy="664368"/>
          </a:xfrm>
        </p:grpSpPr>
        <p:sp>
          <p:nvSpPr>
            <p:cNvPr id="5779" name="Google Shape;5779;p197"/>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780" name="Google Shape;5780;p197"/>
            <p:cNvGrpSpPr/>
            <p:nvPr/>
          </p:nvGrpSpPr>
          <p:grpSpPr>
            <a:xfrm>
              <a:off x="4275677" y="3065525"/>
              <a:ext cx="334517" cy="380047"/>
              <a:chOff x="4275677" y="3065525"/>
              <a:chExt cx="334517" cy="380047"/>
            </a:xfrm>
          </p:grpSpPr>
          <p:grpSp>
            <p:nvGrpSpPr>
              <p:cNvPr id="5781" name="Google Shape;5781;p197"/>
              <p:cNvGrpSpPr/>
              <p:nvPr/>
            </p:nvGrpSpPr>
            <p:grpSpPr>
              <a:xfrm>
                <a:off x="4275677" y="3065525"/>
                <a:ext cx="334517" cy="380047"/>
                <a:chOff x="4275677" y="3065525"/>
                <a:chExt cx="334517" cy="380047"/>
              </a:xfrm>
            </p:grpSpPr>
            <p:grpSp>
              <p:nvGrpSpPr>
                <p:cNvPr id="5782" name="Google Shape;5782;p197"/>
                <p:cNvGrpSpPr/>
                <p:nvPr/>
              </p:nvGrpSpPr>
              <p:grpSpPr>
                <a:xfrm>
                  <a:off x="4275677" y="3301269"/>
                  <a:ext cx="334422" cy="144303"/>
                  <a:chOff x="4275677" y="3301269"/>
                  <a:chExt cx="334422" cy="144303"/>
                </a:xfrm>
              </p:grpSpPr>
              <p:sp>
                <p:nvSpPr>
                  <p:cNvPr id="5783" name="Google Shape;5783;p197"/>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4" name="Google Shape;5784;p197"/>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785" name="Google Shape;5785;p197"/>
                <p:cNvGrpSpPr/>
                <p:nvPr/>
              </p:nvGrpSpPr>
              <p:grpSpPr>
                <a:xfrm>
                  <a:off x="4275677" y="3183350"/>
                  <a:ext cx="334422" cy="144302"/>
                  <a:chOff x="4275677" y="3183350"/>
                  <a:chExt cx="334422" cy="144302"/>
                </a:xfrm>
              </p:grpSpPr>
              <p:sp>
                <p:nvSpPr>
                  <p:cNvPr id="5786" name="Google Shape;5786;p197"/>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7" name="Google Shape;5787;p197"/>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788" name="Google Shape;5788;p197"/>
                <p:cNvGrpSpPr/>
                <p:nvPr/>
              </p:nvGrpSpPr>
              <p:grpSpPr>
                <a:xfrm>
                  <a:off x="4275677" y="3065525"/>
                  <a:ext cx="334517" cy="144303"/>
                  <a:chOff x="4275677" y="3065525"/>
                  <a:chExt cx="334517" cy="144303"/>
                </a:xfrm>
              </p:grpSpPr>
              <p:sp>
                <p:nvSpPr>
                  <p:cNvPr id="5789" name="Google Shape;5789;p197"/>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0" name="Google Shape;5790;p197"/>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5791" name="Google Shape;5791;p197"/>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2" name="Google Shape;5792;p197"/>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3" name="Google Shape;5793;p197"/>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794" name="Google Shape;5794;p197"/>
          <p:cNvGrpSpPr/>
          <p:nvPr/>
        </p:nvGrpSpPr>
        <p:grpSpPr>
          <a:xfrm>
            <a:off x="8582238" y="611818"/>
            <a:ext cx="33124" cy="442802"/>
            <a:chOff x="10809827" y="4402455"/>
            <a:chExt cx="24764" cy="330993"/>
          </a:xfrm>
        </p:grpSpPr>
        <p:sp>
          <p:nvSpPr>
            <p:cNvPr id="5795" name="Google Shape;5795;p197"/>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6" name="Google Shape;5796;p197"/>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7" name="Google Shape;5797;p197"/>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5798" name="Shape 5798"/>
        <p:cNvGrpSpPr/>
        <p:nvPr/>
      </p:nvGrpSpPr>
      <p:grpSpPr>
        <a:xfrm>
          <a:off x="0" y="0"/>
          <a:ext cx="0" cy="0"/>
          <a:chOff x="0" y="0"/>
          <a:chExt cx="0" cy="0"/>
        </a:xfrm>
      </p:grpSpPr>
      <p:sp>
        <p:nvSpPr>
          <p:cNvPr id="5799" name="Google Shape;5799;p19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800" name="Google Shape;5800;p198"/>
          <p:cNvSpPr txBox="1"/>
          <p:nvPr>
            <p:ph idx="1" type="subTitle"/>
          </p:nvPr>
        </p:nvSpPr>
        <p:spPr>
          <a:xfrm>
            <a:off x="1253225"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801" name="Google Shape;5801;p198"/>
          <p:cNvSpPr txBox="1"/>
          <p:nvPr>
            <p:ph idx="2" type="subTitle"/>
          </p:nvPr>
        </p:nvSpPr>
        <p:spPr>
          <a:xfrm>
            <a:off x="5079776"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802" name="Google Shape;5802;p198"/>
          <p:cNvSpPr txBox="1"/>
          <p:nvPr>
            <p:ph idx="3" type="subTitle"/>
          </p:nvPr>
        </p:nvSpPr>
        <p:spPr>
          <a:xfrm>
            <a:off x="1253225"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803" name="Google Shape;5803;p198"/>
          <p:cNvSpPr txBox="1"/>
          <p:nvPr>
            <p:ph idx="4" type="subTitle"/>
          </p:nvPr>
        </p:nvSpPr>
        <p:spPr>
          <a:xfrm>
            <a:off x="5079776"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804" name="Google Shape;5804;p198"/>
          <p:cNvSpPr txBox="1"/>
          <p:nvPr>
            <p:ph idx="5" type="subTitle"/>
          </p:nvPr>
        </p:nvSpPr>
        <p:spPr>
          <a:xfrm>
            <a:off x="1253225"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805" name="Google Shape;5805;p198"/>
          <p:cNvSpPr txBox="1"/>
          <p:nvPr>
            <p:ph idx="6" type="subTitle"/>
          </p:nvPr>
        </p:nvSpPr>
        <p:spPr>
          <a:xfrm>
            <a:off x="1253225"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806" name="Google Shape;5806;p198"/>
          <p:cNvSpPr txBox="1"/>
          <p:nvPr>
            <p:ph idx="7" type="subTitle"/>
          </p:nvPr>
        </p:nvSpPr>
        <p:spPr>
          <a:xfrm>
            <a:off x="5079750"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807" name="Google Shape;5807;p198"/>
          <p:cNvSpPr txBox="1"/>
          <p:nvPr>
            <p:ph idx="8" type="subTitle"/>
          </p:nvPr>
        </p:nvSpPr>
        <p:spPr>
          <a:xfrm>
            <a:off x="5079750"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808" name="Google Shape;5808;p198"/>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198"/>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0" name="Google Shape;5810;p198"/>
          <p:cNvGrpSpPr/>
          <p:nvPr/>
        </p:nvGrpSpPr>
        <p:grpSpPr>
          <a:xfrm>
            <a:off x="65066" y="4373044"/>
            <a:ext cx="878158" cy="654532"/>
            <a:chOff x="1114425" y="4361211"/>
            <a:chExt cx="573023" cy="427101"/>
          </a:xfrm>
        </p:grpSpPr>
        <p:grpSp>
          <p:nvGrpSpPr>
            <p:cNvPr id="5811" name="Google Shape;5811;p198"/>
            <p:cNvGrpSpPr/>
            <p:nvPr/>
          </p:nvGrpSpPr>
          <p:grpSpPr>
            <a:xfrm>
              <a:off x="1114425" y="4361211"/>
              <a:ext cx="573023" cy="427101"/>
              <a:chOff x="1114425" y="4361211"/>
              <a:chExt cx="573023" cy="427101"/>
            </a:xfrm>
          </p:grpSpPr>
          <p:sp>
            <p:nvSpPr>
              <p:cNvPr id="5812" name="Google Shape;5812;p198"/>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13" name="Google Shape;5813;p198"/>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14" name="Google Shape;5814;p198"/>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815" name="Google Shape;5815;p198"/>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816" name="Google Shape;5816;p198"/>
          <p:cNvGrpSpPr/>
          <p:nvPr/>
        </p:nvGrpSpPr>
        <p:grpSpPr>
          <a:xfrm>
            <a:off x="8114970" y="266839"/>
            <a:ext cx="829992" cy="750888"/>
            <a:chOff x="8114596" y="445039"/>
            <a:chExt cx="633002" cy="572716"/>
          </a:xfrm>
        </p:grpSpPr>
        <p:grpSp>
          <p:nvGrpSpPr>
            <p:cNvPr id="5817" name="Google Shape;5817;p198"/>
            <p:cNvGrpSpPr/>
            <p:nvPr/>
          </p:nvGrpSpPr>
          <p:grpSpPr>
            <a:xfrm>
              <a:off x="8114596" y="445039"/>
              <a:ext cx="633002" cy="572716"/>
              <a:chOff x="7189660" y="520827"/>
              <a:chExt cx="598074" cy="541115"/>
            </a:xfrm>
          </p:grpSpPr>
          <p:sp>
            <p:nvSpPr>
              <p:cNvPr id="5818" name="Google Shape;5818;p198"/>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819" name="Google Shape;5819;p198"/>
              <p:cNvGrpSpPr/>
              <p:nvPr/>
            </p:nvGrpSpPr>
            <p:grpSpPr>
              <a:xfrm>
                <a:off x="7579137" y="551973"/>
                <a:ext cx="164782" cy="41529"/>
                <a:chOff x="7579137" y="551973"/>
                <a:chExt cx="164782" cy="41529"/>
              </a:xfrm>
            </p:grpSpPr>
            <p:sp>
              <p:nvSpPr>
                <p:cNvPr id="5820" name="Google Shape;5820;p198"/>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21" name="Google Shape;5821;p198"/>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22" name="Google Shape;5822;p198"/>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823" name="Google Shape;5823;p198"/>
            <p:cNvGrpSpPr/>
            <p:nvPr/>
          </p:nvGrpSpPr>
          <p:grpSpPr>
            <a:xfrm>
              <a:off x="8184962" y="619646"/>
              <a:ext cx="498115" cy="257273"/>
              <a:chOff x="7256144" y="685800"/>
              <a:chExt cx="470630" cy="243077"/>
            </a:xfrm>
          </p:grpSpPr>
          <p:sp>
            <p:nvSpPr>
              <p:cNvPr id="5824" name="Google Shape;5824;p198"/>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825" name="Google Shape;5825;p198"/>
              <p:cNvGrpSpPr/>
              <p:nvPr/>
            </p:nvGrpSpPr>
            <p:grpSpPr>
              <a:xfrm>
                <a:off x="7512843" y="685800"/>
                <a:ext cx="213931" cy="243077"/>
                <a:chOff x="7512843" y="685800"/>
                <a:chExt cx="213931" cy="243077"/>
              </a:xfrm>
            </p:grpSpPr>
            <p:grpSp>
              <p:nvGrpSpPr>
                <p:cNvPr id="5826" name="Google Shape;5826;p198"/>
                <p:cNvGrpSpPr/>
                <p:nvPr/>
              </p:nvGrpSpPr>
              <p:grpSpPr>
                <a:xfrm>
                  <a:off x="7512843" y="836580"/>
                  <a:ext cx="213931" cy="92297"/>
                  <a:chOff x="7512843" y="836580"/>
                  <a:chExt cx="213931" cy="92297"/>
                </a:xfrm>
              </p:grpSpPr>
              <p:sp>
                <p:nvSpPr>
                  <p:cNvPr id="5827" name="Google Shape;5827;p198"/>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28" name="Google Shape;5828;p198"/>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829" name="Google Shape;5829;p198"/>
                <p:cNvGrpSpPr/>
                <p:nvPr/>
              </p:nvGrpSpPr>
              <p:grpSpPr>
                <a:xfrm>
                  <a:off x="7512843" y="761238"/>
                  <a:ext cx="213931" cy="92296"/>
                  <a:chOff x="7512843" y="761238"/>
                  <a:chExt cx="213931" cy="92296"/>
                </a:xfrm>
              </p:grpSpPr>
              <p:sp>
                <p:nvSpPr>
                  <p:cNvPr id="5830" name="Google Shape;5830;p198"/>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31" name="Google Shape;5831;p198"/>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832" name="Google Shape;5832;p198"/>
                <p:cNvGrpSpPr/>
                <p:nvPr/>
              </p:nvGrpSpPr>
              <p:grpSpPr>
                <a:xfrm>
                  <a:off x="7512843" y="685800"/>
                  <a:ext cx="213931" cy="92297"/>
                  <a:chOff x="7512843" y="685800"/>
                  <a:chExt cx="213931" cy="92297"/>
                </a:xfrm>
              </p:grpSpPr>
              <p:sp>
                <p:nvSpPr>
                  <p:cNvPr id="5833" name="Google Shape;5833;p198"/>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34" name="Google Shape;5834;p198"/>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5835" name="Shape 5835"/>
        <p:cNvGrpSpPr/>
        <p:nvPr/>
      </p:nvGrpSpPr>
      <p:grpSpPr>
        <a:xfrm>
          <a:off x="0" y="0"/>
          <a:ext cx="0" cy="0"/>
          <a:chOff x="0" y="0"/>
          <a:chExt cx="0" cy="0"/>
        </a:xfrm>
      </p:grpSpPr>
      <p:sp>
        <p:nvSpPr>
          <p:cNvPr id="5836" name="Google Shape;5836;p19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837" name="Google Shape;5837;p199"/>
          <p:cNvSpPr txBox="1"/>
          <p:nvPr>
            <p:ph idx="1" type="subTitle"/>
          </p:nvPr>
        </p:nvSpPr>
        <p:spPr>
          <a:xfrm>
            <a:off x="723900" y="171015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838" name="Google Shape;5838;p199"/>
          <p:cNvSpPr txBox="1"/>
          <p:nvPr>
            <p:ph idx="2" type="subTitle"/>
          </p:nvPr>
        </p:nvSpPr>
        <p:spPr>
          <a:xfrm>
            <a:off x="3577144"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839" name="Google Shape;5839;p199"/>
          <p:cNvSpPr txBox="1"/>
          <p:nvPr>
            <p:ph idx="3" type="subTitle"/>
          </p:nvPr>
        </p:nvSpPr>
        <p:spPr>
          <a:xfrm>
            <a:off x="723900"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840" name="Google Shape;5840;p199"/>
          <p:cNvSpPr txBox="1"/>
          <p:nvPr>
            <p:ph idx="4" type="subTitle"/>
          </p:nvPr>
        </p:nvSpPr>
        <p:spPr>
          <a:xfrm>
            <a:off x="3577144"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841" name="Google Shape;5841;p199"/>
          <p:cNvSpPr txBox="1"/>
          <p:nvPr>
            <p:ph idx="5" type="subTitle"/>
          </p:nvPr>
        </p:nvSpPr>
        <p:spPr>
          <a:xfrm>
            <a:off x="6430388"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842" name="Google Shape;5842;p199"/>
          <p:cNvSpPr txBox="1"/>
          <p:nvPr>
            <p:ph idx="6" type="subTitle"/>
          </p:nvPr>
        </p:nvSpPr>
        <p:spPr>
          <a:xfrm>
            <a:off x="6430388"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843" name="Google Shape;5843;p199"/>
          <p:cNvSpPr txBox="1"/>
          <p:nvPr>
            <p:ph idx="7" type="subTitle"/>
          </p:nvPr>
        </p:nvSpPr>
        <p:spPr>
          <a:xfrm>
            <a:off x="731700" y="1060275"/>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844" name="Google Shape;5844;p199"/>
          <p:cNvSpPr txBox="1"/>
          <p:nvPr>
            <p:ph idx="8" type="subTitle"/>
          </p:nvPr>
        </p:nvSpPr>
        <p:spPr>
          <a:xfrm>
            <a:off x="3582994"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845" name="Google Shape;5845;p199"/>
          <p:cNvSpPr txBox="1"/>
          <p:nvPr>
            <p:ph idx="9" type="subTitle"/>
          </p:nvPr>
        </p:nvSpPr>
        <p:spPr>
          <a:xfrm>
            <a:off x="6434288"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846" name="Google Shape;5846;p199"/>
          <p:cNvSpPr txBox="1"/>
          <p:nvPr>
            <p:ph idx="13" type="subTitle"/>
          </p:nvPr>
        </p:nvSpPr>
        <p:spPr>
          <a:xfrm>
            <a:off x="723900" y="2845800"/>
            <a:ext cx="19860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847" name="Google Shape;5847;p199"/>
          <p:cNvSpPr txBox="1"/>
          <p:nvPr>
            <p:ph idx="14" type="subTitle"/>
          </p:nvPr>
        </p:nvSpPr>
        <p:spPr>
          <a:xfrm>
            <a:off x="3582995"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848" name="Google Shape;5848;p199"/>
          <p:cNvSpPr txBox="1"/>
          <p:nvPr>
            <p:ph idx="15" type="subTitle"/>
          </p:nvPr>
        </p:nvSpPr>
        <p:spPr>
          <a:xfrm>
            <a:off x="6434290"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849" name="Google Shape;5849;p199"/>
          <p:cNvSpPr/>
          <p:nvPr/>
        </p:nvSpPr>
        <p:spPr>
          <a:xfrm flipH="1" rot="-3263452">
            <a:off x="7372110" y="40383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199"/>
          <p:cNvSpPr/>
          <p:nvPr/>
        </p:nvSpPr>
        <p:spPr>
          <a:xfrm flipH="1" rot="531647">
            <a:off x="-1621232" y="4095570"/>
            <a:ext cx="2581069" cy="208704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199"/>
          <p:cNvSpPr/>
          <p:nvPr/>
        </p:nvSpPr>
        <p:spPr>
          <a:xfrm flipH="1" rot="460658">
            <a:off x="7344116" y="-1448948"/>
            <a:ext cx="3053845" cy="246933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2" name="Google Shape;5852;p199"/>
          <p:cNvGrpSpPr/>
          <p:nvPr/>
        </p:nvGrpSpPr>
        <p:grpSpPr>
          <a:xfrm>
            <a:off x="7931872" y="177093"/>
            <a:ext cx="997823" cy="737095"/>
            <a:chOff x="7931872" y="177093"/>
            <a:chExt cx="997823" cy="737095"/>
          </a:xfrm>
        </p:grpSpPr>
        <p:grpSp>
          <p:nvGrpSpPr>
            <p:cNvPr id="5853" name="Google Shape;5853;p199"/>
            <p:cNvGrpSpPr/>
            <p:nvPr/>
          </p:nvGrpSpPr>
          <p:grpSpPr>
            <a:xfrm>
              <a:off x="7931872" y="177093"/>
              <a:ext cx="919725" cy="318025"/>
              <a:chOff x="7230903" y="4635722"/>
              <a:chExt cx="652843" cy="225742"/>
            </a:xfrm>
          </p:grpSpPr>
          <p:sp>
            <p:nvSpPr>
              <p:cNvPr id="5854" name="Google Shape;5854;p199"/>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5" name="Google Shape;5855;p199"/>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856" name="Google Shape;5856;p199"/>
              <p:cNvGrpSpPr/>
              <p:nvPr/>
            </p:nvGrpSpPr>
            <p:grpSpPr>
              <a:xfrm>
                <a:off x="7487126" y="4676394"/>
                <a:ext cx="332041" cy="142684"/>
                <a:chOff x="7487126" y="4676394"/>
                <a:chExt cx="332041" cy="142684"/>
              </a:xfrm>
            </p:grpSpPr>
            <p:sp>
              <p:nvSpPr>
                <p:cNvPr id="5857" name="Google Shape;5857;p199"/>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8" name="Google Shape;5858;p199"/>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9" name="Google Shape;5859;p199"/>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0" name="Google Shape;5860;p199"/>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861" name="Google Shape;5861;p199"/>
            <p:cNvGrpSpPr/>
            <p:nvPr/>
          </p:nvGrpSpPr>
          <p:grpSpPr>
            <a:xfrm>
              <a:off x="7931872" y="596163"/>
              <a:ext cx="919725" cy="318025"/>
              <a:chOff x="7230903" y="4933188"/>
              <a:chExt cx="652843" cy="225742"/>
            </a:xfrm>
          </p:grpSpPr>
          <p:grpSp>
            <p:nvGrpSpPr>
              <p:cNvPr id="5862" name="Google Shape;5862;p199"/>
              <p:cNvGrpSpPr/>
              <p:nvPr/>
            </p:nvGrpSpPr>
            <p:grpSpPr>
              <a:xfrm>
                <a:off x="7230903" y="4933188"/>
                <a:ext cx="652843" cy="225742"/>
                <a:chOff x="7230903" y="4933188"/>
                <a:chExt cx="652843" cy="225742"/>
              </a:xfrm>
            </p:grpSpPr>
            <p:sp>
              <p:nvSpPr>
                <p:cNvPr id="5863" name="Google Shape;5863;p199"/>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4" name="Google Shape;5864;p199"/>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865" name="Google Shape;5865;p199"/>
                <p:cNvGrpSpPr/>
                <p:nvPr/>
              </p:nvGrpSpPr>
              <p:grpSpPr>
                <a:xfrm>
                  <a:off x="7487126" y="4973859"/>
                  <a:ext cx="332041" cy="142684"/>
                  <a:chOff x="7487126" y="4973859"/>
                  <a:chExt cx="332041" cy="142684"/>
                </a:xfrm>
              </p:grpSpPr>
              <p:sp>
                <p:nvSpPr>
                  <p:cNvPr id="5866" name="Google Shape;5866;p199"/>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7" name="Google Shape;5867;p199"/>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8" name="Google Shape;5868;p199"/>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9" name="Google Shape;5869;p199"/>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5870" name="Google Shape;5870;p199"/>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871" name="Google Shape;5871;p199"/>
            <p:cNvGrpSpPr/>
            <p:nvPr/>
          </p:nvGrpSpPr>
          <p:grpSpPr>
            <a:xfrm>
              <a:off x="8756326" y="539537"/>
              <a:ext cx="173370" cy="112691"/>
              <a:chOff x="7816120" y="4892994"/>
              <a:chExt cx="123062" cy="79991"/>
            </a:xfrm>
          </p:grpSpPr>
          <p:grpSp>
            <p:nvGrpSpPr>
              <p:cNvPr id="5872" name="Google Shape;5872;p199"/>
              <p:cNvGrpSpPr/>
              <p:nvPr/>
            </p:nvGrpSpPr>
            <p:grpSpPr>
              <a:xfrm>
                <a:off x="7816120" y="4902803"/>
                <a:ext cx="123062" cy="63817"/>
                <a:chOff x="7816120" y="4902803"/>
                <a:chExt cx="123062" cy="63817"/>
              </a:xfrm>
            </p:grpSpPr>
            <p:sp>
              <p:nvSpPr>
                <p:cNvPr id="5873" name="Google Shape;5873;p199"/>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4" name="Google Shape;5874;p199"/>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875" name="Google Shape;5875;p199"/>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5876" name="Shape 5876"/>
        <p:cNvGrpSpPr/>
        <p:nvPr/>
      </p:nvGrpSpPr>
      <p:grpSpPr>
        <a:xfrm>
          <a:off x="0" y="0"/>
          <a:ext cx="0" cy="0"/>
          <a:chOff x="0" y="0"/>
          <a:chExt cx="0" cy="0"/>
        </a:xfrm>
      </p:grpSpPr>
      <p:sp>
        <p:nvSpPr>
          <p:cNvPr id="5877" name="Google Shape;5877;p200"/>
          <p:cNvSpPr txBox="1"/>
          <p:nvPr>
            <p:ph hasCustomPrompt="1" type="title"/>
          </p:nvPr>
        </p:nvSpPr>
        <p:spPr>
          <a:xfrm>
            <a:off x="798388"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5878" name="Google Shape;5878;p200"/>
          <p:cNvSpPr txBox="1"/>
          <p:nvPr>
            <p:ph idx="1" type="subTitle"/>
          </p:nvPr>
        </p:nvSpPr>
        <p:spPr>
          <a:xfrm>
            <a:off x="798388"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5879" name="Google Shape;5879;p200"/>
          <p:cNvSpPr txBox="1"/>
          <p:nvPr>
            <p:ph hasCustomPrompt="1" idx="2" type="title"/>
          </p:nvPr>
        </p:nvSpPr>
        <p:spPr>
          <a:xfrm>
            <a:off x="2825700" y="1029535"/>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5880" name="Google Shape;5880;p200"/>
          <p:cNvSpPr txBox="1"/>
          <p:nvPr>
            <p:ph idx="3" type="subTitle"/>
          </p:nvPr>
        </p:nvSpPr>
        <p:spPr>
          <a:xfrm>
            <a:off x="2825700" y="1804473"/>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5881" name="Google Shape;5881;p200"/>
          <p:cNvSpPr txBox="1"/>
          <p:nvPr>
            <p:ph hasCustomPrompt="1" idx="4" type="title"/>
          </p:nvPr>
        </p:nvSpPr>
        <p:spPr>
          <a:xfrm>
            <a:off x="4853013"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5882" name="Google Shape;5882;p200"/>
          <p:cNvSpPr txBox="1"/>
          <p:nvPr>
            <p:ph idx="5" type="subTitle"/>
          </p:nvPr>
        </p:nvSpPr>
        <p:spPr>
          <a:xfrm>
            <a:off x="4853013"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5883" name="Google Shape;5883;p200"/>
          <p:cNvSpPr/>
          <p:nvPr/>
        </p:nvSpPr>
        <p:spPr>
          <a:xfrm rot="-5710536">
            <a:off x="-1869285" y="3438573"/>
            <a:ext cx="3168438" cy="23079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200"/>
          <p:cNvSpPr/>
          <p:nvPr/>
        </p:nvSpPr>
        <p:spPr>
          <a:xfrm rot="-294905">
            <a:off x="7350387" y="3903245"/>
            <a:ext cx="3168449" cy="256199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5885" name="Shape 5885"/>
        <p:cNvGrpSpPr/>
        <p:nvPr/>
      </p:nvGrpSpPr>
      <p:grpSpPr>
        <a:xfrm>
          <a:off x="0" y="0"/>
          <a:ext cx="0" cy="0"/>
          <a:chOff x="0" y="0"/>
          <a:chExt cx="0" cy="0"/>
        </a:xfrm>
      </p:grpSpPr>
      <p:sp>
        <p:nvSpPr>
          <p:cNvPr id="5886" name="Google Shape;5886;p20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887" name="Google Shape;5887;p201"/>
          <p:cNvSpPr/>
          <p:nvPr/>
        </p:nvSpPr>
        <p:spPr>
          <a:xfrm flipH="1" rot="337739">
            <a:off x="8212271" y="3187242"/>
            <a:ext cx="3158465" cy="3518480"/>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8" name="Google Shape;5888;p201"/>
          <p:cNvGrpSpPr/>
          <p:nvPr/>
        </p:nvGrpSpPr>
        <p:grpSpPr>
          <a:xfrm>
            <a:off x="90200" y="4214393"/>
            <a:ext cx="516117" cy="779220"/>
            <a:chOff x="10572463" y="3528536"/>
            <a:chExt cx="580168" cy="875823"/>
          </a:xfrm>
        </p:grpSpPr>
        <p:grpSp>
          <p:nvGrpSpPr>
            <p:cNvPr id="5889" name="Google Shape;5889;p201"/>
            <p:cNvGrpSpPr/>
            <p:nvPr/>
          </p:nvGrpSpPr>
          <p:grpSpPr>
            <a:xfrm>
              <a:off x="10713815" y="3528536"/>
              <a:ext cx="438816" cy="746664"/>
              <a:chOff x="10713815" y="3528536"/>
              <a:chExt cx="438816" cy="746664"/>
            </a:xfrm>
          </p:grpSpPr>
          <p:sp>
            <p:nvSpPr>
              <p:cNvPr id="5890" name="Google Shape;5890;p201"/>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891" name="Google Shape;5891;p201"/>
              <p:cNvGrpSpPr/>
              <p:nvPr/>
            </p:nvGrpSpPr>
            <p:grpSpPr>
              <a:xfrm>
                <a:off x="10776489" y="3625310"/>
                <a:ext cx="313848" cy="288226"/>
                <a:chOff x="10776489" y="3625310"/>
                <a:chExt cx="313848" cy="288226"/>
              </a:xfrm>
            </p:grpSpPr>
            <p:sp>
              <p:nvSpPr>
                <p:cNvPr id="5892" name="Google Shape;5892;p201"/>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3" name="Google Shape;5893;p201"/>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4" name="Google Shape;5894;p201"/>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5" name="Google Shape;5895;p201"/>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6" name="Google Shape;5896;p201"/>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7" name="Google Shape;5897;p201"/>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898" name="Google Shape;5898;p201"/>
              <p:cNvGrpSpPr/>
              <p:nvPr/>
            </p:nvGrpSpPr>
            <p:grpSpPr>
              <a:xfrm>
                <a:off x="10776489" y="3999547"/>
                <a:ext cx="313848" cy="181546"/>
                <a:chOff x="10776489" y="3999547"/>
                <a:chExt cx="313848" cy="181546"/>
              </a:xfrm>
            </p:grpSpPr>
            <p:sp>
              <p:nvSpPr>
                <p:cNvPr id="5899" name="Google Shape;5899;p201"/>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0" name="Google Shape;5900;p201"/>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1" name="Google Shape;5901;p201"/>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2" name="Google Shape;5902;p201"/>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903" name="Google Shape;5903;p201"/>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904" name="Google Shape;5904;p201"/>
            <p:cNvGrpSpPr/>
            <p:nvPr/>
          </p:nvGrpSpPr>
          <p:grpSpPr>
            <a:xfrm>
              <a:off x="10572463" y="3657790"/>
              <a:ext cx="438817" cy="746569"/>
              <a:chOff x="10572463" y="3657790"/>
              <a:chExt cx="438817" cy="746569"/>
            </a:xfrm>
          </p:grpSpPr>
          <p:sp>
            <p:nvSpPr>
              <p:cNvPr id="5905" name="Google Shape;5905;p201"/>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906" name="Google Shape;5906;p201"/>
              <p:cNvGrpSpPr/>
              <p:nvPr/>
            </p:nvGrpSpPr>
            <p:grpSpPr>
              <a:xfrm>
                <a:off x="10635138" y="3754469"/>
                <a:ext cx="313848" cy="288321"/>
                <a:chOff x="10635138" y="3754469"/>
                <a:chExt cx="313848" cy="288321"/>
              </a:xfrm>
            </p:grpSpPr>
            <p:sp>
              <p:nvSpPr>
                <p:cNvPr id="5907" name="Google Shape;5907;p201"/>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8" name="Google Shape;5908;p201"/>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9" name="Google Shape;5909;p201"/>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0" name="Google Shape;5910;p201"/>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1" name="Google Shape;5911;p201"/>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2" name="Google Shape;5912;p201"/>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913" name="Google Shape;5913;p201"/>
              <p:cNvGrpSpPr/>
              <p:nvPr/>
            </p:nvGrpSpPr>
            <p:grpSpPr>
              <a:xfrm>
                <a:off x="10635138" y="4128801"/>
                <a:ext cx="313848" cy="181547"/>
                <a:chOff x="10635138" y="4128801"/>
                <a:chExt cx="313848" cy="181547"/>
              </a:xfrm>
            </p:grpSpPr>
            <p:sp>
              <p:nvSpPr>
                <p:cNvPr id="5914" name="Google Shape;5914;p201"/>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5" name="Google Shape;5915;p201"/>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6" name="Google Shape;5916;p201"/>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7" name="Google Shape;5917;p201"/>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918" name="Google Shape;5918;p201"/>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5919" name="Google Shape;5919;p201"/>
          <p:cNvSpPr/>
          <p:nvPr/>
        </p:nvSpPr>
        <p:spPr>
          <a:xfrm flipH="1" rot="-3657034">
            <a:off x="-1404232" y="-737971"/>
            <a:ext cx="2746020" cy="16278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20" name="Google Shape;5920;p201"/>
          <p:cNvGrpSpPr/>
          <p:nvPr/>
        </p:nvGrpSpPr>
        <p:grpSpPr>
          <a:xfrm>
            <a:off x="8114970" y="266839"/>
            <a:ext cx="829992" cy="750888"/>
            <a:chOff x="8114596" y="445039"/>
            <a:chExt cx="633002" cy="572716"/>
          </a:xfrm>
        </p:grpSpPr>
        <p:grpSp>
          <p:nvGrpSpPr>
            <p:cNvPr id="5921" name="Google Shape;5921;p201"/>
            <p:cNvGrpSpPr/>
            <p:nvPr/>
          </p:nvGrpSpPr>
          <p:grpSpPr>
            <a:xfrm>
              <a:off x="8114596" y="445039"/>
              <a:ext cx="633002" cy="572716"/>
              <a:chOff x="7189660" y="520827"/>
              <a:chExt cx="598074" cy="541115"/>
            </a:xfrm>
          </p:grpSpPr>
          <p:sp>
            <p:nvSpPr>
              <p:cNvPr id="5922" name="Google Shape;5922;p201"/>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923" name="Google Shape;5923;p201"/>
              <p:cNvGrpSpPr/>
              <p:nvPr/>
            </p:nvGrpSpPr>
            <p:grpSpPr>
              <a:xfrm>
                <a:off x="7579137" y="551973"/>
                <a:ext cx="164782" cy="41529"/>
                <a:chOff x="7579137" y="551973"/>
                <a:chExt cx="164782" cy="41529"/>
              </a:xfrm>
            </p:grpSpPr>
            <p:sp>
              <p:nvSpPr>
                <p:cNvPr id="5924" name="Google Shape;5924;p201"/>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5" name="Google Shape;5925;p201"/>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6" name="Google Shape;5926;p201"/>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927" name="Google Shape;5927;p201"/>
            <p:cNvGrpSpPr/>
            <p:nvPr/>
          </p:nvGrpSpPr>
          <p:grpSpPr>
            <a:xfrm>
              <a:off x="8184962" y="619646"/>
              <a:ext cx="498115" cy="257273"/>
              <a:chOff x="7256144" y="685800"/>
              <a:chExt cx="470630" cy="243077"/>
            </a:xfrm>
          </p:grpSpPr>
          <p:sp>
            <p:nvSpPr>
              <p:cNvPr id="5928" name="Google Shape;5928;p201"/>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929" name="Google Shape;5929;p201"/>
              <p:cNvGrpSpPr/>
              <p:nvPr/>
            </p:nvGrpSpPr>
            <p:grpSpPr>
              <a:xfrm>
                <a:off x="7512843" y="685800"/>
                <a:ext cx="213931" cy="243077"/>
                <a:chOff x="7512843" y="685800"/>
                <a:chExt cx="213931" cy="243077"/>
              </a:xfrm>
            </p:grpSpPr>
            <p:grpSp>
              <p:nvGrpSpPr>
                <p:cNvPr id="5930" name="Google Shape;5930;p201"/>
                <p:cNvGrpSpPr/>
                <p:nvPr/>
              </p:nvGrpSpPr>
              <p:grpSpPr>
                <a:xfrm>
                  <a:off x="7512843" y="836580"/>
                  <a:ext cx="213931" cy="92297"/>
                  <a:chOff x="7512843" y="836580"/>
                  <a:chExt cx="213931" cy="92297"/>
                </a:xfrm>
              </p:grpSpPr>
              <p:sp>
                <p:nvSpPr>
                  <p:cNvPr id="5931" name="Google Shape;5931;p201"/>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2" name="Google Shape;5932;p201"/>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933" name="Google Shape;5933;p201"/>
                <p:cNvGrpSpPr/>
                <p:nvPr/>
              </p:nvGrpSpPr>
              <p:grpSpPr>
                <a:xfrm>
                  <a:off x="7512843" y="761238"/>
                  <a:ext cx="213931" cy="92296"/>
                  <a:chOff x="7512843" y="761238"/>
                  <a:chExt cx="213931" cy="92296"/>
                </a:xfrm>
              </p:grpSpPr>
              <p:sp>
                <p:nvSpPr>
                  <p:cNvPr id="5934" name="Google Shape;5934;p201"/>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5" name="Google Shape;5935;p201"/>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936" name="Google Shape;5936;p201"/>
                <p:cNvGrpSpPr/>
                <p:nvPr/>
              </p:nvGrpSpPr>
              <p:grpSpPr>
                <a:xfrm>
                  <a:off x="7512843" y="685800"/>
                  <a:ext cx="213931" cy="92297"/>
                  <a:chOff x="7512843" y="685800"/>
                  <a:chExt cx="213931" cy="92297"/>
                </a:xfrm>
              </p:grpSpPr>
              <p:sp>
                <p:nvSpPr>
                  <p:cNvPr id="5937" name="Google Shape;5937;p201"/>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8" name="Google Shape;5938;p201"/>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5939" name="Shape 5939"/>
        <p:cNvGrpSpPr/>
        <p:nvPr/>
      </p:nvGrpSpPr>
      <p:grpSpPr>
        <a:xfrm>
          <a:off x="0" y="0"/>
          <a:ext cx="0" cy="0"/>
          <a:chOff x="0" y="0"/>
          <a:chExt cx="0" cy="0"/>
        </a:xfrm>
      </p:grpSpPr>
      <p:sp>
        <p:nvSpPr>
          <p:cNvPr id="5940" name="Google Shape;5940;p202"/>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20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5942" name="Google Shape;5942;p202"/>
          <p:cNvGrpSpPr/>
          <p:nvPr/>
        </p:nvGrpSpPr>
        <p:grpSpPr>
          <a:xfrm flipH="1">
            <a:off x="683048" y="4696520"/>
            <a:ext cx="325927" cy="404808"/>
            <a:chOff x="7385113" y="1535430"/>
            <a:chExt cx="435673" cy="541115"/>
          </a:xfrm>
        </p:grpSpPr>
        <p:sp>
          <p:nvSpPr>
            <p:cNvPr id="5943" name="Google Shape;5943;p202"/>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944" name="Google Shape;5944;p202"/>
            <p:cNvGrpSpPr/>
            <p:nvPr/>
          </p:nvGrpSpPr>
          <p:grpSpPr>
            <a:xfrm>
              <a:off x="7612094" y="1566576"/>
              <a:ext cx="164781" cy="41529"/>
              <a:chOff x="7612094" y="1566576"/>
              <a:chExt cx="164781" cy="41529"/>
            </a:xfrm>
          </p:grpSpPr>
          <p:sp>
            <p:nvSpPr>
              <p:cNvPr id="5945" name="Google Shape;5945;p202"/>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6" name="Google Shape;5946;p202"/>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7" name="Google Shape;5947;p202"/>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948" name="Google Shape;5948;p202"/>
          <p:cNvGrpSpPr/>
          <p:nvPr/>
        </p:nvGrpSpPr>
        <p:grpSpPr>
          <a:xfrm flipH="1">
            <a:off x="713902" y="4774546"/>
            <a:ext cx="268636" cy="280965"/>
            <a:chOff x="7420451" y="1639728"/>
            <a:chExt cx="359091" cy="375571"/>
          </a:xfrm>
        </p:grpSpPr>
        <p:sp>
          <p:nvSpPr>
            <p:cNvPr id="5949" name="Google Shape;5949;p202"/>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0" name="Google Shape;5950;p202"/>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951" name="Google Shape;5951;p202"/>
          <p:cNvGrpSpPr/>
          <p:nvPr/>
        </p:nvGrpSpPr>
        <p:grpSpPr>
          <a:xfrm flipH="1">
            <a:off x="96200" y="4469347"/>
            <a:ext cx="355444" cy="644072"/>
            <a:chOff x="1945386" y="5582316"/>
            <a:chExt cx="470725" cy="852963"/>
          </a:xfrm>
        </p:grpSpPr>
        <p:grpSp>
          <p:nvGrpSpPr>
            <p:cNvPr id="5952" name="Google Shape;5952;p202"/>
            <p:cNvGrpSpPr/>
            <p:nvPr/>
          </p:nvGrpSpPr>
          <p:grpSpPr>
            <a:xfrm>
              <a:off x="1945386" y="5582316"/>
              <a:ext cx="470725" cy="852963"/>
              <a:chOff x="1945386" y="5582316"/>
              <a:chExt cx="470725" cy="852963"/>
            </a:xfrm>
          </p:grpSpPr>
          <p:sp>
            <p:nvSpPr>
              <p:cNvPr id="5953" name="Google Shape;5953;p202"/>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4" name="Google Shape;5954;p202"/>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955" name="Google Shape;5955;p202"/>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956" name="Google Shape;5956;p202"/>
          <p:cNvGrpSpPr/>
          <p:nvPr/>
        </p:nvGrpSpPr>
        <p:grpSpPr>
          <a:xfrm>
            <a:off x="7975988" y="116167"/>
            <a:ext cx="1061979" cy="558999"/>
            <a:chOff x="3859815" y="2867310"/>
            <a:chExt cx="1262157" cy="664368"/>
          </a:xfrm>
        </p:grpSpPr>
        <p:sp>
          <p:nvSpPr>
            <p:cNvPr id="5957" name="Google Shape;5957;p202"/>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958" name="Google Shape;5958;p202"/>
            <p:cNvGrpSpPr/>
            <p:nvPr/>
          </p:nvGrpSpPr>
          <p:grpSpPr>
            <a:xfrm>
              <a:off x="4275677" y="3065525"/>
              <a:ext cx="334517" cy="380047"/>
              <a:chOff x="4275677" y="3065525"/>
              <a:chExt cx="334517" cy="380047"/>
            </a:xfrm>
          </p:grpSpPr>
          <p:grpSp>
            <p:nvGrpSpPr>
              <p:cNvPr id="5959" name="Google Shape;5959;p202"/>
              <p:cNvGrpSpPr/>
              <p:nvPr/>
            </p:nvGrpSpPr>
            <p:grpSpPr>
              <a:xfrm>
                <a:off x="4275677" y="3065525"/>
                <a:ext cx="334517" cy="380047"/>
                <a:chOff x="4275677" y="3065525"/>
                <a:chExt cx="334517" cy="380047"/>
              </a:xfrm>
            </p:grpSpPr>
            <p:grpSp>
              <p:nvGrpSpPr>
                <p:cNvPr id="5960" name="Google Shape;5960;p202"/>
                <p:cNvGrpSpPr/>
                <p:nvPr/>
              </p:nvGrpSpPr>
              <p:grpSpPr>
                <a:xfrm>
                  <a:off x="4275677" y="3301269"/>
                  <a:ext cx="334422" cy="144303"/>
                  <a:chOff x="4275677" y="3301269"/>
                  <a:chExt cx="334422" cy="144303"/>
                </a:xfrm>
              </p:grpSpPr>
              <p:sp>
                <p:nvSpPr>
                  <p:cNvPr id="5961" name="Google Shape;5961;p202"/>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2" name="Google Shape;5962;p202"/>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963" name="Google Shape;5963;p202"/>
                <p:cNvGrpSpPr/>
                <p:nvPr/>
              </p:nvGrpSpPr>
              <p:grpSpPr>
                <a:xfrm>
                  <a:off x="4275677" y="3183350"/>
                  <a:ext cx="334422" cy="144302"/>
                  <a:chOff x="4275677" y="3183350"/>
                  <a:chExt cx="334422" cy="144302"/>
                </a:xfrm>
              </p:grpSpPr>
              <p:sp>
                <p:nvSpPr>
                  <p:cNvPr id="5964" name="Google Shape;5964;p202"/>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5" name="Google Shape;5965;p202"/>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966" name="Google Shape;5966;p202"/>
                <p:cNvGrpSpPr/>
                <p:nvPr/>
              </p:nvGrpSpPr>
              <p:grpSpPr>
                <a:xfrm>
                  <a:off x="4275677" y="3065525"/>
                  <a:ext cx="334517" cy="144303"/>
                  <a:chOff x="4275677" y="3065525"/>
                  <a:chExt cx="334517" cy="144303"/>
                </a:xfrm>
              </p:grpSpPr>
              <p:sp>
                <p:nvSpPr>
                  <p:cNvPr id="5967" name="Google Shape;5967;p202"/>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8" name="Google Shape;5968;p202"/>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5969" name="Google Shape;5969;p202"/>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0" name="Google Shape;5970;p202"/>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1" name="Google Shape;5971;p202"/>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972" name="Google Shape;5972;p202"/>
          <p:cNvGrpSpPr/>
          <p:nvPr/>
        </p:nvGrpSpPr>
        <p:grpSpPr>
          <a:xfrm flipH="1" rot="5400000">
            <a:off x="557972" y="4696603"/>
            <a:ext cx="16329" cy="218290"/>
            <a:chOff x="10809827" y="4402455"/>
            <a:chExt cx="24764" cy="330993"/>
          </a:xfrm>
        </p:grpSpPr>
        <p:sp>
          <p:nvSpPr>
            <p:cNvPr id="5973" name="Google Shape;5973;p202"/>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4" name="Google Shape;5974;p202"/>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5" name="Google Shape;5975;p202"/>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976" name="Google Shape;5976;p202"/>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202"/>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5978" name="Shape 5978"/>
        <p:cNvGrpSpPr/>
        <p:nvPr/>
      </p:nvGrpSpPr>
      <p:grpSpPr>
        <a:xfrm>
          <a:off x="0" y="0"/>
          <a:ext cx="0" cy="0"/>
          <a:chOff x="0" y="0"/>
          <a:chExt cx="0" cy="0"/>
        </a:xfrm>
      </p:grpSpPr>
      <p:sp>
        <p:nvSpPr>
          <p:cNvPr id="5979" name="Google Shape;5979;p203"/>
          <p:cNvSpPr txBox="1"/>
          <p:nvPr>
            <p:ph type="title"/>
          </p:nvPr>
        </p:nvSpPr>
        <p:spPr>
          <a:xfrm>
            <a:off x="2347938" y="997200"/>
            <a:ext cx="4448100" cy="10587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sz="85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980" name="Google Shape;5980;p203"/>
          <p:cNvSpPr txBox="1"/>
          <p:nvPr>
            <p:ph idx="1" type="subTitle"/>
          </p:nvPr>
        </p:nvSpPr>
        <p:spPr>
          <a:xfrm>
            <a:off x="2347900" y="1841450"/>
            <a:ext cx="4448100" cy="105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981" name="Google Shape;5981;p203"/>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Open Sans"/>
                <a:ea typeface="Open Sans"/>
                <a:cs typeface="Open Sans"/>
                <a:sym typeface="Open Sans"/>
              </a:rPr>
              <a:t>CREDITS:</a:t>
            </a:r>
            <a:r>
              <a:rPr lang="en" sz="1200">
                <a:solidFill>
                  <a:schemeClr val="dk1"/>
                </a:solidFill>
                <a:latin typeface="Open Sans"/>
                <a:ea typeface="Open Sans"/>
                <a:cs typeface="Open Sans"/>
                <a:sym typeface="Open Sans"/>
              </a:rPr>
              <a:t> This presentation template was created by </a:t>
            </a:r>
            <a:r>
              <a:rPr b="1" lang="en" sz="1200" u="sng">
                <a:solidFill>
                  <a:schemeClr val="hlink"/>
                </a:solidFill>
                <a:latin typeface="Open Sans"/>
                <a:ea typeface="Open Sans"/>
                <a:cs typeface="Open Sans"/>
                <a:sym typeface="Open Sans"/>
                <a:hlinkClick r:id="rId2"/>
              </a:rPr>
              <a:t>Slidesgo</a:t>
            </a:r>
            <a:r>
              <a:rPr lang="en" sz="1200">
                <a:solidFill>
                  <a:schemeClr val="dk1"/>
                </a:solidFill>
                <a:latin typeface="Open Sans"/>
                <a:ea typeface="Open Sans"/>
                <a:cs typeface="Open Sans"/>
                <a:sym typeface="Open Sans"/>
              </a:rPr>
              <a:t>, and includes icons, infographics &amp; images by </a:t>
            </a:r>
            <a:r>
              <a:rPr b="1" lang="en" sz="1200" u="sng">
                <a:solidFill>
                  <a:schemeClr val="dk1"/>
                </a:solidFill>
                <a:latin typeface="Open Sans"/>
                <a:ea typeface="Open Sans"/>
                <a:cs typeface="Open Sans"/>
                <a:sym typeface="Open Sans"/>
                <a:hlinkClick r:id="rId3">
                  <a:extLst>
                    <a:ext uri="{A12FA001-AC4F-418D-AE19-62706E023703}">
                      <ahyp:hlinkClr val="tx"/>
                    </a:ext>
                  </a:extLst>
                </a:hlinkClick>
              </a:rPr>
              <a:t>Freepik</a:t>
            </a:r>
            <a:r>
              <a:rPr lang="en" sz="1200" u="sng">
                <a:solidFill>
                  <a:schemeClr val="dk1"/>
                </a:solidFill>
                <a:latin typeface="Open Sans"/>
                <a:ea typeface="Open Sans"/>
                <a:cs typeface="Open Sans"/>
                <a:sym typeface="Open Sans"/>
              </a:rPr>
              <a:t> </a:t>
            </a:r>
            <a:endParaRPr b="1" sz="1200" u="sng">
              <a:solidFill>
                <a:schemeClr val="dk1"/>
              </a:solidFill>
              <a:latin typeface="Open Sans"/>
              <a:ea typeface="Open Sans"/>
              <a:cs typeface="Open Sans"/>
              <a:sym typeface="Open Sans"/>
            </a:endParaRPr>
          </a:p>
        </p:txBody>
      </p:sp>
      <p:sp>
        <p:nvSpPr>
          <p:cNvPr id="5982" name="Google Shape;5982;p203"/>
          <p:cNvSpPr/>
          <p:nvPr/>
        </p:nvSpPr>
        <p:spPr>
          <a:xfrm flipH="1" rot="-2493044">
            <a:off x="-1086706" y="-570280"/>
            <a:ext cx="2902912" cy="23472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203"/>
          <p:cNvSpPr/>
          <p:nvPr/>
        </p:nvSpPr>
        <p:spPr>
          <a:xfrm flipH="1" rot="-5051288">
            <a:off x="7227752" y="3451481"/>
            <a:ext cx="2997828" cy="2576307"/>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203"/>
          <p:cNvSpPr/>
          <p:nvPr/>
        </p:nvSpPr>
        <p:spPr>
          <a:xfrm flipH="1" rot="460638">
            <a:off x="178423" y="3742788"/>
            <a:ext cx="1359611" cy="122255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203"/>
          <p:cNvSpPr/>
          <p:nvPr/>
        </p:nvSpPr>
        <p:spPr>
          <a:xfrm flipH="1" rot="460623">
            <a:off x="6683138" y="-2074210"/>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5986" name="Shape 5986"/>
        <p:cNvGrpSpPr/>
        <p:nvPr/>
      </p:nvGrpSpPr>
      <p:grpSpPr>
        <a:xfrm>
          <a:off x="0" y="0"/>
          <a:ext cx="0" cy="0"/>
          <a:chOff x="0" y="0"/>
          <a:chExt cx="0" cy="0"/>
        </a:xfrm>
      </p:grpSpPr>
      <p:sp>
        <p:nvSpPr>
          <p:cNvPr id="5987" name="Google Shape;5987;p204"/>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204"/>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204"/>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204"/>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1" name="Google Shape;5991;p204"/>
          <p:cNvGrpSpPr/>
          <p:nvPr/>
        </p:nvGrpSpPr>
        <p:grpSpPr>
          <a:xfrm>
            <a:off x="7931872" y="177093"/>
            <a:ext cx="997823" cy="737095"/>
            <a:chOff x="7931872" y="177093"/>
            <a:chExt cx="997823" cy="737095"/>
          </a:xfrm>
        </p:grpSpPr>
        <p:grpSp>
          <p:nvGrpSpPr>
            <p:cNvPr id="5992" name="Google Shape;5992;p204"/>
            <p:cNvGrpSpPr/>
            <p:nvPr/>
          </p:nvGrpSpPr>
          <p:grpSpPr>
            <a:xfrm>
              <a:off x="7931872" y="177093"/>
              <a:ext cx="919725" cy="318025"/>
              <a:chOff x="7230903" y="4635722"/>
              <a:chExt cx="652843" cy="225742"/>
            </a:xfrm>
          </p:grpSpPr>
          <p:sp>
            <p:nvSpPr>
              <p:cNvPr id="5993" name="Google Shape;5993;p204"/>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4" name="Google Shape;5994;p204"/>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995" name="Google Shape;5995;p204"/>
              <p:cNvGrpSpPr/>
              <p:nvPr/>
            </p:nvGrpSpPr>
            <p:grpSpPr>
              <a:xfrm>
                <a:off x="7487126" y="4676394"/>
                <a:ext cx="332041" cy="142684"/>
                <a:chOff x="7487126" y="4676394"/>
                <a:chExt cx="332041" cy="142684"/>
              </a:xfrm>
            </p:grpSpPr>
            <p:sp>
              <p:nvSpPr>
                <p:cNvPr id="5996" name="Google Shape;5996;p204"/>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7" name="Google Shape;5997;p204"/>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8" name="Google Shape;5998;p204"/>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9" name="Google Shape;5999;p204"/>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000" name="Google Shape;6000;p204"/>
            <p:cNvGrpSpPr/>
            <p:nvPr/>
          </p:nvGrpSpPr>
          <p:grpSpPr>
            <a:xfrm>
              <a:off x="7931872" y="596163"/>
              <a:ext cx="919725" cy="318025"/>
              <a:chOff x="7230903" y="4933188"/>
              <a:chExt cx="652843" cy="225742"/>
            </a:xfrm>
          </p:grpSpPr>
          <p:grpSp>
            <p:nvGrpSpPr>
              <p:cNvPr id="6001" name="Google Shape;6001;p204"/>
              <p:cNvGrpSpPr/>
              <p:nvPr/>
            </p:nvGrpSpPr>
            <p:grpSpPr>
              <a:xfrm>
                <a:off x="7230903" y="4933188"/>
                <a:ext cx="652843" cy="225742"/>
                <a:chOff x="7230903" y="4933188"/>
                <a:chExt cx="652843" cy="225742"/>
              </a:xfrm>
            </p:grpSpPr>
            <p:sp>
              <p:nvSpPr>
                <p:cNvPr id="6002" name="Google Shape;6002;p204"/>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3" name="Google Shape;6003;p204"/>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004" name="Google Shape;6004;p204"/>
                <p:cNvGrpSpPr/>
                <p:nvPr/>
              </p:nvGrpSpPr>
              <p:grpSpPr>
                <a:xfrm>
                  <a:off x="7487126" y="4973859"/>
                  <a:ext cx="332041" cy="142684"/>
                  <a:chOff x="7487126" y="4973859"/>
                  <a:chExt cx="332041" cy="142684"/>
                </a:xfrm>
              </p:grpSpPr>
              <p:sp>
                <p:nvSpPr>
                  <p:cNvPr id="6005" name="Google Shape;6005;p204"/>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6" name="Google Shape;6006;p204"/>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7" name="Google Shape;6007;p204"/>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8" name="Google Shape;6008;p204"/>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6009" name="Google Shape;6009;p204"/>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010" name="Google Shape;6010;p204"/>
            <p:cNvGrpSpPr/>
            <p:nvPr/>
          </p:nvGrpSpPr>
          <p:grpSpPr>
            <a:xfrm>
              <a:off x="8756326" y="539537"/>
              <a:ext cx="173370" cy="112691"/>
              <a:chOff x="7816120" y="4892994"/>
              <a:chExt cx="123062" cy="79991"/>
            </a:xfrm>
          </p:grpSpPr>
          <p:grpSp>
            <p:nvGrpSpPr>
              <p:cNvPr id="6011" name="Google Shape;6011;p204"/>
              <p:cNvGrpSpPr/>
              <p:nvPr/>
            </p:nvGrpSpPr>
            <p:grpSpPr>
              <a:xfrm>
                <a:off x="7816120" y="4902803"/>
                <a:ext cx="123062" cy="63817"/>
                <a:chOff x="7816120" y="4902803"/>
                <a:chExt cx="123062" cy="63817"/>
              </a:xfrm>
            </p:grpSpPr>
            <p:sp>
              <p:nvSpPr>
                <p:cNvPr id="6012" name="Google Shape;6012;p204"/>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3" name="Google Shape;6013;p204"/>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014" name="Google Shape;6014;p204"/>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6015" name="Shape 6015"/>
        <p:cNvGrpSpPr/>
        <p:nvPr/>
      </p:nvGrpSpPr>
      <p:grpSpPr>
        <a:xfrm>
          <a:off x="0" y="0"/>
          <a:ext cx="0" cy="0"/>
          <a:chOff x="0" y="0"/>
          <a:chExt cx="0" cy="0"/>
        </a:xfrm>
      </p:grpSpPr>
      <p:sp>
        <p:nvSpPr>
          <p:cNvPr id="6016" name="Google Shape;6016;p205"/>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205"/>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8" name="Google Shape;6018;p205"/>
          <p:cNvGrpSpPr/>
          <p:nvPr/>
        </p:nvGrpSpPr>
        <p:grpSpPr>
          <a:xfrm>
            <a:off x="65066" y="4373044"/>
            <a:ext cx="878158" cy="654532"/>
            <a:chOff x="1114425" y="4361211"/>
            <a:chExt cx="573023" cy="427101"/>
          </a:xfrm>
        </p:grpSpPr>
        <p:grpSp>
          <p:nvGrpSpPr>
            <p:cNvPr id="6019" name="Google Shape;6019;p205"/>
            <p:cNvGrpSpPr/>
            <p:nvPr/>
          </p:nvGrpSpPr>
          <p:grpSpPr>
            <a:xfrm>
              <a:off x="1114425" y="4361211"/>
              <a:ext cx="573023" cy="427101"/>
              <a:chOff x="1114425" y="4361211"/>
              <a:chExt cx="573023" cy="427101"/>
            </a:xfrm>
          </p:grpSpPr>
          <p:sp>
            <p:nvSpPr>
              <p:cNvPr id="6020" name="Google Shape;6020;p205"/>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1" name="Google Shape;6021;p205"/>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2" name="Google Shape;6022;p205"/>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023" name="Google Shape;6023;p205"/>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024" name="Google Shape;6024;p205"/>
          <p:cNvGrpSpPr/>
          <p:nvPr/>
        </p:nvGrpSpPr>
        <p:grpSpPr>
          <a:xfrm>
            <a:off x="8114970" y="266839"/>
            <a:ext cx="829992" cy="750888"/>
            <a:chOff x="8114596" y="445039"/>
            <a:chExt cx="633002" cy="572716"/>
          </a:xfrm>
        </p:grpSpPr>
        <p:grpSp>
          <p:nvGrpSpPr>
            <p:cNvPr id="6025" name="Google Shape;6025;p205"/>
            <p:cNvGrpSpPr/>
            <p:nvPr/>
          </p:nvGrpSpPr>
          <p:grpSpPr>
            <a:xfrm>
              <a:off x="8114596" y="445039"/>
              <a:ext cx="633002" cy="572716"/>
              <a:chOff x="7189660" y="520827"/>
              <a:chExt cx="598074" cy="541115"/>
            </a:xfrm>
          </p:grpSpPr>
          <p:sp>
            <p:nvSpPr>
              <p:cNvPr id="6026" name="Google Shape;6026;p205"/>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027" name="Google Shape;6027;p205"/>
              <p:cNvGrpSpPr/>
              <p:nvPr/>
            </p:nvGrpSpPr>
            <p:grpSpPr>
              <a:xfrm>
                <a:off x="7579137" y="551973"/>
                <a:ext cx="164782" cy="41529"/>
                <a:chOff x="7579137" y="551973"/>
                <a:chExt cx="164782" cy="41529"/>
              </a:xfrm>
            </p:grpSpPr>
            <p:sp>
              <p:nvSpPr>
                <p:cNvPr id="6028" name="Google Shape;6028;p205"/>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9" name="Google Shape;6029;p205"/>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0" name="Google Shape;6030;p205"/>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031" name="Google Shape;6031;p205"/>
            <p:cNvGrpSpPr/>
            <p:nvPr/>
          </p:nvGrpSpPr>
          <p:grpSpPr>
            <a:xfrm>
              <a:off x="8184962" y="619646"/>
              <a:ext cx="498115" cy="257273"/>
              <a:chOff x="7256144" y="685800"/>
              <a:chExt cx="470630" cy="243077"/>
            </a:xfrm>
          </p:grpSpPr>
          <p:sp>
            <p:nvSpPr>
              <p:cNvPr id="6032" name="Google Shape;6032;p205"/>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033" name="Google Shape;6033;p205"/>
              <p:cNvGrpSpPr/>
              <p:nvPr/>
            </p:nvGrpSpPr>
            <p:grpSpPr>
              <a:xfrm>
                <a:off x="7512843" y="685800"/>
                <a:ext cx="213931" cy="243077"/>
                <a:chOff x="7512843" y="685800"/>
                <a:chExt cx="213931" cy="243077"/>
              </a:xfrm>
            </p:grpSpPr>
            <p:grpSp>
              <p:nvGrpSpPr>
                <p:cNvPr id="6034" name="Google Shape;6034;p205"/>
                <p:cNvGrpSpPr/>
                <p:nvPr/>
              </p:nvGrpSpPr>
              <p:grpSpPr>
                <a:xfrm>
                  <a:off x="7512843" y="836580"/>
                  <a:ext cx="213931" cy="92297"/>
                  <a:chOff x="7512843" y="836580"/>
                  <a:chExt cx="213931" cy="92297"/>
                </a:xfrm>
              </p:grpSpPr>
              <p:sp>
                <p:nvSpPr>
                  <p:cNvPr id="6035" name="Google Shape;6035;p205"/>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6" name="Google Shape;6036;p205"/>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037" name="Google Shape;6037;p205"/>
                <p:cNvGrpSpPr/>
                <p:nvPr/>
              </p:nvGrpSpPr>
              <p:grpSpPr>
                <a:xfrm>
                  <a:off x="7512843" y="761238"/>
                  <a:ext cx="213931" cy="92296"/>
                  <a:chOff x="7512843" y="761238"/>
                  <a:chExt cx="213931" cy="92296"/>
                </a:xfrm>
              </p:grpSpPr>
              <p:sp>
                <p:nvSpPr>
                  <p:cNvPr id="6038" name="Google Shape;6038;p205"/>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9" name="Google Shape;6039;p205"/>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040" name="Google Shape;6040;p205"/>
                <p:cNvGrpSpPr/>
                <p:nvPr/>
              </p:nvGrpSpPr>
              <p:grpSpPr>
                <a:xfrm>
                  <a:off x="7512843" y="685800"/>
                  <a:ext cx="213931" cy="92297"/>
                  <a:chOff x="7512843" y="685800"/>
                  <a:chExt cx="213931" cy="92297"/>
                </a:xfrm>
              </p:grpSpPr>
              <p:sp>
                <p:nvSpPr>
                  <p:cNvPr id="6041" name="Google Shape;6041;p205"/>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2" name="Google Shape;6042;p205"/>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6046" name="Shape 6046"/>
        <p:cNvGrpSpPr/>
        <p:nvPr/>
      </p:nvGrpSpPr>
      <p:grpSpPr>
        <a:xfrm>
          <a:off x="0" y="0"/>
          <a:ext cx="0" cy="0"/>
          <a:chOff x="0" y="0"/>
          <a:chExt cx="0" cy="0"/>
        </a:xfrm>
      </p:grpSpPr>
      <p:sp>
        <p:nvSpPr>
          <p:cNvPr id="6047" name="Google Shape;6047;p207"/>
          <p:cNvSpPr txBox="1"/>
          <p:nvPr>
            <p:ph type="ctrTitle"/>
          </p:nvPr>
        </p:nvSpPr>
        <p:spPr>
          <a:xfrm>
            <a:off x="713225" y="1144500"/>
            <a:ext cx="4112100" cy="23787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5000">
                <a:latin typeface="Epilogue"/>
                <a:ea typeface="Epilogue"/>
                <a:cs typeface="Epilogue"/>
                <a:sym typeface="Epilogu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6048" name="Google Shape;6048;p207"/>
          <p:cNvSpPr txBox="1"/>
          <p:nvPr>
            <p:ph idx="1" type="subTitle"/>
          </p:nvPr>
        </p:nvSpPr>
        <p:spPr>
          <a:xfrm>
            <a:off x="713225" y="3523200"/>
            <a:ext cx="41121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latin typeface="Lato"/>
                <a:ea typeface="Lato"/>
                <a:cs typeface="Lato"/>
                <a:sym typeface="La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6049" name="Google Shape;6049;p207"/>
          <p:cNvSpPr/>
          <p:nvPr/>
        </p:nvSpPr>
        <p:spPr>
          <a:xfrm rot="10800000">
            <a:off x="-1604593" y="-845132"/>
            <a:ext cx="3281418" cy="21328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207"/>
          <p:cNvSpPr/>
          <p:nvPr/>
        </p:nvSpPr>
        <p:spPr>
          <a:xfrm flipH="1" rot="-9899992">
            <a:off x="-1515196" y="4121356"/>
            <a:ext cx="3953580" cy="192177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6051" name="Shape 6051"/>
        <p:cNvGrpSpPr/>
        <p:nvPr/>
      </p:nvGrpSpPr>
      <p:grpSpPr>
        <a:xfrm>
          <a:off x="0" y="0"/>
          <a:ext cx="0" cy="0"/>
          <a:chOff x="0" y="0"/>
          <a:chExt cx="0" cy="0"/>
        </a:xfrm>
      </p:grpSpPr>
      <p:sp>
        <p:nvSpPr>
          <p:cNvPr id="6052" name="Google Shape;6052;p208"/>
          <p:cNvSpPr txBox="1"/>
          <p:nvPr>
            <p:ph type="title"/>
          </p:nvPr>
        </p:nvSpPr>
        <p:spPr>
          <a:xfrm>
            <a:off x="4047175" y="2571975"/>
            <a:ext cx="43836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6053" name="Google Shape;6053;p208"/>
          <p:cNvSpPr txBox="1"/>
          <p:nvPr>
            <p:ph hasCustomPrompt="1" idx="2" type="title"/>
          </p:nvPr>
        </p:nvSpPr>
        <p:spPr>
          <a:xfrm>
            <a:off x="4047175" y="1321975"/>
            <a:ext cx="1235700" cy="841800"/>
          </a:xfrm>
          <a:prstGeom prst="rect">
            <a:avLst/>
          </a:prstGeom>
          <a:noFill/>
        </p:spPr>
        <p:txBody>
          <a:bodyPr anchorCtr="0" anchor="b"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6054" name="Google Shape;6054;p208"/>
          <p:cNvSpPr/>
          <p:nvPr>
            <p:ph idx="3" type="pic"/>
          </p:nvPr>
        </p:nvSpPr>
        <p:spPr>
          <a:xfrm>
            <a:off x="484625" y="1076550"/>
            <a:ext cx="2990400" cy="2990400"/>
          </a:xfrm>
          <a:prstGeom prst="roundRect">
            <a:avLst>
              <a:gd fmla="val 16667" name="adj"/>
            </a:avLst>
          </a:prstGeom>
          <a:noFill/>
          <a:ln>
            <a:noFill/>
          </a:ln>
        </p:spPr>
      </p:sp>
      <p:sp>
        <p:nvSpPr>
          <p:cNvPr id="6055" name="Google Shape;6055;p208"/>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208"/>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208"/>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6058" name="Shape 6058"/>
        <p:cNvGrpSpPr/>
        <p:nvPr/>
      </p:nvGrpSpPr>
      <p:grpSpPr>
        <a:xfrm>
          <a:off x="0" y="0"/>
          <a:ext cx="0" cy="0"/>
          <a:chOff x="0" y="0"/>
          <a:chExt cx="0" cy="0"/>
        </a:xfrm>
      </p:grpSpPr>
      <p:sp>
        <p:nvSpPr>
          <p:cNvPr id="6059" name="Google Shape;6059;p20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060" name="Google Shape;6060;p209"/>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6061" name="Google Shape;6061;p209"/>
          <p:cNvSpPr/>
          <p:nvPr/>
        </p:nvSpPr>
        <p:spPr>
          <a:xfrm flipH="1" rot="-4014673">
            <a:off x="-1798429" y="-1029372"/>
            <a:ext cx="3158476" cy="250963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209"/>
          <p:cNvSpPr/>
          <p:nvPr/>
        </p:nvSpPr>
        <p:spPr>
          <a:xfrm flipH="1">
            <a:off x="8355841" y="2667287"/>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063" name="Google Shape;6063;p209"/>
          <p:cNvGrpSpPr/>
          <p:nvPr/>
        </p:nvGrpSpPr>
        <p:grpSpPr>
          <a:xfrm flipH="1">
            <a:off x="8380540" y="1729933"/>
            <a:ext cx="668783" cy="959747"/>
            <a:chOff x="10519314" y="4728596"/>
            <a:chExt cx="751780" cy="1078731"/>
          </a:xfrm>
        </p:grpSpPr>
        <p:grpSp>
          <p:nvGrpSpPr>
            <p:cNvPr id="6064" name="Google Shape;6064;p209"/>
            <p:cNvGrpSpPr/>
            <p:nvPr/>
          </p:nvGrpSpPr>
          <p:grpSpPr>
            <a:xfrm>
              <a:off x="10519314" y="4728596"/>
              <a:ext cx="626662" cy="1078731"/>
              <a:chOff x="10519314" y="4728596"/>
              <a:chExt cx="626662" cy="1078731"/>
            </a:xfrm>
          </p:grpSpPr>
          <p:grpSp>
            <p:nvGrpSpPr>
              <p:cNvPr id="6065" name="Google Shape;6065;p209"/>
              <p:cNvGrpSpPr/>
              <p:nvPr/>
            </p:nvGrpSpPr>
            <p:grpSpPr>
              <a:xfrm>
                <a:off x="10903220" y="4888205"/>
                <a:ext cx="242756" cy="919122"/>
                <a:chOff x="10903220" y="4888205"/>
                <a:chExt cx="242756" cy="919122"/>
              </a:xfrm>
            </p:grpSpPr>
            <p:sp>
              <p:nvSpPr>
                <p:cNvPr id="6066" name="Google Shape;6066;p209"/>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7" name="Google Shape;6067;p209"/>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8" name="Google Shape;6068;p209"/>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069" name="Google Shape;6069;p209"/>
                <p:cNvGrpSpPr/>
                <p:nvPr/>
              </p:nvGrpSpPr>
              <p:grpSpPr>
                <a:xfrm>
                  <a:off x="11014221" y="5588618"/>
                  <a:ext cx="100021" cy="114784"/>
                  <a:chOff x="11014221" y="5588618"/>
                  <a:chExt cx="100021" cy="114784"/>
                </a:xfrm>
              </p:grpSpPr>
              <p:sp>
                <p:nvSpPr>
                  <p:cNvPr id="6070" name="Google Shape;6070;p209"/>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1" name="Google Shape;6071;p209"/>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2" name="Google Shape;6072;p209"/>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3" name="Google Shape;6073;p209"/>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074" name="Google Shape;6074;p209"/>
              <p:cNvGrpSpPr/>
              <p:nvPr/>
            </p:nvGrpSpPr>
            <p:grpSpPr>
              <a:xfrm>
                <a:off x="10718623" y="4728596"/>
                <a:ext cx="229169" cy="1075979"/>
                <a:chOff x="10718623" y="4728596"/>
                <a:chExt cx="229169" cy="1075979"/>
              </a:xfrm>
            </p:grpSpPr>
            <p:sp>
              <p:nvSpPr>
                <p:cNvPr id="6075" name="Google Shape;6075;p209"/>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6" name="Google Shape;6076;p209"/>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077" name="Google Shape;6077;p209"/>
                <p:cNvGrpSpPr/>
                <p:nvPr/>
              </p:nvGrpSpPr>
              <p:grpSpPr>
                <a:xfrm>
                  <a:off x="10765015" y="5040134"/>
                  <a:ext cx="116314" cy="49775"/>
                  <a:chOff x="10765015" y="5040134"/>
                  <a:chExt cx="116314" cy="49775"/>
                </a:xfrm>
              </p:grpSpPr>
              <p:sp>
                <p:nvSpPr>
                  <p:cNvPr id="6078" name="Google Shape;6078;p209"/>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9" name="Google Shape;6079;p209"/>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080" name="Google Shape;6080;p209"/>
                <p:cNvGrpSpPr/>
                <p:nvPr/>
              </p:nvGrpSpPr>
              <p:grpSpPr>
                <a:xfrm>
                  <a:off x="10784825" y="5436314"/>
                  <a:ext cx="116414" cy="49961"/>
                  <a:chOff x="10784825" y="5436314"/>
                  <a:chExt cx="116414" cy="49961"/>
                </a:xfrm>
              </p:grpSpPr>
              <p:sp>
                <p:nvSpPr>
                  <p:cNvPr id="6081" name="Google Shape;6081;p209"/>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2" name="Google Shape;6082;p209"/>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083" name="Google Shape;6083;p209"/>
              <p:cNvGrpSpPr/>
              <p:nvPr/>
            </p:nvGrpSpPr>
            <p:grpSpPr>
              <a:xfrm>
                <a:off x="10519314" y="4813458"/>
                <a:ext cx="202120" cy="992123"/>
                <a:chOff x="10519314" y="4813458"/>
                <a:chExt cx="202120" cy="992123"/>
              </a:xfrm>
            </p:grpSpPr>
            <p:sp>
              <p:nvSpPr>
                <p:cNvPr id="6084" name="Google Shape;6084;p209"/>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5" name="Google Shape;6085;p209"/>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086" name="Google Shape;6086;p209"/>
                <p:cNvGrpSpPr/>
                <p:nvPr/>
              </p:nvGrpSpPr>
              <p:grpSpPr>
                <a:xfrm>
                  <a:off x="10556176" y="5465730"/>
                  <a:ext cx="128397" cy="44196"/>
                  <a:chOff x="10556176" y="5465730"/>
                  <a:chExt cx="128397" cy="44196"/>
                </a:xfrm>
              </p:grpSpPr>
              <p:sp>
                <p:nvSpPr>
                  <p:cNvPr id="6087" name="Google Shape;6087;p209"/>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8" name="Google Shape;6088;p209"/>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089" name="Google Shape;6089;p209"/>
                <p:cNvGrpSpPr/>
                <p:nvPr/>
              </p:nvGrpSpPr>
              <p:grpSpPr>
                <a:xfrm>
                  <a:off x="10556176" y="5689187"/>
                  <a:ext cx="128397" cy="44196"/>
                  <a:chOff x="10556176" y="5689187"/>
                  <a:chExt cx="128397" cy="44196"/>
                </a:xfrm>
              </p:grpSpPr>
              <p:sp>
                <p:nvSpPr>
                  <p:cNvPr id="6090" name="Google Shape;6090;p209"/>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1" name="Google Shape;6091;p209"/>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6092" name="Google Shape;6092;p209"/>
            <p:cNvGrpSpPr/>
            <p:nvPr/>
          </p:nvGrpSpPr>
          <p:grpSpPr>
            <a:xfrm>
              <a:off x="11058042" y="5088325"/>
              <a:ext cx="213052" cy="717953"/>
              <a:chOff x="11058042" y="5088325"/>
              <a:chExt cx="213052" cy="717953"/>
            </a:xfrm>
          </p:grpSpPr>
          <p:sp>
            <p:nvSpPr>
              <p:cNvPr id="6093" name="Google Shape;6093;p209"/>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4" name="Google Shape;6094;p209"/>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095" name="Google Shape;6095;p209"/>
          <p:cNvGrpSpPr/>
          <p:nvPr/>
        </p:nvGrpSpPr>
        <p:grpSpPr>
          <a:xfrm flipH="1">
            <a:off x="8485925" y="662239"/>
            <a:ext cx="516117" cy="779220"/>
            <a:chOff x="10572463" y="3528536"/>
            <a:chExt cx="580168" cy="875823"/>
          </a:xfrm>
        </p:grpSpPr>
        <p:grpSp>
          <p:nvGrpSpPr>
            <p:cNvPr id="6096" name="Google Shape;6096;p209"/>
            <p:cNvGrpSpPr/>
            <p:nvPr/>
          </p:nvGrpSpPr>
          <p:grpSpPr>
            <a:xfrm>
              <a:off x="10713815" y="3528536"/>
              <a:ext cx="438816" cy="746664"/>
              <a:chOff x="10713815" y="3528536"/>
              <a:chExt cx="438816" cy="746664"/>
            </a:xfrm>
          </p:grpSpPr>
          <p:sp>
            <p:nvSpPr>
              <p:cNvPr id="6097" name="Google Shape;6097;p209"/>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098" name="Google Shape;6098;p209"/>
              <p:cNvGrpSpPr/>
              <p:nvPr/>
            </p:nvGrpSpPr>
            <p:grpSpPr>
              <a:xfrm>
                <a:off x="10776489" y="3625310"/>
                <a:ext cx="313848" cy="288226"/>
                <a:chOff x="10776489" y="3625310"/>
                <a:chExt cx="313848" cy="288226"/>
              </a:xfrm>
            </p:grpSpPr>
            <p:sp>
              <p:nvSpPr>
                <p:cNvPr id="6099" name="Google Shape;6099;p209"/>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0" name="Google Shape;6100;p209"/>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1" name="Google Shape;6101;p209"/>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2" name="Google Shape;6102;p209"/>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3" name="Google Shape;6103;p209"/>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4" name="Google Shape;6104;p209"/>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105" name="Google Shape;6105;p209"/>
              <p:cNvGrpSpPr/>
              <p:nvPr/>
            </p:nvGrpSpPr>
            <p:grpSpPr>
              <a:xfrm>
                <a:off x="10776489" y="3999547"/>
                <a:ext cx="313848" cy="181546"/>
                <a:chOff x="10776489" y="3999547"/>
                <a:chExt cx="313848" cy="181546"/>
              </a:xfrm>
            </p:grpSpPr>
            <p:sp>
              <p:nvSpPr>
                <p:cNvPr id="6106" name="Google Shape;6106;p209"/>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7" name="Google Shape;6107;p209"/>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8" name="Google Shape;6108;p209"/>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9" name="Google Shape;6109;p209"/>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110" name="Google Shape;6110;p209"/>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111" name="Google Shape;6111;p209"/>
            <p:cNvGrpSpPr/>
            <p:nvPr/>
          </p:nvGrpSpPr>
          <p:grpSpPr>
            <a:xfrm>
              <a:off x="10572463" y="3657790"/>
              <a:ext cx="438817" cy="746569"/>
              <a:chOff x="10572463" y="3657790"/>
              <a:chExt cx="438817" cy="746569"/>
            </a:xfrm>
          </p:grpSpPr>
          <p:sp>
            <p:nvSpPr>
              <p:cNvPr id="6112" name="Google Shape;6112;p209"/>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113" name="Google Shape;6113;p209"/>
              <p:cNvGrpSpPr/>
              <p:nvPr/>
            </p:nvGrpSpPr>
            <p:grpSpPr>
              <a:xfrm>
                <a:off x="10635138" y="3754469"/>
                <a:ext cx="313848" cy="288321"/>
                <a:chOff x="10635138" y="3754469"/>
                <a:chExt cx="313848" cy="288321"/>
              </a:xfrm>
            </p:grpSpPr>
            <p:sp>
              <p:nvSpPr>
                <p:cNvPr id="6114" name="Google Shape;6114;p209"/>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5" name="Google Shape;6115;p209"/>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6" name="Google Shape;6116;p209"/>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7" name="Google Shape;6117;p209"/>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8" name="Google Shape;6118;p209"/>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9" name="Google Shape;6119;p209"/>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120" name="Google Shape;6120;p209"/>
              <p:cNvGrpSpPr/>
              <p:nvPr/>
            </p:nvGrpSpPr>
            <p:grpSpPr>
              <a:xfrm>
                <a:off x="10635138" y="4128801"/>
                <a:ext cx="313848" cy="181547"/>
                <a:chOff x="10635138" y="4128801"/>
                <a:chExt cx="313848" cy="181547"/>
              </a:xfrm>
            </p:grpSpPr>
            <p:sp>
              <p:nvSpPr>
                <p:cNvPr id="6121" name="Google Shape;6121;p209"/>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2" name="Google Shape;6122;p209"/>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3" name="Google Shape;6123;p209"/>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4" name="Google Shape;6124;p209"/>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125" name="Google Shape;6125;p209"/>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126" name="Google Shape;6126;p209"/>
          <p:cNvGrpSpPr/>
          <p:nvPr/>
        </p:nvGrpSpPr>
        <p:grpSpPr>
          <a:xfrm flipH="1">
            <a:off x="8768853" y="1439765"/>
            <a:ext cx="22030" cy="294484"/>
            <a:chOff x="10809827" y="4402455"/>
            <a:chExt cx="24764" cy="330993"/>
          </a:xfrm>
        </p:grpSpPr>
        <p:sp>
          <p:nvSpPr>
            <p:cNvPr id="6127" name="Google Shape;6127;p209"/>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8" name="Google Shape;6128;p209"/>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9" name="Google Shape;6129;p209"/>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130" name="Google Shape;6130;p209"/>
          <p:cNvSpPr/>
          <p:nvPr/>
        </p:nvSpPr>
        <p:spPr>
          <a:xfrm flipH="1" rot="8662747">
            <a:off x="7370974" y="4168319"/>
            <a:ext cx="2746019" cy="19216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1" name="Google Shape;6131;p209"/>
          <p:cNvGrpSpPr/>
          <p:nvPr/>
        </p:nvGrpSpPr>
        <p:grpSpPr>
          <a:xfrm flipH="1">
            <a:off x="122956" y="4228558"/>
            <a:ext cx="829992" cy="750888"/>
            <a:chOff x="8114596" y="445039"/>
            <a:chExt cx="633002" cy="572716"/>
          </a:xfrm>
        </p:grpSpPr>
        <p:grpSp>
          <p:nvGrpSpPr>
            <p:cNvPr id="6132" name="Google Shape;6132;p209"/>
            <p:cNvGrpSpPr/>
            <p:nvPr/>
          </p:nvGrpSpPr>
          <p:grpSpPr>
            <a:xfrm>
              <a:off x="8114596" y="445039"/>
              <a:ext cx="633002" cy="572716"/>
              <a:chOff x="7189660" y="520827"/>
              <a:chExt cx="598074" cy="541115"/>
            </a:xfrm>
          </p:grpSpPr>
          <p:sp>
            <p:nvSpPr>
              <p:cNvPr id="6133" name="Google Shape;6133;p209"/>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134" name="Google Shape;6134;p209"/>
              <p:cNvGrpSpPr/>
              <p:nvPr/>
            </p:nvGrpSpPr>
            <p:grpSpPr>
              <a:xfrm>
                <a:off x="7579137" y="551973"/>
                <a:ext cx="164782" cy="41529"/>
                <a:chOff x="7579137" y="551973"/>
                <a:chExt cx="164782" cy="41529"/>
              </a:xfrm>
            </p:grpSpPr>
            <p:sp>
              <p:nvSpPr>
                <p:cNvPr id="6135" name="Google Shape;6135;p209"/>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36" name="Google Shape;6136;p209"/>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37" name="Google Shape;6137;p209"/>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138" name="Google Shape;6138;p209"/>
            <p:cNvGrpSpPr/>
            <p:nvPr/>
          </p:nvGrpSpPr>
          <p:grpSpPr>
            <a:xfrm>
              <a:off x="8184962" y="619646"/>
              <a:ext cx="498115" cy="257273"/>
              <a:chOff x="7256144" y="685800"/>
              <a:chExt cx="470630" cy="243077"/>
            </a:xfrm>
          </p:grpSpPr>
          <p:sp>
            <p:nvSpPr>
              <p:cNvPr id="6139" name="Google Shape;6139;p209"/>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140" name="Google Shape;6140;p209"/>
              <p:cNvGrpSpPr/>
              <p:nvPr/>
            </p:nvGrpSpPr>
            <p:grpSpPr>
              <a:xfrm>
                <a:off x="7512843" y="685800"/>
                <a:ext cx="213931" cy="243077"/>
                <a:chOff x="7512843" y="685800"/>
                <a:chExt cx="213931" cy="243077"/>
              </a:xfrm>
            </p:grpSpPr>
            <p:grpSp>
              <p:nvGrpSpPr>
                <p:cNvPr id="6141" name="Google Shape;6141;p209"/>
                <p:cNvGrpSpPr/>
                <p:nvPr/>
              </p:nvGrpSpPr>
              <p:grpSpPr>
                <a:xfrm>
                  <a:off x="7512843" y="836580"/>
                  <a:ext cx="213931" cy="92297"/>
                  <a:chOff x="7512843" y="836580"/>
                  <a:chExt cx="213931" cy="92297"/>
                </a:xfrm>
              </p:grpSpPr>
              <p:sp>
                <p:nvSpPr>
                  <p:cNvPr id="6142" name="Google Shape;6142;p209"/>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3" name="Google Shape;6143;p209"/>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144" name="Google Shape;6144;p209"/>
                <p:cNvGrpSpPr/>
                <p:nvPr/>
              </p:nvGrpSpPr>
              <p:grpSpPr>
                <a:xfrm>
                  <a:off x="7512843" y="761238"/>
                  <a:ext cx="213931" cy="92296"/>
                  <a:chOff x="7512843" y="761238"/>
                  <a:chExt cx="213931" cy="92296"/>
                </a:xfrm>
              </p:grpSpPr>
              <p:sp>
                <p:nvSpPr>
                  <p:cNvPr id="6145" name="Google Shape;6145;p209"/>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6" name="Google Shape;6146;p209"/>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147" name="Google Shape;6147;p209"/>
                <p:cNvGrpSpPr/>
                <p:nvPr/>
              </p:nvGrpSpPr>
              <p:grpSpPr>
                <a:xfrm>
                  <a:off x="7512843" y="685800"/>
                  <a:ext cx="213931" cy="92297"/>
                  <a:chOff x="7512843" y="685800"/>
                  <a:chExt cx="213931" cy="92297"/>
                </a:xfrm>
              </p:grpSpPr>
              <p:sp>
                <p:nvSpPr>
                  <p:cNvPr id="6148" name="Google Shape;6148;p209"/>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9" name="Google Shape;6149;p209"/>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6150" name="Shape 6150"/>
        <p:cNvGrpSpPr/>
        <p:nvPr/>
      </p:nvGrpSpPr>
      <p:grpSpPr>
        <a:xfrm>
          <a:off x="0" y="0"/>
          <a:ext cx="0" cy="0"/>
          <a:chOff x="0" y="0"/>
          <a:chExt cx="0" cy="0"/>
        </a:xfrm>
      </p:grpSpPr>
      <p:sp>
        <p:nvSpPr>
          <p:cNvPr id="6151" name="Google Shape;6151;p21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152" name="Google Shape;6152;p210"/>
          <p:cNvSpPr txBox="1"/>
          <p:nvPr>
            <p:ph idx="1" type="subTitle"/>
          </p:nvPr>
        </p:nvSpPr>
        <p:spPr>
          <a:xfrm>
            <a:off x="4679150"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153" name="Google Shape;6153;p210"/>
          <p:cNvSpPr txBox="1"/>
          <p:nvPr>
            <p:ph idx="2" type="subTitle"/>
          </p:nvPr>
        </p:nvSpPr>
        <p:spPr>
          <a:xfrm>
            <a:off x="1080525"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154" name="Google Shape;6154;p210"/>
          <p:cNvSpPr txBox="1"/>
          <p:nvPr>
            <p:ph idx="3" type="subTitle"/>
          </p:nvPr>
        </p:nvSpPr>
        <p:spPr>
          <a:xfrm>
            <a:off x="1080536"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155" name="Google Shape;6155;p210"/>
          <p:cNvSpPr txBox="1"/>
          <p:nvPr>
            <p:ph idx="4" type="subTitle"/>
          </p:nvPr>
        </p:nvSpPr>
        <p:spPr>
          <a:xfrm>
            <a:off x="4679164"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156" name="Google Shape;6156;p210"/>
          <p:cNvSpPr/>
          <p:nvPr/>
        </p:nvSpPr>
        <p:spPr>
          <a:xfrm rot="5551952">
            <a:off x="-721531" y="4084618"/>
            <a:ext cx="2053998" cy="17652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210"/>
          <p:cNvSpPr/>
          <p:nvPr/>
        </p:nvSpPr>
        <p:spPr>
          <a:xfrm rot="-460685">
            <a:off x="-850641" y="-888875"/>
            <a:ext cx="2082611" cy="168399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210"/>
          <p:cNvSpPr/>
          <p:nvPr/>
        </p:nvSpPr>
        <p:spPr>
          <a:xfrm rot="3259731">
            <a:off x="7063135" y="-804478"/>
            <a:ext cx="3168421" cy="25619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6159" name="Shape 6159"/>
        <p:cNvGrpSpPr/>
        <p:nvPr/>
      </p:nvGrpSpPr>
      <p:grpSpPr>
        <a:xfrm>
          <a:off x="0" y="0"/>
          <a:ext cx="0" cy="0"/>
          <a:chOff x="0" y="0"/>
          <a:chExt cx="0" cy="0"/>
        </a:xfrm>
      </p:grpSpPr>
      <p:sp>
        <p:nvSpPr>
          <p:cNvPr id="6160" name="Google Shape;6160;p21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161" name="Google Shape;6161;p211"/>
          <p:cNvSpPr/>
          <p:nvPr/>
        </p:nvSpPr>
        <p:spPr>
          <a:xfrm rot="-9076707">
            <a:off x="85462" y="-755109"/>
            <a:ext cx="1683799" cy="1313891"/>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2" name="Google Shape;6162;p211"/>
          <p:cNvGrpSpPr/>
          <p:nvPr/>
        </p:nvGrpSpPr>
        <p:grpSpPr>
          <a:xfrm>
            <a:off x="6779278" y="192982"/>
            <a:ext cx="2107998" cy="297419"/>
            <a:chOff x="6108096" y="3265836"/>
            <a:chExt cx="1633727" cy="230504"/>
          </a:xfrm>
        </p:grpSpPr>
        <p:sp>
          <p:nvSpPr>
            <p:cNvPr id="6163" name="Google Shape;6163;p211"/>
            <p:cNvSpPr/>
            <p:nvPr/>
          </p:nvSpPr>
          <p:spPr>
            <a:xfrm>
              <a:off x="6108096" y="3265836"/>
              <a:ext cx="1633727" cy="230504"/>
            </a:xfrm>
            <a:custGeom>
              <a:rect b="b" l="l" r="r" t="t"/>
              <a:pathLst>
                <a:path extrusionOk="0" h="230504" w="1633727">
                  <a:moveTo>
                    <a:pt x="1518476" y="0"/>
                  </a:moveTo>
                  <a:cubicBezTo>
                    <a:pt x="1582128" y="0"/>
                    <a:pt x="1633728" y="51600"/>
                    <a:pt x="1633728" y="115253"/>
                  </a:cubicBezTo>
                  <a:lnTo>
                    <a:pt x="1633728" y="115253"/>
                  </a:lnTo>
                  <a:cubicBezTo>
                    <a:pt x="1633728" y="178905"/>
                    <a:pt x="1582128" y="230505"/>
                    <a:pt x="1518476" y="230505"/>
                  </a:cubicBezTo>
                  <a:lnTo>
                    <a:pt x="115252" y="230505"/>
                  </a:lnTo>
                  <a:cubicBezTo>
                    <a:pt x="51601" y="230505"/>
                    <a:pt x="0" y="178905"/>
                    <a:pt x="0" y="115253"/>
                  </a:cubicBezTo>
                  <a:lnTo>
                    <a:pt x="0" y="115253"/>
                  </a:lnTo>
                  <a:cubicBezTo>
                    <a:pt x="0" y="51600"/>
                    <a:pt x="51601" y="0"/>
                    <a:pt x="115252"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64" name="Google Shape;6164;p211"/>
            <p:cNvSpPr/>
            <p:nvPr/>
          </p:nvSpPr>
          <p:spPr>
            <a:xfrm>
              <a:off x="7528381" y="3292292"/>
              <a:ext cx="166485" cy="165854"/>
            </a:xfrm>
            <a:custGeom>
              <a:rect b="b" l="l" r="r" t="t"/>
              <a:pathLst>
                <a:path extrusionOk="0" h="165854" w="166485">
                  <a:moveTo>
                    <a:pt x="161532" y="137469"/>
                  </a:moveTo>
                  <a:lnTo>
                    <a:pt x="120003" y="95941"/>
                  </a:lnTo>
                  <a:lnTo>
                    <a:pt x="113336" y="102608"/>
                  </a:lnTo>
                  <a:lnTo>
                    <a:pt x="105811" y="95083"/>
                  </a:lnTo>
                  <a:cubicBezTo>
                    <a:pt x="123622" y="71842"/>
                    <a:pt x="122194" y="38600"/>
                    <a:pt x="100953" y="17359"/>
                  </a:cubicBezTo>
                  <a:cubicBezTo>
                    <a:pt x="77807" y="-5786"/>
                    <a:pt x="40374" y="-5786"/>
                    <a:pt x="17324" y="17359"/>
                  </a:cubicBezTo>
                  <a:cubicBezTo>
                    <a:pt x="-5727" y="40505"/>
                    <a:pt x="-5822" y="77938"/>
                    <a:pt x="17324" y="100989"/>
                  </a:cubicBezTo>
                  <a:cubicBezTo>
                    <a:pt x="38850" y="122515"/>
                    <a:pt x="72568" y="123754"/>
                    <a:pt x="95809" y="105275"/>
                  </a:cubicBezTo>
                  <a:lnTo>
                    <a:pt x="103334" y="112800"/>
                  </a:lnTo>
                  <a:lnTo>
                    <a:pt x="96667" y="119467"/>
                  </a:lnTo>
                  <a:lnTo>
                    <a:pt x="138196" y="160996"/>
                  </a:lnTo>
                  <a:cubicBezTo>
                    <a:pt x="144673" y="167473"/>
                    <a:pt x="155150" y="167473"/>
                    <a:pt x="161627" y="160996"/>
                  </a:cubicBezTo>
                  <a:lnTo>
                    <a:pt x="161627" y="160996"/>
                  </a:lnTo>
                  <a:cubicBezTo>
                    <a:pt x="168104" y="154519"/>
                    <a:pt x="168104" y="144042"/>
                    <a:pt x="161627" y="137565"/>
                  </a:cubicBezTo>
                  <a:close/>
                  <a:moveTo>
                    <a:pt x="59138" y="102513"/>
                  </a:moveTo>
                  <a:cubicBezTo>
                    <a:pt x="54471" y="102513"/>
                    <a:pt x="49899" y="101751"/>
                    <a:pt x="45612" y="100417"/>
                  </a:cubicBezTo>
                  <a:cubicBezTo>
                    <a:pt x="33611" y="96512"/>
                    <a:pt x="23896" y="87463"/>
                    <a:pt x="19133" y="75938"/>
                  </a:cubicBezTo>
                  <a:cubicBezTo>
                    <a:pt x="16942" y="70794"/>
                    <a:pt x="15799" y="65175"/>
                    <a:pt x="15799" y="59269"/>
                  </a:cubicBezTo>
                  <a:cubicBezTo>
                    <a:pt x="15799" y="35361"/>
                    <a:pt x="35231" y="15931"/>
                    <a:pt x="59138" y="15931"/>
                  </a:cubicBezTo>
                  <a:cubicBezTo>
                    <a:pt x="65044" y="15931"/>
                    <a:pt x="70663" y="17074"/>
                    <a:pt x="75807" y="19264"/>
                  </a:cubicBezTo>
                  <a:cubicBezTo>
                    <a:pt x="87332" y="24122"/>
                    <a:pt x="96381" y="33742"/>
                    <a:pt x="100286" y="45744"/>
                  </a:cubicBezTo>
                  <a:cubicBezTo>
                    <a:pt x="101715" y="50030"/>
                    <a:pt x="102382" y="54507"/>
                    <a:pt x="102382" y="59269"/>
                  </a:cubicBezTo>
                  <a:cubicBezTo>
                    <a:pt x="102382" y="83177"/>
                    <a:pt x="83046" y="102513"/>
                    <a:pt x="59138" y="1025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65" name="Google Shape;6165;p211"/>
            <p:cNvSpPr/>
            <p:nvPr/>
          </p:nvSpPr>
          <p:spPr>
            <a:xfrm>
              <a:off x="7475124" y="3290220"/>
              <a:ext cx="7620" cy="174307"/>
            </a:xfrm>
            <a:custGeom>
              <a:rect b="b" l="l" r="r" t="t"/>
              <a:pathLst>
                <a:path extrusionOk="0" h="174307" w="7620">
                  <a:moveTo>
                    <a:pt x="3810" y="174308"/>
                  </a:moveTo>
                  <a:lnTo>
                    <a:pt x="3810" y="174308"/>
                  </a:lnTo>
                  <a:cubicBezTo>
                    <a:pt x="1714" y="174308"/>
                    <a:pt x="0" y="172593"/>
                    <a:pt x="0" y="170497"/>
                  </a:cubicBezTo>
                  <a:lnTo>
                    <a:pt x="0" y="3810"/>
                  </a:lnTo>
                  <a:cubicBezTo>
                    <a:pt x="0" y="1714"/>
                    <a:pt x="1714" y="0"/>
                    <a:pt x="3810" y="0"/>
                  </a:cubicBezTo>
                  <a:lnTo>
                    <a:pt x="3810" y="0"/>
                  </a:lnTo>
                  <a:cubicBezTo>
                    <a:pt x="5905" y="0"/>
                    <a:pt x="7620" y="1714"/>
                    <a:pt x="7620" y="3810"/>
                  </a:cubicBezTo>
                  <a:lnTo>
                    <a:pt x="7620" y="170497"/>
                  </a:lnTo>
                  <a:cubicBezTo>
                    <a:pt x="7620" y="172593"/>
                    <a:pt x="5905" y="174308"/>
                    <a:pt x="3810" y="17430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166" name="Google Shape;6166;p211"/>
          <p:cNvSpPr/>
          <p:nvPr/>
        </p:nvSpPr>
        <p:spPr>
          <a:xfrm flipH="1" rot="532502">
            <a:off x="-514115" y="4385276"/>
            <a:ext cx="1514959" cy="122499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7" name="Google Shape;6167;p211"/>
          <p:cNvGrpSpPr/>
          <p:nvPr/>
        </p:nvGrpSpPr>
        <p:grpSpPr>
          <a:xfrm>
            <a:off x="-148774" y="4544215"/>
            <a:ext cx="784225" cy="584398"/>
            <a:chOff x="1914620" y="1930431"/>
            <a:chExt cx="572929" cy="426911"/>
          </a:xfrm>
        </p:grpSpPr>
        <p:grpSp>
          <p:nvGrpSpPr>
            <p:cNvPr id="6168" name="Google Shape;6168;p211"/>
            <p:cNvGrpSpPr/>
            <p:nvPr/>
          </p:nvGrpSpPr>
          <p:grpSpPr>
            <a:xfrm>
              <a:off x="1914620" y="1930431"/>
              <a:ext cx="572929" cy="426911"/>
              <a:chOff x="1914620" y="1930431"/>
              <a:chExt cx="572929" cy="426911"/>
            </a:xfrm>
          </p:grpSpPr>
          <p:sp>
            <p:nvSpPr>
              <p:cNvPr id="6169" name="Google Shape;6169;p211"/>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0" name="Google Shape;6170;p211"/>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1" name="Google Shape;6171;p211"/>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172" name="Google Shape;6172;p211"/>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173" name="Google Shape;6173;p211"/>
          <p:cNvSpPr/>
          <p:nvPr/>
        </p:nvSpPr>
        <p:spPr>
          <a:xfrm rot="5844200">
            <a:off x="8030548" y="2339312"/>
            <a:ext cx="2404301" cy="131859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6174" name="Shape 6174"/>
        <p:cNvGrpSpPr/>
        <p:nvPr/>
      </p:nvGrpSpPr>
      <p:grpSpPr>
        <a:xfrm>
          <a:off x="0" y="0"/>
          <a:ext cx="0" cy="0"/>
          <a:chOff x="0" y="0"/>
          <a:chExt cx="0" cy="0"/>
        </a:xfrm>
      </p:grpSpPr>
      <p:sp>
        <p:nvSpPr>
          <p:cNvPr id="6175" name="Google Shape;6175;p212"/>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176" name="Google Shape;6176;p212"/>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6177" name="Google Shape;6177;p212"/>
          <p:cNvSpPr/>
          <p:nvPr>
            <p:ph idx="2" type="pic"/>
          </p:nvPr>
        </p:nvSpPr>
        <p:spPr>
          <a:xfrm>
            <a:off x="5668975" y="1076550"/>
            <a:ext cx="2990400" cy="2990400"/>
          </a:xfrm>
          <a:prstGeom prst="roundRect">
            <a:avLst>
              <a:gd fmla="val 16667" name="adj"/>
            </a:avLst>
          </a:prstGeom>
          <a:noFill/>
          <a:ln>
            <a:noFill/>
          </a:ln>
        </p:spPr>
      </p:sp>
      <p:sp>
        <p:nvSpPr>
          <p:cNvPr id="6178" name="Google Shape;6178;p212"/>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212"/>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0" name="Google Shape;6180;p212"/>
          <p:cNvGrpSpPr/>
          <p:nvPr/>
        </p:nvGrpSpPr>
        <p:grpSpPr>
          <a:xfrm>
            <a:off x="65066" y="4373044"/>
            <a:ext cx="878158" cy="654532"/>
            <a:chOff x="1114425" y="4361211"/>
            <a:chExt cx="573023" cy="427101"/>
          </a:xfrm>
        </p:grpSpPr>
        <p:grpSp>
          <p:nvGrpSpPr>
            <p:cNvPr id="6181" name="Google Shape;6181;p212"/>
            <p:cNvGrpSpPr/>
            <p:nvPr/>
          </p:nvGrpSpPr>
          <p:grpSpPr>
            <a:xfrm>
              <a:off x="1114425" y="4361211"/>
              <a:ext cx="573023" cy="427101"/>
              <a:chOff x="1114425" y="4361211"/>
              <a:chExt cx="573023" cy="427101"/>
            </a:xfrm>
          </p:grpSpPr>
          <p:sp>
            <p:nvSpPr>
              <p:cNvPr id="6182" name="Google Shape;6182;p212"/>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83" name="Google Shape;6183;p212"/>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84" name="Google Shape;6184;p212"/>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185" name="Google Shape;6185;p212"/>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186" name="Shape 6186"/>
        <p:cNvGrpSpPr/>
        <p:nvPr/>
      </p:nvGrpSpPr>
      <p:grpSpPr>
        <a:xfrm>
          <a:off x="0" y="0"/>
          <a:ext cx="0" cy="0"/>
          <a:chOff x="0" y="0"/>
          <a:chExt cx="0" cy="0"/>
        </a:xfrm>
      </p:grpSpPr>
      <p:sp>
        <p:nvSpPr>
          <p:cNvPr id="6187" name="Google Shape;6187;p213"/>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6188" name="Google Shape;6188;p213"/>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213"/>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213"/>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191" name="Shape 6191"/>
        <p:cNvGrpSpPr/>
        <p:nvPr/>
      </p:nvGrpSpPr>
      <p:grpSpPr>
        <a:xfrm>
          <a:off x="0" y="0"/>
          <a:ext cx="0" cy="0"/>
          <a:chOff x="0" y="0"/>
          <a:chExt cx="0" cy="0"/>
        </a:xfrm>
      </p:grpSpPr>
      <p:sp>
        <p:nvSpPr>
          <p:cNvPr id="6192" name="Google Shape;6192;p214"/>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15000"/>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6193" name="Google Shape;6193;p214"/>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194" name="Google Shape;6194;p214"/>
          <p:cNvSpPr/>
          <p:nvPr/>
        </p:nvSpPr>
        <p:spPr>
          <a:xfrm rot="3263452">
            <a:off x="-163955"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214"/>
          <p:cNvSpPr/>
          <p:nvPr/>
        </p:nvSpPr>
        <p:spPr>
          <a:xfrm rot="-460623">
            <a:off x="-1793263"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214"/>
          <p:cNvSpPr/>
          <p:nvPr/>
        </p:nvSpPr>
        <p:spPr>
          <a:xfrm rot="4592047">
            <a:off x="7797256" y="593203"/>
            <a:ext cx="1475158" cy="11928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197" name="Shape 6197"/>
        <p:cNvGrpSpPr/>
        <p:nvPr/>
      </p:nvGrpSpPr>
      <p:grpSpPr>
        <a:xfrm>
          <a:off x="0" y="0"/>
          <a:ext cx="0" cy="0"/>
          <a:chOff x="0" y="0"/>
          <a:chExt cx="0" cy="0"/>
        </a:xfrm>
      </p:grpSpPr>
      <p:sp>
        <p:nvSpPr>
          <p:cNvPr id="6198" name="Google Shape;6198;p215"/>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algn="ctr">
              <a:spcBef>
                <a:spcPts val="0"/>
              </a:spcBef>
              <a:spcAft>
                <a:spcPts val="0"/>
              </a:spcAft>
              <a:buSzPts val="3000"/>
              <a:buNone/>
              <a:defRPr>
                <a:solidFill>
                  <a:schemeClr val="lt1"/>
                </a:solidFill>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Tree>
  </p:cSld>
  <p:clrMapOvr>
    <a:masterClrMapping/>
  </p:clrMapOvr>
</p:sldLayout>
</file>

<file path=ppt/slideLayouts/slideLayout2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6199" name="Shape 6199"/>
        <p:cNvGrpSpPr/>
        <p:nvPr/>
      </p:nvGrpSpPr>
      <p:grpSpPr>
        <a:xfrm>
          <a:off x="0" y="0"/>
          <a:ext cx="0" cy="0"/>
          <a:chOff x="0" y="0"/>
          <a:chExt cx="0" cy="0"/>
        </a:xfrm>
      </p:grpSpPr>
      <p:sp>
        <p:nvSpPr>
          <p:cNvPr id="6200" name="Google Shape;6200;p216"/>
          <p:cNvSpPr txBox="1"/>
          <p:nvPr>
            <p:ph hasCustomPrompt="1" type="title"/>
          </p:nvPr>
        </p:nvSpPr>
        <p:spPr>
          <a:xfrm>
            <a:off x="713225" y="1477363"/>
            <a:ext cx="6576000" cy="15267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201" name="Google Shape;6201;p216"/>
          <p:cNvSpPr txBox="1"/>
          <p:nvPr>
            <p:ph idx="1" type="subTitle"/>
          </p:nvPr>
        </p:nvSpPr>
        <p:spPr>
          <a:xfrm>
            <a:off x="713225" y="3169038"/>
            <a:ext cx="6576000" cy="497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6202" name="Google Shape;6202;p216"/>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216"/>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216"/>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216"/>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6" name="Google Shape;6206;p216"/>
          <p:cNvGrpSpPr/>
          <p:nvPr/>
        </p:nvGrpSpPr>
        <p:grpSpPr>
          <a:xfrm>
            <a:off x="7441503" y="289852"/>
            <a:ext cx="1366913" cy="1382099"/>
            <a:chOff x="6568493" y="8"/>
            <a:chExt cx="1820608" cy="1840590"/>
          </a:xfrm>
        </p:grpSpPr>
        <p:sp>
          <p:nvSpPr>
            <p:cNvPr id="6207" name="Google Shape;6207;p216"/>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08" name="Google Shape;6208;p216"/>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209" name="Google Shape;6209;p216"/>
            <p:cNvGrpSpPr/>
            <p:nvPr/>
          </p:nvGrpSpPr>
          <p:grpSpPr>
            <a:xfrm>
              <a:off x="6568493" y="84720"/>
              <a:ext cx="1649109" cy="1669065"/>
              <a:chOff x="8921020" y="472154"/>
              <a:chExt cx="1959958" cy="1983676"/>
            </a:xfrm>
          </p:grpSpPr>
          <p:sp>
            <p:nvSpPr>
              <p:cNvPr id="6210" name="Google Shape;6210;p216"/>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11" name="Google Shape;6211;p216"/>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212" name="Google Shape;6212;p216"/>
              <p:cNvGrpSpPr/>
              <p:nvPr/>
            </p:nvGrpSpPr>
            <p:grpSpPr>
              <a:xfrm>
                <a:off x="9011888" y="537781"/>
                <a:ext cx="255174" cy="64389"/>
                <a:chOff x="9011888" y="537781"/>
                <a:chExt cx="255174" cy="64389"/>
              </a:xfrm>
            </p:grpSpPr>
            <p:sp>
              <p:nvSpPr>
                <p:cNvPr id="6213" name="Google Shape;6213;p216"/>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14" name="Google Shape;6214;p216"/>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15" name="Google Shape;6215;p216"/>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216" name="Google Shape;6216;p216"/>
            <p:cNvGrpSpPr/>
            <p:nvPr/>
          </p:nvGrpSpPr>
          <p:grpSpPr>
            <a:xfrm>
              <a:off x="6795939" y="406335"/>
              <a:ext cx="1194216" cy="1228757"/>
              <a:chOff x="9191339" y="854392"/>
              <a:chExt cx="1419320" cy="1460372"/>
            </a:xfrm>
          </p:grpSpPr>
          <p:grpSp>
            <p:nvGrpSpPr>
              <p:cNvPr id="6217" name="Google Shape;6217;p216"/>
              <p:cNvGrpSpPr/>
              <p:nvPr/>
            </p:nvGrpSpPr>
            <p:grpSpPr>
              <a:xfrm>
                <a:off x="9191339" y="1884045"/>
                <a:ext cx="604932" cy="420243"/>
                <a:chOff x="9191339" y="1884045"/>
                <a:chExt cx="604932" cy="420243"/>
              </a:xfrm>
            </p:grpSpPr>
            <p:sp>
              <p:nvSpPr>
                <p:cNvPr id="6218" name="Google Shape;6218;p216"/>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19" name="Google Shape;6219;p216"/>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0" name="Google Shape;6220;p216"/>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1" name="Google Shape;6221;p216"/>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2" name="Google Shape;6222;p216"/>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3" name="Google Shape;6223;p216"/>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4" name="Google Shape;6224;p216"/>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5" name="Google Shape;6225;p216"/>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6" name="Google Shape;6226;p216"/>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7" name="Google Shape;6227;p216"/>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228" name="Google Shape;6228;p216"/>
              <p:cNvGrpSpPr/>
              <p:nvPr/>
            </p:nvGrpSpPr>
            <p:grpSpPr>
              <a:xfrm>
                <a:off x="10004774" y="854392"/>
                <a:ext cx="604932" cy="420243"/>
                <a:chOff x="10004774" y="854392"/>
                <a:chExt cx="604932" cy="420243"/>
              </a:xfrm>
            </p:grpSpPr>
            <p:sp>
              <p:nvSpPr>
                <p:cNvPr id="6229" name="Google Shape;6229;p216"/>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0" name="Google Shape;6230;p216"/>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1" name="Google Shape;6231;p216"/>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2" name="Google Shape;6232;p216"/>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3" name="Google Shape;6233;p216"/>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4" name="Google Shape;6234;p216"/>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5" name="Google Shape;6235;p216"/>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6" name="Google Shape;6236;p216"/>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7" name="Google Shape;6237;p216"/>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8" name="Google Shape;6238;p216"/>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239" name="Google Shape;6239;p216"/>
              <p:cNvGrpSpPr/>
              <p:nvPr/>
            </p:nvGrpSpPr>
            <p:grpSpPr>
              <a:xfrm>
                <a:off x="10004774" y="1374362"/>
                <a:ext cx="604932" cy="303466"/>
                <a:chOff x="10004774" y="1374362"/>
                <a:chExt cx="604932" cy="303466"/>
              </a:xfrm>
            </p:grpSpPr>
            <p:sp>
              <p:nvSpPr>
                <p:cNvPr id="6240" name="Google Shape;6240;p216"/>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1" name="Google Shape;6241;p216"/>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2" name="Google Shape;6242;p216"/>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3" name="Google Shape;6243;p216"/>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4" name="Google Shape;6244;p216"/>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5" name="Google Shape;6245;p216"/>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6" name="Google Shape;6246;p216"/>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7" name="Google Shape;6247;p216"/>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248" name="Google Shape;6248;p216"/>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9" name="Google Shape;6249;p216"/>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250" name="Google Shape;6250;p216"/>
            <p:cNvGrpSpPr/>
            <p:nvPr/>
          </p:nvGrpSpPr>
          <p:grpSpPr>
            <a:xfrm>
              <a:off x="6717319" y="354723"/>
              <a:ext cx="656533" cy="799751"/>
              <a:chOff x="9097899" y="793051"/>
              <a:chExt cx="780287" cy="950500"/>
            </a:xfrm>
          </p:grpSpPr>
          <p:grpSp>
            <p:nvGrpSpPr>
              <p:cNvPr id="6251" name="Google Shape;6251;p216"/>
              <p:cNvGrpSpPr/>
              <p:nvPr/>
            </p:nvGrpSpPr>
            <p:grpSpPr>
              <a:xfrm>
                <a:off x="9118758" y="814006"/>
                <a:ext cx="747999" cy="918020"/>
                <a:chOff x="9118758" y="814006"/>
                <a:chExt cx="747999" cy="918020"/>
              </a:xfrm>
            </p:grpSpPr>
            <p:sp>
              <p:nvSpPr>
                <p:cNvPr id="6252" name="Google Shape;6252;p216"/>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3" name="Google Shape;6253;p216"/>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4" name="Google Shape;6254;p216"/>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5" name="Google Shape;6255;p216"/>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256" name="Google Shape;6256;p216"/>
              <p:cNvGrpSpPr/>
              <p:nvPr/>
            </p:nvGrpSpPr>
            <p:grpSpPr>
              <a:xfrm>
                <a:off x="9097899" y="793051"/>
                <a:ext cx="780287" cy="950500"/>
                <a:chOff x="9097899" y="793051"/>
                <a:chExt cx="780287" cy="950500"/>
              </a:xfrm>
            </p:grpSpPr>
            <p:grpSp>
              <p:nvGrpSpPr>
                <p:cNvPr id="6257" name="Google Shape;6257;p216"/>
                <p:cNvGrpSpPr/>
                <p:nvPr/>
              </p:nvGrpSpPr>
              <p:grpSpPr>
                <a:xfrm>
                  <a:off x="9097899" y="793051"/>
                  <a:ext cx="780287" cy="41909"/>
                  <a:chOff x="9097899" y="793051"/>
                  <a:chExt cx="780287" cy="41909"/>
                </a:xfrm>
              </p:grpSpPr>
              <p:sp>
                <p:nvSpPr>
                  <p:cNvPr id="6258" name="Google Shape;6258;p216"/>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9" name="Google Shape;6259;p216"/>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60" name="Google Shape;6260;p216"/>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261" name="Google Shape;6261;p216"/>
                <p:cNvGrpSpPr/>
                <p:nvPr/>
              </p:nvGrpSpPr>
              <p:grpSpPr>
                <a:xfrm>
                  <a:off x="9097899" y="1247298"/>
                  <a:ext cx="780287" cy="41910"/>
                  <a:chOff x="9097899" y="1247298"/>
                  <a:chExt cx="780287" cy="41910"/>
                </a:xfrm>
              </p:grpSpPr>
              <p:sp>
                <p:nvSpPr>
                  <p:cNvPr id="6262" name="Google Shape;6262;p216"/>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63" name="Google Shape;6263;p216"/>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264" name="Google Shape;6264;p216"/>
                <p:cNvGrpSpPr/>
                <p:nvPr/>
              </p:nvGrpSpPr>
              <p:grpSpPr>
                <a:xfrm>
                  <a:off x="9097899" y="1701641"/>
                  <a:ext cx="780287" cy="41910"/>
                  <a:chOff x="9097899" y="1701641"/>
                  <a:chExt cx="780287" cy="41910"/>
                </a:xfrm>
              </p:grpSpPr>
              <p:sp>
                <p:nvSpPr>
                  <p:cNvPr id="6265" name="Google Shape;6265;p216"/>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66" name="Google Shape;6266;p216"/>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67" name="Google Shape;6267;p216"/>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6268" name="Google Shape;6268;p216"/>
            <p:cNvGrpSpPr/>
            <p:nvPr/>
          </p:nvGrpSpPr>
          <p:grpSpPr>
            <a:xfrm>
              <a:off x="7074117" y="956519"/>
              <a:ext cx="215826" cy="125825"/>
              <a:chOff x="9521952" y="1508283"/>
              <a:chExt cx="256508" cy="149542"/>
            </a:xfrm>
          </p:grpSpPr>
          <p:sp>
            <p:nvSpPr>
              <p:cNvPr id="6269" name="Google Shape;6269;p216"/>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270" name="Google Shape;6270;p216"/>
              <p:cNvGrpSpPr/>
              <p:nvPr/>
            </p:nvGrpSpPr>
            <p:grpSpPr>
              <a:xfrm>
                <a:off x="9556578" y="1534618"/>
                <a:ext cx="183763" cy="98921"/>
                <a:chOff x="9556578" y="1534618"/>
                <a:chExt cx="183763" cy="98921"/>
              </a:xfrm>
            </p:grpSpPr>
            <p:grpSp>
              <p:nvGrpSpPr>
                <p:cNvPr id="6271" name="Google Shape;6271;p216"/>
                <p:cNvGrpSpPr/>
                <p:nvPr/>
              </p:nvGrpSpPr>
              <p:grpSpPr>
                <a:xfrm>
                  <a:off x="9645396" y="1536115"/>
                  <a:ext cx="94945" cy="94946"/>
                  <a:chOff x="9645396" y="1536115"/>
                  <a:chExt cx="94945" cy="94946"/>
                </a:xfrm>
              </p:grpSpPr>
              <p:sp>
                <p:nvSpPr>
                  <p:cNvPr id="6272" name="Google Shape;6272;p216"/>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73" name="Google Shape;6273;p216"/>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274" name="Google Shape;6274;p216"/>
                <p:cNvGrpSpPr/>
                <p:nvPr/>
              </p:nvGrpSpPr>
              <p:grpSpPr>
                <a:xfrm>
                  <a:off x="9556578" y="1534618"/>
                  <a:ext cx="98773" cy="98921"/>
                  <a:chOff x="9556578" y="1534618"/>
                  <a:chExt cx="98773" cy="98921"/>
                </a:xfrm>
              </p:grpSpPr>
              <p:sp>
                <p:nvSpPr>
                  <p:cNvPr id="6275" name="Google Shape;6275;p216"/>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76" name="Google Shape;6276;p216"/>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6277" name="Shape 6277"/>
        <p:cNvGrpSpPr/>
        <p:nvPr/>
      </p:nvGrpSpPr>
      <p:grpSpPr>
        <a:xfrm>
          <a:off x="0" y="0"/>
          <a:ext cx="0" cy="0"/>
          <a:chOff x="0" y="0"/>
          <a:chExt cx="0" cy="0"/>
        </a:xfrm>
      </p:grpSpPr>
    </p:spTree>
  </p:cSld>
  <p:clrMapOvr>
    <a:masterClrMapping/>
  </p:clrMapOvr>
</p:sldLayout>
</file>

<file path=ppt/slideLayouts/slideLayout2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6278" name="Shape 6278"/>
        <p:cNvGrpSpPr/>
        <p:nvPr/>
      </p:nvGrpSpPr>
      <p:grpSpPr>
        <a:xfrm>
          <a:off x="0" y="0"/>
          <a:ext cx="0" cy="0"/>
          <a:chOff x="0" y="0"/>
          <a:chExt cx="0" cy="0"/>
        </a:xfrm>
      </p:grpSpPr>
      <p:sp>
        <p:nvSpPr>
          <p:cNvPr id="6279" name="Google Shape;6279;p2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280" name="Google Shape;6280;p218"/>
          <p:cNvSpPr txBox="1"/>
          <p:nvPr>
            <p:ph hasCustomPrompt="1" idx="2" type="title"/>
          </p:nvPr>
        </p:nvSpPr>
        <p:spPr>
          <a:xfrm>
            <a:off x="110097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281" name="Google Shape;6281;p218"/>
          <p:cNvSpPr txBox="1"/>
          <p:nvPr>
            <p:ph hasCustomPrompt="1" idx="3" type="title"/>
          </p:nvPr>
        </p:nvSpPr>
        <p:spPr>
          <a:xfrm>
            <a:off x="110097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282" name="Google Shape;6282;p218"/>
          <p:cNvSpPr txBox="1"/>
          <p:nvPr>
            <p:ph hasCustomPrompt="1" idx="4" type="title"/>
          </p:nvPr>
        </p:nvSpPr>
        <p:spPr>
          <a:xfrm>
            <a:off x="3419250"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283" name="Google Shape;6283;p218"/>
          <p:cNvSpPr txBox="1"/>
          <p:nvPr>
            <p:ph hasCustomPrompt="1" idx="5" type="title"/>
          </p:nvPr>
        </p:nvSpPr>
        <p:spPr>
          <a:xfrm>
            <a:off x="3419250"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284" name="Google Shape;6284;p218"/>
          <p:cNvSpPr txBox="1"/>
          <p:nvPr>
            <p:ph hasCustomPrompt="1" idx="6" type="title"/>
          </p:nvPr>
        </p:nvSpPr>
        <p:spPr>
          <a:xfrm>
            <a:off x="573752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285" name="Google Shape;6285;p218"/>
          <p:cNvSpPr txBox="1"/>
          <p:nvPr>
            <p:ph hasCustomPrompt="1" idx="7" type="title"/>
          </p:nvPr>
        </p:nvSpPr>
        <p:spPr>
          <a:xfrm>
            <a:off x="573752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286" name="Google Shape;6286;p218"/>
          <p:cNvSpPr txBox="1"/>
          <p:nvPr>
            <p:ph idx="1" type="subTitle"/>
          </p:nvPr>
        </p:nvSpPr>
        <p:spPr>
          <a:xfrm>
            <a:off x="110097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287" name="Google Shape;6287;p218"/>
          <p:cNvSpPr txBox="1"/>
          <p:nvPr>
            <p:ph idx="8" type="subTitle"/>
          </p:nvPr>
        </p:nvSpPr>
        <p:spPr>
          <a:xfrm>
            <a:off x="3419250"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288" name="Google Shape;6288;p218"/>
          <p:cNvSpPr txBox="1"/>
          <p:nvPr>
            <p:ph idx="9" type="subTitle"/>
          </p:nvPr>
        </p:nvSpPr>
        <p:spPr>
          <a:xfrm>
            <a:off x="573752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289" name="Google Shape;6289;p218"/>
          <p:cNvSpPr txBox="1"/>
          <p:nvPr>
            <p:ph idx="13" type="subTitle"/>
          </p:nvPr>
        </p:nvSpPr>
        <p:spPr>
          <a:xfrm>
            <a:off x="110097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290" name="Google Shape;6290;p218"/>
          <p:cNvSpPr txBox="1"/>
          <p:nvPr>
            <p:ph idx="14" type="subTitle"/>
          </p:nvPr>
        </p:nvSpPr>
        <p:spPr>
          <a:xfrm>
            <a:off x="3419250"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291" name="Google Shape;6291;p218"/>
          <p:cNvSpPr txBox="1"/>
          <p:nvPr>
            <p:ph idx="15" type="subTitle"/>
          </p:nvPr>
        </p:nvSpPr>
        <p:spPr>
          <a:xfrm>
            <a:off x="573752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292" name="Google Shape;6292;p218"/>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218"/>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4" name="Google Shape;6294;p218"/>
          <p:cNvGrpSpPr/>
          <p:nvPr/>
        </p:nvGrpSpPr>
        <p:grpSpPr>
          <a:xfrm>
            <a:off x="8114970" y="266839"/>
            <a:ext cx="829992" cy="750888"/>
            <a:chOff x="8114596" y="445039"/>
            <a:chExt cx="633002" cy="572716"/>
          </a:xfrm>
        </p:grpSpPr>
        <p:grpSp>
          <p:nvGrpSpPr>
            <p:cNvPr id="6295" name="Google Shape;6295;p218"/>
            <p:cNvGrpSpPr/>
            <p:nvPr/>
          </p:nvGrpSpPr>
          <p:grpSpPr>
            <a:xfrm>
              <a:off x="8114596" y="445039"/>
              <a:ext cx="633002" cy="572716"/>
              <a:chOff x="7189660" y="520827"/>
              <a:chExt cx="598074" cy="541115"/>
            </a:xfrm>
          </p:grpSpPr>
          <p:sp>
            <p:nvSpPr>
              <p:cNvPr id="6296" name="Google Shape;6296;p218"/>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297" name="Google Shape;6297;p218"/>
              <p:cNvGrpSpPr/>
              <p:nvPr/>
            </p:nvGrpSpPr>
            <p:grpSpPr>
              <a:xfrm>
                <a:off x="7579137" y="551973"/>
                <a:ext cx="164782" cy="41529"/>
                <a:chOff x="7579137" y="551973"/>
                <a:chExt cx="164782" cy="41529"/>
              </a:xfrm>
            </p:grpSpPr>
            <p:sp>
              <p:nvSpPr>
                <p:cNvPr id="6298" name="Google Shape;6298;p218"/>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9" name="Google Shape;6299;p218"/>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0" name="Google Shape;6300;p218"/>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301" name="Google Shape;6301;p218"/>
            <p:cNvGrpSpPr/>
            <p:nvPr/>
          </p:nvGrpSpPr>
          <p:grpSpPr>
            <a:xfrm>
              <a:off x="8184962" y="619646"/>
              <a:ext cx="498115" cy="257273"/>
              <a:chOff x="7256144" y="685800"/>
              <a:chExt cx="470630" cy="243077"/>
            </a:xfrm>
          </p:grpSpPr>
          <p:sp>
            <p:nvSpPr>
              <p:cNvPr id="6302" name="Google Shape;6302;p218"/>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303" name="Google Shape;6303;p218"/>
              <p:cNvGrpSpPr/>
              <p:nvPr/>
            </p:nvGrpSpPr>
            <p:grpSpPr>
              <a:xfrm>
                <a:off x="7512843" y="685800"/>
                <a:ext cx="213931" cy="243077"/>
                <a:chOff x="7512843" y="685800"/>
                <a:chExt cx="213931" cy="243077"/>
              </a:xfrm>
            </p:grpSpPr>
            <p:grpSp>
              <p:nvGrpSpPr>
                <p:cNvPr id="6304" name="Google Shape;6304;p218"/>
                <p:cNvGrpSpPr/>
                <p:nvPr/>
              </p:nvGrpSpPr>
              <p:grpSpPr>
                <a:xfrm>
                  <a:off x="7512843" y="836580"/>
                  <a:ext cx="213931" cy="92297"/>
                  <a:chOff x="7512843" y="836580"/>
                  <a:chExt cx="213931" cy="92297"/>
                </a:xfrm>
              </p:grpSpPr>
              <p:sp>
                <p:nvSpPr>
                  <p:cNvPr id="6305" name="Google Shape;6305;p218"/>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6" name="Google Shape;6306;p218"/>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307" name="Google Shape;6307;p218"/>
                <p:cNvGrpSpPr/>
                <p:nvPr/>
              </p:nvGrpSpPr>
              <p:grpSpPr>
                <a:xfrm>
                  <a:off x="7512843" y="761238"/>
                  <a:ext cx="213931" cy="92296"/>
                  <a:chOff x="7512843" y="761238"/>
                  <a:chExt cx="213931" cy="92296"/>
                </a:xfrm>
              </p:grpSpPr>
              <p:sp>
                <p:nvSpPr>
                  <p:cNvPr id="6308" name="Google Shape;6308;p218"/>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9" name="Google Shape;6309;p218"/>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310" name="Google Shape;6310;p218"/>
                <p:cNvGrpSpPr/>
                <p:nvPr/>
              </p:nvGrpSpPr>
              <p:grpSpPr>
                <a:xfrm>
                  <a:off x="7512843" y="685800"/>
                  <a:ext cx="213931" cy="92297"/>
                  <a:chOff x="7512843" y="685800"/>
                  <a:chExt cx="213931" cy="92297"/>
                </a:xfrm>
              </p:grpSpPr>
              <p:sp>
                <p:nvSpPr>
                  <p:cNvPr id="6311" name="Google Shape;6311;p218"/>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2" name="Google Shape;6312;p218"/>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
        <p:nvSpPr>
          <p:cNvPr id="6313" name="Google Shape;6313;p218"/>
          <p:cNvSpPr/>
          <p:nvPr/>
        </p:nvSpPr>
        <p:spPr>
          <a:xfrm>
            <a:off x="62832" y="4828541"/>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314" name="Google Shape;6314;p218"/>
          <p:cNvGrpSpPr/>
          <p:nvPr/>
        </p:nvGrpSpPr>
        <p:grpSpPr>
          <a:xfrm>
            <a:off x="103395" y="3891186"/>
            <a:ext cx="668783" cy="959747"/>
            <a:chOff x="10519314" y="4728596"/>
            <a:chExt cx="751780" cy="1078731"/>
          </a:xfrm>
        </p:grpSpPr>
        <p:grpSp>
          <p:nvGrpSpPr>
            <p:cNvPr id="6315" name="Google Shape;6315;p218"/>
            <p:cNvGrpSpPr/>
            <p:nvPr/>
          </p:nvGrpSpPr>
          <p:grpSpPr>
            <a:xfrm>
              <a:off x="10519314" y="4728596"/>
              <a:ext cx="626662" cy="1078731"/>
              <a:chOff x="10519314" y="4728596"/>
              <a:chExt cx="626662" cy="1078731"/>
            </a:xfrm>
          </p:grpSpPr>
          <p:grpSp>
            <p:nvGrpSpPr>
              <p:cNvPr id="6316" name="Google Shape;6316;p218"/>
              <p:cNvGrpSpPr/>
              <p:nvPr/>
            </p:nvGrpSpPr>
            <p:grpSpPr>
              <a:xfrm>
                <a:off x="10903220" y="4888205"/>
                <a:ext cx="242756" cy="919122"/>
                <a:chOff x="10903220" y="4888205"/>
                <a:chExt cx="242756" cy="919122"/>
              </a:xfrm>
            </p:grpSpPr>
            <p:sp>
              <p:nvSpPr>
                <p:cNvPr id="6317" name="Google Shape;6317;p218"/>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8" name="Google Shape;6318;p218"/>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9" name="Google Shape;6319;p218"/>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320" name="Google Shape;6320;p218"/>
                <p:cNvGrpSpPr/>
                <p:nvPr/>
              </p:nvGrpSpPr>
              <p:grpSpPr>
                <a:xfrm>
                  <a:off x="11014221" y="5588618"/>
                  <a:ext cx="100021" cy="114784"/>
                  <a:chOff x="11014221" y="5588618"/>
                  <a:chExt cx="100021" cy="114784"/>
                </a:xfrm>
              </p:grpSpPr>
              <p:sp>
                <p:nvSpPr>
                  <p:cNvPr id="6321" name="Google Shape;6321;p218"/>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2" name="Google Shape;6322;p218"/>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3" name="Google Shape;6323;p218"/>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4" name="Google Shape;6324;p218"/>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325" name="Google Shape;6325;p218"/>
              <p:cNvGrpSpPr/>
              <p:nvPr/>
            </p:nvGrpSpPr>
            <p:grpSpPr>
              <a:xfrm>
                <a:off x="10718623" y="4728596"/>
                <a:ext cx="229169" cy="1075979"/>
                <a:chOff x="10718623" y="4728596"/>
                <a:chExt cx="229169" cy="1075979"/>
              </a:xfrm>
            </p:grpSpPr>
            <p:sp>
              <p:nvSpPr>
                <p:cNvPr id="6326" name="Google Shape;6326;p218"/>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7" name="Google Shape;6327;p218"/>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328" name="Google Shape;6328;p218"/>
                <p:cNvGrpSpPr/>
                <p:nvPr/>
              </p:nvGrpSpPr>
              <p:grpSpPr>
                <a:xfrm>
                  <a:off x="10765015" y="5040134"/>
                  <a:ext cx="116314" cy="49775"/>
                  <a:chOff x="10765015" y="5040134"/>
                  <a:chExt cx="116314" cy="49775"/>
                </a:xfrm>
              </p:grpSpPr>
              <p:sp>
                <p:nvSpPr>
                  <p:cNvPr id="6329" name="Google Shape;6329;p218"/>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0" name="Google Shape;6330;p218"/>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331" name="Google Shape;6331;p218"/>
                <p:cNvGrpSpPr/>
                <p:nvPr/>
              </p:nvGrpSpPr>
              <p:grpSpPr>
                <a:xfrm>
                  <a:off x="10784825" y="5436314"/>
                  <a:ext cx="116414" cy="49961"/>
                  <a:chOff x="10784825" y="5436314"/>
                  <a:chExt cx="116414" cy="49961"/>
                </a:xfrm>
              </p:grpSpPr>
              <p:sp>
                <p:nvSpPr>
                  <p:cNvPr id="6332" name="Google Shape;6332;p218"/>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3" name="Google Shape;6333;p218"/>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334" name="Google Shape;6334;p218"/>
              <p:cNvGrpSpPr/>
              <p:nvPr/>
            </p:nvGrpSpPr>
            <p:grpSpPr>
              <a:xfrm>
                <a:off x="10519314" y="4813458"/>
                <a:ext cx="202120" cy="992123"/>
                <a:chOff x="10519314" y="4813458"/>
                <a:chExt cx="202120" cy="992123"/>
              </a:xfrm>
            </p:grpSpPr>
            <p:sp>
              <p:nvSpPr>
                <p:cNvPr id="6335" name="Google Shape;6335;p218"/>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6" name="Google Shape;6336;p218"/>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337" name="Google Shape;6337;p218"/>
                <p:cNvGrpSpPr/>
                <p:nvPr/>
              </p:nvGrpSpPr>
              <p:grpSpPr>
                <a:xfrm>
                  <a:off x="10556176" y="5465730"/>
                  <a:ext cx="128397" cy="44196"/>
                  <a:chOff x="10556176" y="5465730"/>
                  <a:chExt cx="128397" cy="44196"/>
                </a:xfrm>
              </p:grpSpPr>
              <p:sp>
                <p:nvSpPr>
                  <p:cNvPr id="6338" name="Google Shape;6338;p218"/>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9" name="Google Shape;6339;p218"/>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340" name="Google Shape;6340;p218"/>
                <p:cNvGrpSpPr/>
                <p:nvPr/>
              </p:nvGrpSpPr>
              <p:grpSpPr>
                <a:xfrm>
                  <a:off x="10556176" y="5689187"/>
                  <a:ext cx="128397" cy="44196"/>
                  <a:chOff x="10556176" y="5689187"/>
                  <a:chExt cx="128397" cy="44196"/>
                </a:xfrm>
              </p:grpSpPr>
              <p:sp>
                <p:nvSpPr>
                  <p:cNvPr id="6341" name="Google Shape;6341;p218"/>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42" name="Google Shape;6342;p218"/>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6343" name="Google Shape;6343;p218"/>
            <p:cNvGrpSpPr/>
            <p:nvPr/>
          </p:nvGrpSpPr>
          <p:grpSpPr>
            <a:xfrm>
              <a:off x="11058042" y="5088325"/>
              <a:ext cx="213052" cy="717953"/>
              <a:chOff x="11058042" y="5088325"/>
              <a:chExt cx="213052" cy="717953"/>
            </a:xfrm>
          </p:grpSpPr>
          <p:sp>
            <p:nvSpPr>
              <p:cNvPr id="6344" name="Google Shape;6344;p218"/>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45" name="Google Shape;6345;p218"/>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346" name="Google Shape;6346;p218"/>
          <p:cNvGrpSpPr/>
          <p:nvPr/>
        </p:nvGrpSpPr>
        <p:grpSpPr>
          <a:xfrm>
            <a:off x="150676" y="2823493"/>
            <a:ext cx="516117" cy="779220"/>
            <a:chOff x="10572463" y="3528536"/>
            <a:chExt cx="580168" cy="875823"/>
          </a:xfrm>
        </p:grpSpPr>
        <p:grpSp>
          <p:nvGrpSpPr>
            <p:cNvPr id="6347" name="Google Shape;6347;p218"/>
            <p:cNvGrpSpPr/>
            <p:nvPr/>
          </p:nvGrpSpPr>
          <p:grpSpPr>
            <a:xfrm>
              <a:off x="10713815" y="3528536"/>
              <a:ext cx="438816" cy="746664"/>
              <a:chOff x="10713815" y="3528536"/>
              <a:chExt cx="438816" cy="746664"/>
            </a:xfrm>
          </p:grpSpPr>
          <p:sp>
            <p:nvSpPr>
              <p:cNvPr id="6348" name="Google Shape;6348;p218"/>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349" name="Google Shape;6349;p218"/>
              <p:cNvGrpSpPr/>
              <p:nvPr/>
            </p:nvGrpSpPr>
            <p:grpSpPr>
              <a:xfrm>
                <a:off x="10776489" y="3625310"/>
                <a:ext cx="313848" cy="288226"/>
                <a:chOff x="10776489" y="3625310"/>
                <a:chExt cx="313848" cy="288226"/>
              </a:xfrm>
            </p:grpSpPr>
            <p:sp>
              <p:nvSpPr>
                <p:cNvPr id="6350" name="Google Shape;6350;p218"/>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1" name="Google Shape;6351;p218"/>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2" name="Google Shape;6352;p218"/>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3" name="Google Shape;6353;p218"/>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4" name="Google Shape;6354;p218"/>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5" name="Google Shape;6355;p218"/>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356" name="Google Shape;6356;p218"/>
              <p:cNvGrpSpPr/>
              <p:nvPr/>
            </p:nvGrpSpPr>
            <p:grpSpPr>
              <a:xfrm>
                <a:off x="10776489" y="3999547"/>
                <a:ext cx="313848" cy="181546"/>
                <a:chOff x="10776489" y="3999547"/>
                <a:chExt cx="313848" cy="181546"/>
              </a:xfrm>
            </p:grpSpPr>
            <p:sp>
              <p:nvSpPr>
                <p:cNvPr id="6357" name="Google Shape;6357;p218"/>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8" name="Google Shape;6358;p218"/>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9" name="Google Shape;6359;p218"/>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60" name="Google Shape;6360;p218"/>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361" name="Google Shape;6361;p218"/>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362" name="Google Shape;6362;p218"/>
            <p:cNvGrpSpPr/>
            <p:nvPr/>
          </p:nvGrpSpPr>
          <p:grpSpPr>
            <a:xfrm>
              <a:off x="10572463" y="3657790"/>
              <a:ext cx="438817" cy="746569"/>
              <a:chOff x="10572463" y="3657790"/>
              <a:chExt cx="438817" cy="746569"/>
            </a:xfrm>
          </p:grpSpPr>
          <p:sp>
            <p:nvSpPr>
              <p:cNvPr id="6363" name="Google Shape;6363;p218"/>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364" name="Google Shape;6364;p218"/>
              <p:cNvGrpSpPr/>
              <p:nvPr/>
            </p:nvGrpSpPr>
            <p:grpSpPr>
              <a:xfrm>
                <a:off x="10635138" y="3754469"/>
                <a:ext cx="313848" cy="288321"/>
                <a:chOff x="10635138" y="3754469"/>
                <a:chExt cx="313848" cy="288321"/>
              </a:xfrm>
            </p:grpSpPr>
            <p:sp>
              <p:nvSpPr>
                <p:cNvPr id="6365" name="Google Shape;6365;p218"/>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66" name="Google Shape;6366;p218"/>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67" name="Google Shape;6367;p218"/>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68" name="Google Shape;6368;p218"/>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69" name="Google Shape;6369;p218"/>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0" name="Google Shape;6370;p218"/>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371" name="Google Shape;6371;p218"/>
              <p:cNvGrpSpPr/>
              <p:nvPr/>
            </p:nvGrpSpPr>
            <p:grpSpPr>
              <a:xfrm>
                <a:off x="10635138" y="4128801"/>
                <a:ext cx="313848" cy="181547"/>
                <a:chOff x="10635138" y="4128801"/>
                <a:chExt cx="313848" cy="181547"/>
              </a:xfrm>
            </p:grpSpPr>
            <p:sp>
              <p:nvSpPr>
                <p:cNvPr id="6372" name="Google Shape;6372;p218"/>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3" name="Google Shape;6373;p218"/>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4" name="Google Shape;6374;p218"/>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5" name="Google Shape;6375;p218"/>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376" name="Google Shape;6376;p218"/>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377" name="Google Shape;6377;p218"/>
          <p:cNvGrpSpPr/>
          <p:nvPr/>
        </p:nvGrpSpPr>
        <p:grpSpPr>
          <a:xfrm>
            <a:off x="361835" y="3601018"/>
            <a:ext cx="22030" cy="294484"/>
            <a:chOff x="10809827" y="4402455"/>
            <a:chExt cx="24764" cy="330993"/>
          </a:xfrm>
        </p:grpSpPr>
        <p:sp>
          <p:nvSpPr>
            <p:cNvPr id="6378" name="Google Shape;6378;p218"/>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9" name="Google Shape;6379;p218"/>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80" name="Google Shape;6380;p218"/>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6381" name="Shape 6381"/>
        <p:cNvGrpSpPr/>
        <p:nvPr/>
      </p:nvGrpSpPr>
      <p:grpSpPr>
        <a:xfrm>
          <a:off x="0" y="0"/>
          <a:ext cx="0" cy="0"/>
          <a:chOff x="0" y="0"/>
          <a:chExt cx="0" cy="0"/>
        </a:xfrm>
      </p:grpSpPr>
      <p:sp>
        <p:nvSpPr>
          <p:cNvPr id="6382" name="Google Shape;6382;p219"/>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383" name="Google Shape;6383;p219"/>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6384" name="Google Shape;6384;p219"/>
          <p:cNvSpPr/>
          <p:nvPr>
            <p:ph idx="2" type="pic"/>
          </p:nvPr>
        </p:nvSpPr>
        <p:spPr>
          <a:xfrm>
            <a:off x="5668975" y="1076550"/>
            <a:ext cx="2990400" cy="2990400"/>
          </a:xfrm>
          <a:prstGeom prst="roundRect">
            <a:avLst>
              <a:gd fmla="val 16667" name="adj"/>
            </a:avLst>
          </a:prstGeom>
          <a:noFill/>
          <a:ln>
            <a:noFill/>
          </a:ln>
        </p:spPr>
      </p:sp>
      <p:sp>
        <p:nvSpPr>
          <p:cNvPr id="6385" name="Google Shape;6385;p219"/>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219"/>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7" name="Google Shape;6387;p219"/>
          <p:cNvGrpSpPr/>
          <p:nvPr/>
        </p:nvGrpSpPr>
        <p:grpSpPr>
          <a:xfrm>
            <a:off x="65066" y="4373044"/>
            <a:ext cx="878158" cy="654532"/>
            <a:chOff x="1114425" y="4361211"/>
            <a:chExt cx="573023" cy="427101"/>
          </a:xfrm>
        </p:grpSpPr>
        <p:grpSp>
          <p:nvGrpSpPr>
            <p:cNvPr id="6388" name="Google Shape;6388;p219"/>
            <p:cNvGrpSpPr/>
            <p:nvPr/>
          </p:nvGrpSpPr>
          <p:grpSpPr>
            <a:xfrm>
              <a:off x="1114425" y="4361211"/>
              <a:ext cx="573023" cy="427101"/>
              <a:chOff x="1114425" y="4361211"/>
              <a:chExt cx="573023" cy="427101"/>
            </a:xfrm>
          </p:grpSpPr>
          <p:sp>
            <p:nvSpPr>
              <p:cNvPr id="6389" name="Google Shape;6389;p219"/>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90" name="Google Shape;6390;p219"/>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91" name="Google Shape;6391;p219"/>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392" name="Google Shape;6392;p219"/>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_1">
    <p:spTree>
      <p:nvGrpSpPr>
        <p:cNvPr id="6393" name="Shape 6393"/>
        <p:cNvGrpSpPr/>
        <p:nvPr/>
      </p:nvGrpSpPr>
      <p:grpSpPr>
        <a:xfrm>
          <a:off x="0" y="0"/>
          <a:ext cx="0" cy="0"/>
          <a:chOff x="0" y="0"/>
          <a:chExt cx="0" cy="0"/>
        </a:xfrm>
      </p:grpSpPr>
      <p:sp>
        <p:nvSpPr>
          <p:cNvPr id="6394" name="Google Shape;6394;p220"/>
          <p:cNvSpPr txBox="1"/>
          <p:nvPr>
            <p:ph type="title"/>
          </p:nvPr>
        </p:nvSpPr>
        <p:spPr>
          <a:xfrm>
            <a:off x="2013850" y="841075"/>
            <a:ext cx="5116200" cy="13905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sz="4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395" name="Google Shape;6395;p220"/>
          <p:cNvSpPr txBox="1"/>
          <p:nvPr>
            <p:ph idx="1" type="subTitle"/>
          </p:nvPr>
        </p:nvSpPr>
        <p:spPr>
          <a:xfrm>
            <a:off x="2013850" y="2231525"/>
            <a:ext cx="51162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6396" name="Google Shape;6396;p220"/>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7" name="Google Shape;6397;p220"/>
          <p:cNvGrpSpPr/>
          <p:nvPr/>
        </p:nvGrpSpPr>
        <p:grpSpPr>
          <a:xfrm flipH="1">
            <a:off x="683048" y="4696520"/>
            <a:ext cx="325927" cy="404808"/>
            <a:chOff x="7385113" y="1535430"/>
            <a:chExt cx="435673" cy="541115"/>
          </a:xfrm>
        </p:grpSpPr>
        <p:sp>
          <p:nvSpPr>
            <p:cNvPr id="6398" name="Google Shape;6398;p220"/>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399" name="Google Shape;6399;p220"/>
            <p:cNvGrpSpPr/>
            <p:nvPr/>
          </p:nvGrpSpPr>
          <p:grpSpPr>
            <a:xfrm>
              <a:off x="7612094" y="1566576"/>
              <a:ext cx="164781" cy="41529"/>
              <a:chOff x="7612094" y="1566576"/>
              <a:chExt cx="164781" cy="41529"/>
            </a:xfrm>
          </p:grpSpPr>
          <p:sp>
            <p:nvSpPr>
              <p:cNvPr id="6400" name="Google Shape;6400;p220"/>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01" name="Google Shape;6401;p220"/>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02" name="Google Shape;6402;p220"/>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403" name="Google Shape;6403;p220"/>
          <p:cNvGrpSpPr/>
          <p:nvPr/>
        </p:nvGrpSpPr>
        <p:grpSpPr>
          <a:xfrm flipH="1">
            <a:off x="713902" y="4774546"/>
            <a:ext cx="268636" cy="280965"/>
            <a:chOff x="7420451" y="1639728"/>
            <a:chExt cx="359091" cy="375571"/>
          </a:xfrm>
        </p:grpSpPr>
        <p:sp>
          <p:nvSpPr>
            <p:cNvPr id="6404" name="Google Shape;6404;p220"/>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05" name="Google Shape;6405;p220"/>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06" name="Google Shape;6406;p220"/>
          <p:cNvGrpSpPr/>
          <p:nvPr/>
        </p:nvGrpSpPr>
        <p:grpSpPr>
          <a:xfrm flipH="1">
            <a:off x="96200" y="4469347"/>
            <a:ext cx="355444" cy="644072"/>
            <a:chOff x="1945386" y="5582316"/>
            <a:chExt cx="470725" cy="852963"/>
          </a:xfrm>
        </p:grpSpPr>
        <p:grpSp>
          <p:nvGrpSpPr>
            <p:cNvPr id="6407" name="Google Shape;6407;p220"/>
            <p:cNvGrpSpPr/>
            <p:nvPr/>
          </p:nvGrpSpPr>
          <p:grpSpPr>
            <a:xfrm>
              <a:off x="1945386" y="5582316"/>
              <a:ext cx="470725" cy="852963"/>
              <a:chOff x="1945386" y="5582316"/>
              <a:chExt cx="470725" cy="852963"/>
            </a:xfrm>
          </p:grpSpPr>
          <p:sp>
            <p:nvSpPr>
              <p:cNvPr id="6408" name="Google Shape;6408;p220"/>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09" name="Google Shape;6409;p220"/>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410" name="Google Shape;6410;p220"/>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11" name="Google Shape;6411;p220"/>
          <p:cNvGrpSpPr/>
          <p:nvPr/>
        </p:nvGrpSpPr>
        <p:grpSpPr>
          <a:xfrm>
            <a:off x="7975988" y="116167"/>
            <a:ext cx="1061979" cy="558999"/>
            <a:chOff x="3859815" y="2867310"/>
            <a:chExt cx="1262157" cy="664368"/>
          </a:xfrm>
        </p:grpSpPr>
        <p:sp>
          <p:nvSpPr>
            <p:cNvPr id="6412" name="Google Shape;6412;p220"/>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413" name="Google Shape;6413;p220"/>
            <p:cNvGrpSpPr/>
            <p:nvPr/>
          </p:nvGrpSpPr>
          <p:grpSpPr>
            <a:xfrm>
              <a:off x="4275677" y="3065525"/>
              <a:ext cx="334517" cy="380047"/>
              <a:chOff x="4275677" y="3065525"/>
              <a:chExt cx="334517" cy="380047"/>
            </a:xfrm>
          </p:grpSpPr>
          <p:grpSp>
            <p:nvGrpSpPr>
              <p:cNvPr id="6414" name="Google Shape;6414;p220"/>
              <p:cNvGrpSpPr/>
              <p:nvPr/>
            </p:nvGrpSpPr>
            <p:grpSpPr>
              <a:xfrm>
                <a:off x="4275677" y="3065525"/>
                <a:ext cx="334517" cy="380047"/>
                <a:chOff x="4275677" y="3065525"/>
                <a:chExt cx="334517" cy="380047"/>
              </a:xfrm>
            </p:grpSpPr>
            <p:grpSp>
              <p:nvGrpSpPr>
                <p:cNvPr id="6415" name="Google Shape;6415;p220"/>
                <p:cNvGrpSpPr/>
                <p:nvPr/>
              </p:nvGrpSpPr>
              <p:grpSpPr>
                <a:xfrm>
                  <a:off x="4275677" y="3301269"/>
                  <a:ext cx="334422" cy="144303"/>
                  <a:chOff x="4275677" y="3301269"/>
                  <a:chExt cx="334422" cy="144303"/>
                </a:xfrm>
              </p:grpSpPr>
              <p:sp>
                <p:nvSpPr>
                  <p:cNvPr id="6416" name="Google Shape;6416;p220"/>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7" name="Google Shape;6417;p220"/>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18" name="Google Shape;6418;p220"/>
                <p:cNvGrpSpPr/>
                <p:nvPr/>
              </p:nvGrpSpPr>
              <p:grpSpPr>
                <a:xfrm>
                  <a:off x="4275677" y="3183350"/>
                  <a:ext cx="334422" cy="144302"/>
                  <a:chOff x="4275677" y="3183350"/>
                  <a:chExt cx="334422" cy="144302"/>
                </a:xfrm>
              </p:grpSpPr>
              <p:sp>
                <p:nvSpPr>
                  <p:cNvPr id="6419" name="Google Shape;6419;p220"/>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0" name="Google Shape;6420;p220"/>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21" name="Google Shape;6421;p220"/>
                <p:cNvGrpSpPr/>
                <p:nvPr/>
              </p:nvGrpSpPr>
              <p:grpSpPr>
                <a:xfrm>
                  <a:off x="4275677" y="3065525"/>
                  <a:ext cx="334517" cy="144303"/>
                  <a:chOff x="4275677" y="3065525"/>
                  <a:chExt cx="334517" cy="144303"/>
                </a:xfrm>
              </p:grpSpPr>
              <p:sp>
                <p:nvSpPr>
                  <p:cNvPr id="6422" name="Google Shape;6422;p220"/>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3" name="Google Shape;6423;p220"/>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6424" name="Google Shape;6424;p220"/>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5" name="Google Shape;6425;p220"/>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6" name="Google Shape;6426;p220"/>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427" name="Google Shape;6427;p220"/>
          <p:cNvGrpSpPr/>
          <p:nvPr/>
        </p:nvGrpSpPr>
        <p:grpSpPr>
          <a:xfrm flipH="1" rot="5400000">
            <a:off x="557972" y="4696603"/>
            <a:ext cx="16329" cy="218290"/>
            <a:chOff x="10809827" y="4402455"/>
            <a:chExt cx="24764" cy="330993"/>
          </a:xfrm>
        </p:grpSpPr>
        <p:sp>
          <p:nvSpPr>
            <p:cNvPr id="6428" name="Google Shape;6428;p220"/>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9" name="Google Shape;6429;p220"/>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0" name="Google Shape;6430;p220"/>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431" name="Google Shape;6431;p220"/>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220"/>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6433" name="Shape 6433"/>
        <p:cNvGrpSpPr/>
        <p:nvPr/>
      </p:nvGrpSpPr>
      <p:grpSpPr>
        <a:xfrm>
          <a:off x="0" y="0"/>
          <a:ext cx="0" cy="0"/>
          <a:chOff x="0" y="0"/>
          <a:chExt cx="0" cy="0"/>
        </a:xfrm>
      </p:grpSpPr>
      <p:sp>
        <p:nvSpPr>
          <p:cNvPr id="6434" name="Google Shape;6434;p2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435" name="Google Shape;6435;p221"/>
          <p:cNvSpPr txBox="1"/>
          <p:nvPr>
            <p:ph idx="1" type="subTitle"/>
          </p:nvPr>
        </p:nvSpPr>
        <p:spPr>
          <a:xfrm>
            <a:off x="93762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436" name="Google Shape;6436;p221"/>
          <p:cNvSpPr txBox="1"/>
          <p:nvPr>
            <p:ph idx="2" type="subTitle"/>
          </p:nvPr>
        </p:nvSpPr>
        <p:spPr>
          <a:xfrm>
            <a:off x="3484347"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437" name="Google Shape;6437;p221"/>
          <p:cNvSpPr txBox="1"/>
          <p:nvPr>
            <p:ph idx="3" type="subTitle"/>
          </p:nvPr>
        </p:nvSpPr>
        <p:spPr>
          <a:xfrm>
            <a:off x="603107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438" name="Google Shape;6438;p221"/>
          <p:cNvSpPr txBox="1"/>
          <p:nvPr>
            <p:ph idx="4" type="subTitle"/>
          </p:nvPr>
        </p:nvSpPr>
        <p:spPr>
          <a:xfrm>
            <a:off x="93762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439" name="Google Shape;6439;p221"/>
          <p:cNvSpPr txBox="1"/>
          <p:nvPr>
            <p:ph idx="5" type="subTitle"/>
          </p:nvPr>
        </p:nvSpPr>
        <p:spPr>
          <a:xfrm>
            <a:off x="3484350"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440" name="Google Shape;6440;p221"/>
          <p:cNvSpPr txBox="1"/>
          <p:nvPr>
            <p:ph idx="6" type="subTitle"/>
          </p:nvPr>
        </p:nvSpPr>
        <p:spPr>
          <a:xfrm>
            <a:off x="603107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441" name="Google Shape;6441;p221"/>
          <p:cNvSpPr/>
          <p:nvPr/>
        </p:nvSpPr>
        <p:spPr>
          <a:xfrm flipH="1" rot="8800738">
            <a:off x="7902412" y="4181666"/>
            <a:ext cx="1680262" cy="1358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221"/>
          <p:cNvSpPr/>
          <p:nvPr/>
        </p:nvSpPr>
        <p:spPr>
          <a:xfrm flipH="1" rot="-8942362">
            <a:off x="-983149" y="4040244"/>
            <a:ext cx="2474148" cy="2000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221"/>
          <p:cNvSpPr/>
          <p:nvPr/>
        </p:nvSpPr>
        <p:spPr>
          <a:xfrm flipH="1" rot="1554271">
            <a:off x="7563507" y="-664049"/>
            <a:ext cx="2112334" cy="200257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221"/>
          <p:cNvSpPr/>
          <p:nvPr/>
        </p:nvSpPr>
        <p:spPr>
          <a:xfrm>
            <a:off x="62825" y="1725386"/>
            <a:ext cx="606206" cy="37384"/>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445" name="Google Shape;6445;p221"/>
          <p:cNvGrpSpPr/>
          <p:nvPr/>
        </p:nvGrpSpPr>
        <p:grpSpPr>
          <a:xfrm>
            <a:off x="96399" y="951293"/>
            <a:ext cx="552408" cy="792759"/>
            <a:chOff x="10519314" y="4728596"/>
            <a:chExt cx="751780" cy="1078731"/>
          </a:xfrm>
        </p:grpSpPr>
        <p:grpSp>
          <p:nvGrpSpPr>
            <p:cNvPr id="6446" name="Google Shape;6446;p221"/>
            <p:cNvGrpSpPr/>
            <p:nvPr/>
          </p:nvGrpSpPr>
          <p:grpSpPr>
            <a:xfrm>
              <a:off x="10519314" y="4728596"/>
              <a:ext cx="626662" cy="1078731"/>
              <a:chOff x="10519314" y="4728596"/>
              <a:chExt cx="626662" cy="1078731"/>
            </a:xfrm>
          </p:grpSpPr>
          <p:grpSp>
            <p:nvGrpSpPr>
              <p:cNvPr id="6447" name="Google Shape;6447;p221"/>
              <p:cNvGrpSpPr/>
              <p:nvPr/>
            </p:nvGrpSpPr>
            <p:grpSpPr>
              <a:xfrm>
                <a:off x="10903220" y="4888205"/>
                <a:ext cx="242756" cy="919122"/>
                <a:chOff x="10903220" y="4888205"/>
                <a:chExt cx="242756" cy="919122"/>
              </a:xfrm>
            </p:grpSpPr>
            <p:sp>
              <p:nvSpPr>
                <p:cNvPr id="6448" name="Google Shape;6448;p221"/>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49" name="Google Shape;6449;p221"/>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0" name="Google Shape;6450;p221"/>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451" name="Google Shape;6451;p221"/>
                <p:cNvGrpSpPr/>
                <p:nvPr/>
              </p:nvGrpSpPr>
              <p:grpSpPr>
                <a:xfrm>
                  <a:off x="11014221" y="5588618"/>
                  <a:ext cx="100021" cy="114784"/>
                  <a:chOff x="11014221" y="5588618"/>
                  <a:chExt cx="100021" cy="114784"/>
                </a:xfrm>
              </p:grpSpPr>
              <p:sp>
                <p:nvSpPr>
                  <p:cNvPr id="6452" name="Google Shape;6452;p221"/>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3" name="Google Shape;6453;p221"/>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4" name="Google Shape;6454;p221"/>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5" name="Google Shape;6455;p221"/>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456" name="Google Shape;6456;p221"/>
              <p:cNvGrpSpPr/>
              <p:nvPr/>
            </p:nvGrpSpPr>
            <p:grpSpPr>
              <a:xfrm>
                <a:off x="10718623" y="4728596"/>
                <a:ext cx="229169" cy="1075979"/>
                <a:chOff x="10718623" y="4728596"/>
                <a:chExt cx="229169" cy="1075979"/>
              </a:xfrm>
            </p:grpSpPr>
            <p:sp>
              <p:nvSpPr>
                <p:cNvPr id="6457" name="Google Shape;6457;p221"/>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8" name="Google Shape;6458;p221"/>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459" name="Google Shape;6459;p221"/>
                <p:cNvGrpSpPr/>
                <p:nvPr/>
              </p:nvGrpSpPr>
              <p:grpSpPr>
                <a:xfrm>
                  <a:off x="10765015" y="5040134"/>
                  <a:ext cx="116314" cy="49775"/>
                  <a:chOff x="10765015" y="5040134"/>
                  <a:chExt cx="116314" cy="49775"/>
                </a:xfrm>
              </p:grpSpPr>
              <p:sp>
                <p:nvSpPr>
                  <p:cNvPr id="6460" name="Google Shape;6460;p221"/>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61" name="Google Shape;6461;p221"/>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62" name="Google Shape;6462;p221"/>
                <p:cNvGrpSpPr/>
                <p:nvPr/>
              </p:nvGrpSpPr>
              <p:grpSpPr>
                <a:xfrm>
                  <a:off x="10784825" y="5436314"/>
                  <a:ext cx="116414" cy="49961"/>
                  <a:chOff x="10784825" y="5436314"/>
                  <a:chExt cx="116414" cy="49961"/>
                </a:xfrm>
              </p:grpSpPr>
              <p:sp>
                <p:nvSpPr>
                  <p:cNvPr id="6463" name="Google Shape;6463;p221"/>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64" name="Google Shape;6464;p221"/>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465" name="Google Shape;6465;p221"/>
              <p:cNvGrpSpPr/>
              <p:nvPr/>
            </p:nvGrpSpPr>
            <p:grpSpPr>
              <a:xfrm>
                <a:off x="10519314" y="4813458"/>
                <a:ext cx="202120" cy="992123"/>
                <a:chOff x="10519314" y="4813458"/>
                <a:chExt cx="202120" cy="992123"/>
              </a:xfrm>
            </p:grpSpPr>
            <p:sp>
              <p:nvSpPr>
                <p:cNvPr id="6466" name="Google Shape;6466;p221"/>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67" name="Google Shape;6467;p221"/>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468" name="Google Shape;6468;p221"/>
                <p:cNvGrpSpPr/>
                <p:nvPr/>
              </p:nvGrpSpPr>
              <p:grpSpPr>
                <a:xfrm>
                  <a:off x="10556176" y="5465730"/>
                  <a:ext cx="128397" cy="44196"/>
                  <a:chOff x="10556176" y="5465730"/>
                  <a:chExt cx="128397" cy="44196"/>
                </a:xfrm>
              </p:grpSpPr>
              <p:sp>
                <p:nvSpPr>
                  <p:cNvPr id="6469" name="Google Shape;6469;p221"/>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0" name="Google Shape;6470;p221"/>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71" name="Google Shape;6471;p221"/>
                <p:cNvGrpSpPr/>
                <p:nvPr/>
              </p:nvGrpSpPr>
              <p:grpSpPr>
                <a:xfrm>
                  <a:off x="10556176" y="5689187"/>
                  <a:ext cx="128397" cy="44196"/>
                  <a:chOff x="10556176" y="5689187"/>
                  <a:chExt cx="128397" cy="44196"/>
                </a:xfrm>
              </p:grpSpPr>
              <p:sp>
                <p:nvSpPr>
                  <p:cNvPr id="6472" name="Google Shape;6472;p221"/>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3" name="Google Shape;6473;p221"/>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6474" name="Google Shape;6474;p221"/>
            <p:cNvGrpSpPr/>
            <p:nvPr/>
          </p:nvGrpSpPr>
          <p:grpSpPr>
            <a:xfrm>
              <a:off x="11058042" y="5088325"/>
              <a:ext cx="213052" cy="717953"/>
              <a:chOff x="11058042" y="5088325"/>
              <a:chExt cx="213052" cy="717953"/>
            </a:xfrm>
          </p:grpSpPr>
          <p:sp>
            <p:nvSpPr>
              <p:cNvPr id="6475" name="Google Shape;6475;p221"/>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6" name="Google Shape;6476;p221"/>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477" name="Google Shape;6477;p221"/>
          <p:cNvGrpSpPr/>
          <p:nvPr/>
        </p:nvGrpSpPr>
        <p:grpSpPr>
          <a:xfrm>
            <a:off x="135453" y="69369"/>
            <a:ext cx="426307" cy="643642"/>
            <a:chOff x="10572463" y="3528536"/>
            <a:chExt cx="580168" cy="875823"/>
          </a:xfrm>
        </p:grpSpPr>
        <p:grpSp>
          <p:nvGrpSpPr>
            <p:cNvPr id="6478" name="Google Shape;6478;p221"/>
            <p:cNvGrpSpPr/>
            <p:nvPr/>
          </p:nvGrpSpPr>
          <p:grpSpPr>
            <a:xfrm>
              <a:off x="10713815" y="3528536"/>
              <a:ext cx="438816" cy="746664"/>
              <a:chOff x="10713815" y="3528536"/>
              <a:chExt cx="438816" cy="746664"/>
            </a:xfrm>
          </p:grpSpPr>
          <p:sp>
            <p:nvSpPr>
              <p:cNvPr id="6479" name="Google Shape;6479;p221"/>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480" name="Google Shape;6480;p221"/>
              <p:cNvGrpSpPr/>
              <p:nvPr/>
            </p:nvGrpSpPr>
            <p:grpSpPr>
              <a:xfrm>
                <a:off x="10776489" y="3625310"/>
                <a:ext cx="313848" cy="288226"/>
                <a:chOff x="10776489" y="3625310"/>
                <a:chExt cx="313848" cy="288226"/>
              </a:xfrm>
            </p:grpSpPr>
            <p:sp>
              <p:nvSpPr>
                <p:cNvPr id="6481" name="Google Shape;6481;p221"/>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2" name="Google Shape;6482;p221"/>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3" name="Google Shape;6483;p221"/>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4" name="Google Shape;6484;p221"/>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5" name="Google Shape;6485;p221"/>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6" name="Google Shape;6486;p221"/>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87" name="Google Shape;6487;p221"/>
              <p:cNvGrpSpPr/>
              <p:nvPr/>
            </p:nvGrpSpPr>
            <p:grpSpPr>
              <a:xfrm>
                <a:off x="10776489" y="3999547"/>
                <a:ext cx="313848" cy="181546"/>
                <a:chOff x="10776489" y="3999547"/>
                <a:chExt cx="313848" cy="181546"/>
              </a:xfrm>
            </p:grpSpPr>
            <p:sp>
              <p:nvSpPr>
                <p:cNvPr id="6488" name="Google Shape;6488;p221"/>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9" name="Google Shape;6489;p221"/>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0" name="Google Shape;6490;p221"/>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1" name="Google Shape;6491;p221"/>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492" name="Google Shape;6492;p221"/>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93" name="Google Shape;6493;p221"/>
            <p:cNvGrpSpPr/>
            <p:nvPr/>
          </p:nvGrpSpPr>
          <p:grpSpPr>
            <a:xfrm>
              <a:off x="10572463" y="3657790"/>
              <a:ext cx="438817" cy="746569"/>
              <a:chOff x="10572463" y="3657790"/>
              <a:chExt cx="438817" cy="746569"/>
            </a:xfrm>
          </p:grpSpPr>
          <p:sp>
            <p:nvSpPr>
              <p:cNvPr id="6494" name="Google Shape;6494;p221"/>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495" name="Google Shape;6495;p221"/>
              <p:cNvGrpSpPr/>
              <p:nvPr/>
            </p:nvGrpSpPr>
            <p:grpSpPr>
              <a:xfrm>
                <a:off x="10635138" y="3754469"/>
                <a:ext cx="313848" cy="288321"/>
                <a:chOff x="10635138" y="3754469"/>
                <a:chExt cx="313848" cy="288321"/>
              </a:xfrm>
            </p:grpSpPr>
            <p:sp>
              <p:nvSpPr>
                <p:cNvPr id="6496" name="Google Shape;6496;p221"/>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7" name="Google Shape;6497;p221"/>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8" name="Google Shape;6498;p221"/>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9" name="Google Shape;6499;p221"/>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0" name="Google Shape;6500;p221"/>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1" name="Google Shape;6501;p221"/>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02" name="Google Shape;6502;p221"/>
              <p:cNvGrpSpPr/>
              <p:nvPr/>
            </p:nvGrpSpPr>
            <p:grpSpPr>
              <a:xfrm>
                <a:off x="10635138" y="4128801"/>
                <a:ext cx="313848" cy="181547"/>
                <a:chOff x="10635138" y="4128801"/>
                <a:chExt cx="313848" cy="181547"/>
              </a:xfrm>
            </p:grpSpPr>
            <p:sp>
              <p:nvSpPr>
                <p:cNvPr id="6503" name="Google Shape;6503;p221"/>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4" name="Google Shape;6504;p221"/>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5" name="Google Shape;6505;p221"/>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6" name="Google Shape;6506;p221"/>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507" name="Google Shape;6507;p221"/>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508" name="Google Shape;6508;p221"/>
          <p:cNvGrpSpPr/>
          <p:nvPr/>
        </p:nvGrpSpPr>
        <p:grpSpPr>
          <a:xfrm>
            <a:off x="309868" y="711612"/>
            <a:ext cx="18197" cy="243247"/>
            <a:chOff x="10809827" y="4402455"/>
            <a:chExt cx="24764" cy="330993"/>
          </a:xfrm>
        </p:grpSpPr>
        <p:sp>
          <p:nvSpPr>
            <p:cNvPr id="6509" name="Google Shape;6509;p221"/>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0" name="Google Shape;6510;p221"/>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1" name="Google Shape;6511;p221"/>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12" name="Google Shape;6512;p221"/>
          <p:cNvGrpSpPr/>
          <p:nvPr/>
        </p:nvGrpSpPr>
        <p:grpSpPr>
          <a:xfrm>
            <a:off x="8421644" y="1045085"/>
            <a:ext cx="396068" cy="717683"/>
            <a:chOff x="1945386" y="5582316"/>
            <a:chExt cx="470725" cy="852963"/>
          </a:xfrm>
        </p:grpSpPr>
        <p:grpSp>
          <p:nvGrpSpPr>
            <p:cNvPr id="6513" name="Google Shape;6513;p221"/>
            <p:cNvGrpSpPr/>
            <p:nvPr/>
          </p:nvGrpSpPr>
          <p:grpSpPr>
            <a:xfrm>
              <a:off x="1945386" y="5582316"/>
              <a:ext cx="470725" cy="852963"/>
              <a:chOff x="1945386" y="5582316"/>
              <a:chExt cx="470725" cy="852963"/>
            </a:xfrm>
          </p:grpSpPr>
          <p:sp>
            <p:nvSpPr>
              <p:cNvPr id="6514" name="Google Shape;6514;p221"/>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5" name="Google Shape;6515;p221"/>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516" name="Google Shape;6516;p221"/>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17" name="Google Shape;6517;p221"/>
          <p:cNvGrpSpPr/>
          <p:nvPr/>
        </p:nvGrpSpPr>
        <p:grpSpPr>
          <a:xfrm>
            <a:off x="8088695" y="57742"/>
            <a:ext cx="1061979" cy="558999"/>
            <a:chOff x="3859815" y="2867310"/>
            <a:chExt cx="1262157" cy="664368"/>
          </a:xfrm>
        </p:grpSpPr>
        <p:sp>
          <p:nvSpPr>
            <p:cNvPr id="6518" name="Google Shape;6518;p221"/>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519" name="Google Shape;6519;p221"/>
            <p:cNvGrpSpPr/>
            <p:nvPr/>
          </p:nvGrpSpPr>
          <p:grpSpPr>
            <a:xfrm>
              <a:off x="4275677" y="3065525"/>
              <a:ext cx="334517" cy="380047"/>
              <a:chOff x="4275677" y="3065525"/>
              <a:chExt cx="334517" cy="380047"/>
            </a:xfrm>
          </p:grpSpPr>
          <p:grpSp>
            <p:nvGrpSpPr>
              <p:cNvPr id="6520" name="Google Shape;6520;p221"/>
              <p:cNvGrpSpPr/>
              <p:nvPr/>
            </p:nvGrpSpPr>
            <p:grpSpPr>
              <a:xfrm>
                <a:off x="4275677" y="3065525"/>
                <a:ext cx="334517" cy="380047"/>
                <a:chOff x="4275677" y="3065525"/>
                <a:chExt cx="334517" cy="380047"/>
              </a:xfrm>
            </p:grpSpPr>
            <p:grpSp>
              <p:nvGrpSpPr>
                <p:cNvPr id="6521" name="Google Shape;6521;p221"/>
                <p:cNvGrpSpPr/>
                <p:nvPr/>
              </p:nvGrpSpPr>
              <p:grpSpPr>
                <a:xfrm>
                  <a:off x="4275677" y="3301269"/>
                  <a:ext cx="334422" cy="144303"/>
                  <a:chOff x="4275677" y="3301269"/>
                  <a:chExt cx="334422" cy="144303"/>
                </a:xfrm>
              </p:grpSpPr>
              <p:sp>
                <p:nvSpPr>
                  <p:cNvPr id="6522" name="Google Shape;6522;p221"/>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3" name="Google Shape;6523;p221"/>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24" name="Google Shape;6524;p221"/>
                <p:cNvGrpSpPr/>
                <p:nvPr/>
              </p:nvGrpSpPr>
              <p:grpSpPr>
                <a:xfrm>
                  <a:off x="4275677" y="3183350"/>
                  <a:ext cx="334422" cy="144302"/>
                  <a:chOff x="4275677" y="3183350"/>
                  <a:chExt cx="334422" cy="144302"/>
                </a:xfrm>
              </p:grpSpPr>
              <p:sp>
                <p:nvSpPr>
                  <p:cNvPr id="6525" name="Google Shape;6525;p221"/>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6" name="Google Shape;6526;p221"/>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27" name="Google Shape;6527;p221"/>
                <p:cNvGrpSpPr/>
                <p:nvPr/>
              </p:nvGrpSpPr>
              <p:grpSpPr>
                <a:xfrm>
                  <a:off x="4275677" y="3065525"/>
                  <a:ext cx="334517" cy="144303"/>
                  <a:chOff x="4275677" y="3065525"/>
                  <a:chExt cx="334517" cy="144303"/>
                </a:xfrm>
              </p:grpSpPr>
              <p:sp>
                <p:nvSpPr>
                  <p:cNvPr id="6528" name="Google Shape;6528;p221"/>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9" name="Google Shape;6529;p221"/>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6530" name="Google Shape;6530;p221"/>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1" name="Google Shape;6531;p221"/>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2" name="Google Shape;6532;p221"/>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533" name="Google Shape;6533;p221"/>
          <p:cNvGrpSpPr/>
          <p:nvPr/>
        </p:nvGrpSpPr>
        <p:grpSpPr>
          <a:xfrm>
            <a:off x="8582238" y="611818"/>
            <a:ext cx="33124" cy="442802"/>
            <a:chOff x="10809827" y="4402455"/>
            <a:chExt cx="24764" cy="330993"/>
          </a:xfrm>
        </p:grpSpPr>
        <p:sp>
          <p:nvSpPr>
            <p:cNvPr id="6534" name="Google Shape;6534;p221"/>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5" name="Google Shape;6535;p221"/>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6" name="Google Shape;6536;p221"/>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6537" name="Shape 6537"/>
        <p:cNvGrpSpPr/>
        <p:nvPr/>
      </p:nvGrpSpPr>
      <p:grpSpPr>
        <a:xfrm>
          <a:off x="0" y="0"/>
          <a:ext cx="0" cy="0"/>
          <a:chOff x="0" y="0"/>
          <a:chExt cx="0" cy="0"/>
        </a:xfrm>
      </p:grpSpPr>
      <p:sp>
        <p:nvSpPr>
          <p:cNvPr id="6538" name="Google Shape;6538;p2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539" name="Google Shape;6539;p222"/>
          <p:cNvSpPr txBox="1"/>
          <p:nvPr>
            <p:ph idx="1" type="subTitle"/>
          </p:nvPr>
        </p:nvSpPr>
        <p:spPr>
          <a:xfrm>
            <a:off x="1253225"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540" name="Google Shape;6540;p222"/>
          <p:cNvSpPr txBox="1"/>
          <p:nvPr>
            <p:ph idx="2" type="subTitle"/>
          </p:nvPr>
        </p:nvSpPr>
        <p:spPr>
          <a:xfrm>
            <a:off x="5079776"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541" name="Google Shape;6541;p222"/>
          <p:cNvSpPr txBox="1"/>
          <p:nvPr>
            <p:ph idx="3" type="subTitle"/>
          </p:nvPr>
        </p:nvSpPr>
        <p:spPr>
          <a:xfrm>
            <a:off x="1253225"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542" name="Google Shape;6542;p222"/>
          <p:cNvSpPr txBox="1"/>
          <p:nvPr>
            <p:ph idx="4" type="subTitle"/>
          </p:nvPr>
        </p:nvSpPr>
        <p:spPr>
          <a:xfrm>
            <a:off x="5079776"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543" name="Google Shape;6543;p222"/>
          <p:cNvSpPr txBox="1"/>
          <p:nvPr>
            <p:ph idx="5" type="subTitle"/>
          </p:nvPr>
        </p:nvSpPr>
        <p:spPr>
          <a:xfrm>
            <a:off x="1253225"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544" name="Google Shape;6544;p222"/>
          <p:cNvSpPr txBox="1"/>
          <p:nvPr>
            <p:ph idx="6" type="subTitle"/>
          </p:nvPr>
        </p:nvSpPr>
        <p:spPr>
          <a:xfrm>
            <a:off x="1253225"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545" name="Google Shape;6545;p222"/>
          <p:cNvSpPr txBox="1"/>
          <p:nvPr>
            <p:ph idx="7" type="subTitle"/>
          </p:nvPr>
        </p:nvSpPr>
        <p:spPr>
          <a:xfrm>
            <a:off x="5079750"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546" name="Google Shape;6546;p222"/>
          <p:cNvSpPr txBox="1"/>
          <p:nvPr>
            <p:ph idx="8" type="subTitle"/>
          </p:nvPr>
        </p:nvSpPr>
        <p:spPr>
          <a:xfrm>
            <a:off x="5079750"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547" name="Google Shape;6547;p222"/>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222"/>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9" name="Google Shape;6549;p222"/>
          <p:cNvGrpSpPr/>
          <p:nvPr/>
        </p:nvGrpSpPr>
        <p:grpSpPr>
          <a:xfrm>
            <a:off x="65066" y="4373044"/>
            <a:ext cx="878158" cy="654532"/>
            <a:chOff x="1114425" y="4361211"/>
            <a:chExt cx="573023" cy="427101"/>
          </a:xfrm>
        </p:grpSpPr>
        <p:grpSp>
          <p:nvGrpSpPr>
            <p:cNvPr id="6550" name="Google Shape;6550;p222"/>
            <p:cNvGrpSpPr/>
            <p:nvPr/>
          </p:nvGrpSpPr>
          <p:grpSpPr>
            <a:xfrm>
              <a:off x="1114425" y="4361211"/>
              <a:ext cx="573023" cy="427101"/>
              <a:chOff x="1114425" y="4361211"/>
              <a:chExt cx="573023" cy="427101"/>
            </a:xfrm>
          </p:grpSpPr>
          <p:sp>
            <p:nvSpPr>
              <p:cNvPr id="6551" name="Google Shape;6551;p222"/>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2" name="Google Shape;6552;p222"/>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3" name="Google Shape;6553;p222"/>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554" name="Google Shape;6554;p222"/>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55" name="Google Shape;6555;p222"/>
          <p:cNvGrpSpPr/>
          <p:nvPr/>
        </p:nvGrpSpPr>
        <p:grpSpPr>
          <a:xfrm>
            <a:off x="8114970" y="266839"/>
            <a:ext cx="829992" cy="750888"/>
            <a:chOff x="8114596" y="445039"/>
            <a:chExt cx="633002" cy="572716"/>
          </a:xfrm>
        </p:grpSpPr>
        <p:grpSp>
          <p:nvGrpSpPr>
            <p:cNvPr id="6556" name="Google Shape;6556;p222"/>
            <p:cNvGrpSpPr/>
            <p:nvPr/>
          </p:nvGrpSpPr>
          <p:grpSpPr>
            <a:xfrm>
              <a:off x="8114596" y="445039"/>
              <a:ext cx="633002" cy="572716"/>
              <a:chOff x="7189660" y="520827"/>
              <a:chExt cx="598074" cy="541115"/>
            </a:xfrm>
          </p:grpSpPr>
          <p:sp>
            <p:nvSpPr>
              <p:cNvPr id="6557" name="Google Shape;6557;p222"/>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558" name="Google Shape;6558;p222"/>
              <p:cNvGrpSpPr/>
              <p:nvPr/>
            </p:nvGrpSpPr>
            <p:grpSpPr>
              <a:xfrm>
                <a:off x="7579137" y="551973"/>
                <a:ext cx="164782" cy="41529"/>
                <a:chOff x="7579137" y="551973"/>
                <a:chExt cx="164782" cy="41529"/>
              </a:xfrm>
            </p:grpSpPr>
            <p:sp>
              <p:nvSpPr>
                <p:cNvPr id="6559" name="Google Shape;6559;p222"/>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60" name="Google Shape;6560;p222"/>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61" name="Google Shape;6561;p222"/>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562" name="Google Shape;6562;p222"/>
            <p:cNvGrpSpPr/>
            <p:nvPr/>
          </p:nvGrpSpPr>
          <p:grpSpPr>
            <a:xfrm>
              <a:off x="8184962" y="619646"/>
              <a:ext cx="498115" cy="257273"/>
              <a:chOff x="7256144" y="685800"/>
              <a:chExt cx="470630" cy="243077"/>
            </a:xfrm>
          </p:grpSpPr>
          <p:sp>
            <p:nvSpPr>
              <p:cNvPr id="6563" name="Google Shape;6563;p222"/>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564" name="Google Shape;6564;p222"/>
              <p:cNvGrpSpPr/>
              <p:nvPr/>
            </p:nvGrpSpPr>
            <p:grpSpPr>
              <a:xfrm>
                <a:off x="7512843" y="685800"/>
                <a:ext cx="213931" cy="243077"/>
                <a:chOff x="7512843" y="685800"/>
                <a:chExt cx="213931" cy="243077"/>
              </a:xfrm>
            </p:grpSpPr>
            <p:grpSp>
              <p:nvGrpSpPr>
                <p:cNvPr id="6565" name="Google Shape;6565;p222"/>
                <p:cNvGrpSpPr/>
                <p:nvPr/>
              </p:nvGrpSpPr>
              <p:grpSpPr>
                <a:xfrm>
                  <a:off x="7512843" y="836580"/>
                  <a:ext cx="213931" cy="92297"/>
                  <a:chOff x="7512843" y="836580"/>
                  <a:chExt cx="213931" cy="92297"/>
                </a:xfrm>
              </p:grpSpPr>
              <p:sp>
                <p:nvSpPr>
                  <p:cNvPr id="6566" name="Google Shape;6566;p222"/>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67" name="Google Shape;6567;p222"/>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68" name="Google Shape;6568;p222"/>
                <p:cNvGrpSpPr/>
                <p:nvPr/>
              </p:nvGrpSpPr>
              <p:grpSpPr>
                <a:xfrm>
                  <a:off x="7512843" y="761238"/>
                  <a:ext cx="213931" cy="92296"/>
                  <a:chOff x="7512843" y="761238"/>
                  <a:chExt cx="213931" cy="92296"/>
                </a:xfrm>
              </p:grpSpPr>
              <p:sp>
                <p:nvSpPr>
                  <p:cNvPr id="6569" name="Google Shape;6569;p222"/>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70" name="Google Shape;6570;p222"/>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71" name="Google Shape;6571;p222"/>
                <p:cNvGrpSpPr/>
                <p:nvPr/>
              </p:nvGrpSpPr>
              <p:grpSpPr>
                <a:xfrm>
                  <a:off x="7512843" y="685800"/>
                  <a:ext cx="213931" cy="92297"/>
                  <a:chOff x="7512843" y="685800"/>
                  <a:chExt cx="213931" cy="92297"/>
                </a:xfrm>
              </p:grpSpPr>
              <p:sp>
                <p:nvSpPr>
                  <p:cNvPr id="6572" name="Google Shape;6572;p222"/>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73" name="Google Shape;6573;p222"/>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6574" name="Shape 6574"/>
        <p:cNvGrpSpPr/>
        <p:nvPr/>
      </p:nvGrpSpPr>
      <p:grpSpPr>
        <a:xfrm>
          <a:off x="0" y="0"/>
          <a:ext cx="0" cy="0"/>
          <a:chOff x="0" y="0"/>
          <a:chExt cx="0" cy="0"/>
        </a:xfrm>
      </p:grpSpPr>
      <p:sp>
        <p:nvSpPr>
          <p:cNvPr id="6575" name="Google Shape;6575;p2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576" name="Google Shape;6576;p223"/>
          <p:cNvSpPr txBox="1"/>
          <p:nvPr>
            <p:ph idx="1" type="subTitle"/>
          </p:nvPr>
        </p:nvSpPr>
        <p:spPr>
          <a:xfrm>
            <a:off x="723900" y="171015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577" name="Google Shape;6577;p223"/>
          <p:cNvSpPr txBox="1"/>
          <p:nvPr>
            <p:ph idx="2" type="subTitle"/>
          </p:nvPr>
        </p:nvSpPr>
        <p:spPr>
          <a:xfrm>
            <a:off x="3577144"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578" name="Google Shape;6578;p223"/>
          <p:cNvSpPr txBox="1"/>
          <p:nvPr>
            <p:ph idx="3" type="subTitle"/>
          </p:nvPr>
        </p:nvSpPr>
        <p:spPr>
          <a:xfrm>
            <a:off x="723900"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579" name="Google Shape;6579;p223"/>
          <p:cNvSpPr txBox="1"/>
          <p:nvPr>
            <p:ph idx="4" type="subTitle"/>
          </p:nvPr>
        </p:nvSpPr>
        <p:spPr>
          <a:xfrm>
            <a:off x="3577144"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580" name="Google Shape;6580;p223"/>
          <p:cNvSpPr txBox="1"/>
          <p:nvPr>
            <p:ph idx="5" type="subTitle"/>
          </p:nvPr>
        </p:nvSpPr>
        <p:spPr>
          <a:xfrm>
            <a:off x="6430388"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581" name="Google Shape;6581;p223"/>
          <p:cNvSpPr txBox="1"/>
          <p:nvPr>
            <p:ph idx="6" type="subTitle"/>
          </p:nvPr>
        </p:nvSpPr>
        <p:spPr>
          <a:xfrm>
            <a:off x="6430388"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582" name="Google Shape;6582;p223"/>
          <p:cNvSpPr txBox="1"/>
          <p:nvPr>
            <p:ph idx="7" type="subTitle"/>
          </p:nvPr>
        </p:nvSpPr>
        <p:spPr>
          <a:xfrm>
            <a:off x="731700" y="1060275"/>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583" name="Google Shape;6583;p223"/>
          <p:cNvSpPr txBox="1"/>
          <p:nvPr>
            <p:ph idx="8" type="subTitle"/>
          </p:nvPr>
        </p:nvSpPr>
        <p:spPr>
          <a:xfrm>
            <a:off x="3582994"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584" name="Google Shape;6584;p223"/>
          <p:cNvSpPr txBox="1"/>
          <p:nvPr>
            <p:ph idx="9" type="subTitle"/>
          </p:nvPr>
        </p:nvSpPr>
        <p:spPr>
          <a:xfrm>
            <a:off x="6434288"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585" name="Google Shape;6585;p223"/>
          <p:cNvSpPr txBox="1"/>
          <p:nvPr>
            <p:ph idx="13" type="subTitle"/>
          </p:nvPr>
        </p:nvSpPr>
        <p:spPr>
          <a:xfrm>
            <a:off x="723900" y="2845800"/>
            <a:ext cx="19860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586" name="Google Shape;6586;p223"/>
          <p:cNvSpPr txBox="1"/>
          <p:nvPr>
            <p:ph idx="14" type="subTitle"/>
          </p:nvPr>
        </p:nvSpPr>
        <p:spPr>
          <a:xfrm>
            <a:off x="3582995"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587" name="Google Shape;6587;p223"/>
          <p:cNvSpPr txBox="1"/>
          <p:nvPr>
            <p:ph idx="15" type="subTitle"/>
          </p:nvPr>
        </p:nvSpPr>
        <p:spPr>
          <a:xfrm>
            <a:off x="6434290"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588" name="Google Shape;6588;p223"/>
          <p:cNvSpPr/>
          <p:nvPr/>
        </p:nvSpPr>
        <p:spPr>
          <a:xfrm flipH="1" rot="-3263452">
            <a:off x="7372110" y="40383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223"/>
          <p:cNvSpPr/>
          <p:nvPr/>
        </p:nvSpPr>
        <p:spPr>
          <a:xfrm flipH="1" rot="531647">
            <a:off x="-1621232" y="4095570"/>
            <a:ext cx="2581069" cy="208704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223"/>
          <p:cNvSpPr/>
          <p:nvPr/>
        </p:nvSpPr>
        <p:spPr>
          <a:xfrm flipH="1" rot="460658">
            <a:off x="7344116" y="-1448948"/>
            <a:ext cx="3053845" cy="246933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1" name="Google Shape;6591;p223"/>
          <p:cNvGrpSpPr/>
          <p:nvPr/>
        </p:nvGrpSpPr>
        <p:grpSpPr>
          <a:xfrm>
            <a:off x="7931872" y="177093"/>
            <a:ext cx="997823" cy="737095"/>
            <a:chOff x="7931872" y="177093"/>
            <a:chExt cx="997823" cy="737095"/>
          </a:xfrm>
        </p:grpSpPr>
        <p:grpSp>
          <p:nvGrpSpPr>
            <p:cNvPr id="6592" name="Google Shape;6592;p223"/>
            <p:cNvGrpSpPr/>
            <p:nvPr/>
          </p:nvGrpSpPr>
          <p:grpSpPr>
            <a:xfrm>
              <a:off x="7931872" y="177093"/>
              <a:ext cx="919725" cy="318025"/>
              <a:chOff x="7230903" y="4635722"/>
              <a:chExt cx="652843" cy="225742"/>
            </a:xfrm>
          </p:grpSpPr>
          <p:sp>
            <p:nvSpPr>
              <p:cNvPr id="6593" name="Google Shape;6593;p223"/>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94" name="Google Shape;6594;p223"/>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595" name="Google Shape;6595;p223"/>
              <p:cNvGrpSpPr/>
              <p:nvPr/>
            </p:nvGrpSpPr>
            <p:grpSpPr>
              <a:xfrm>
                <a:off x="7487126" y="4676394"/>
                <a:ext cx="332041" cy="142684"/>
                <a:chOff x="7487126" y="4676394"/>
                <a:chExt cx="332041" cy="142684"/>
              </a:xfrm>
            </p:grpSpPr>
            <p:sp>
              <p:nvSpPr>
                <p:cNvPr id="6596" name="Google Shape;6596;p223"/>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97" name="Google Shape;6597;p223"/>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98" name="Google Shape;6598;p223"/>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99" name="Google Shape;6599;p223"/>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600" name="Google Shape;6600;p223"/>
            <p:cNvGrpSpPr/>
            <p:nvPr/>
          </p:nvGrpSpPr>
          <p:grpSpPr>
            <a:xfrm>
              <a:off x="7931872" y="596163"/>
              <a:ext cx="919725" cy="318025"/>
              <a:chOff x="7230903" y="4933188"/>
              <a:chExt cx="652843" cy="225742"/>
            </a:xfrm>
          </p:grpSpPr>
          <p:grpSp>
            <p:nvGrpSpPr>
              <p:cNvPr id="6601" name="Google Shape;6601;p223"/>
              <p:cNvGrpSpPr/>
              <p:nvPr/>
            </p:nvGrpSpPr>
            <p:grpSpPr>
              <a:xfrm>
                <a:off x="7230903" y="4933188"/>
                <a:ext cx="652843" cy="225742"/>
                <a:chOff x="7230903" y="4933188"/>
                <a:chExt cx="652843" cy="225742"/>
              </a:xfrm>
            </p:grpSpPr>
            <p:sp>
              <p:nvSpPr>
                <p:cNvPr id="6602" name="Google Shape;6602;p223"/>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03" name="Google Shape;6603;p223"/>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604" name="Google Shape;6604;p223"/>
                <p:cNvGrpSpPr/>
                <p:nvPr/>
              </p:nvGrpSpPr>
              <p:grpSpPr>
                <a:xfrm>
                  <a:off x="7487126" y="4973859"/>
                  <a:ext cx="332041" cy="142684"/>
                  <a:chOff x="7487126" y="4973859"/>
                  <a:chExt cx="332041" cy="142684"/>
                </a:xfrm>
              </p:grpSpPr>
              <p:sp>
                <p:nvSpPr>
                  <p:cNvPr id="6605" name="Google Shape;6605;p223"/>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06" name="Google Shape;6606;p223"/>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07" name="Google Shape;6607;p223"/>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08" name="Google Shape;6608;p223"/>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6609" name="Google Shape;6609;p223"/>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610" name="Google Shape;6610;p223"/>
            <p:cNvGrpSpPr/>
            <p:nvPr/>
          </p:nvGrpSpPr>
          <p:grpSpPr>
            <a:xfrm>
              <a:off x="8756326" y="539537"/>
              <a:ext cx="173370" cy="112691"/>
              <a:chOff x="7816120" y="4892994"/>
              <a:chExt cx="123062" cy="79991"/>
            </a:xfrm>
          </p:grpSpPr>
          <p:grpSp>
            <p:nvGrpSpPr>
              <p:cNvPr id="6611" name="Google Shape;6611;p223"/>
              <p:cNvGrpSpPr/>
              <p:nvPr/>
            </p:nvGrpSpPr>
            <p:grpSpPr>
              <a:xfrm>
                <a:off x="7816120" y="4902803"/>
                <a:ext cx="123062" cy="63817"/>
                <a:chOff x="7816120" y="4902803"/>
                <a:chExt cx="123062" cy="63817"/>
              </a:xfrm>
            </p:grpSpPr>
            <p:sp>
              <p:nvSpPr>
                <p:cNvPr id="6612" name="Google Shape;6612;p223"/>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13" name="Google Shape;6613;p223"/>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614" name="Google Shape;6614;p223"/>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6615" name="Shape 6615"/>
        <p:cNvGrpSpPr/>
        <p:nvPr/>
      </p:nvGrpSpPr>
      <p:grpSpPr>
        <a:xfrm>
          <a:off x="0" y="0"/>
          <a:ext cx="0" cy="0"/>
          <a:chOff x="0" y="0"/>
          <a:chExt cx="0" cy="0"/>
        </a:xfrm>
      </p:grpSpPr>
      <p:sp>
        <p:nvSpPr>
          <p:cNvPr id="6616" name="Google Shape;6616;p224"/>
          <p:cNvSpPr txBox="1"/>
          <p:nvPr>
            <p:ph hasCustomPrompt="1" type="title"/>
          </p:nvPr>
        </p:nvSpPr>
        <p:spPr>
          <a:xfrm>
            <a:off x="798388"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6617" name="Google Shape;6617;p224"/>
          <p:cNvSpPr txBox="1"/>
          <p:nvPr>
            <p:ph idx="1" type="subTitle"/>
          </p:nvPr>
        </p:nvSpPr>
        <p:spPr>
          <a:xfrm>
            <a:off x="798388"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6618" name="Google Shape;6618;p224"/>
          <p:cNvSpPr txBox="1"/>
          <p:nvPr>
            <p:ph hasCustomPrompt="1" idx="2" type="title"/>
          </p:nvPr>
        </p:nvSpPr>
        <p:spPr>
          <a:xfrm>
            <a:off x="2825700" y="1029535"/>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6619" name="Google Shape;6619;p224"/>
          <p:cNvSpPr txBox="1"/>
          <p:nvPr>
            <p:ph idx="3" type="subTitle"/>
          </p:nvPr>
        </p:nvSpPr>
        <p:spPr>
          <a:xfrm>
            <a:off x="2825700" y="1804473"/>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6620" name="Google Shape;6620;p224"/>
          <p:cNvSpPr txBox="1"/>
          <p:nvPr>
            <p:ph hasCustomPrompt="1" idx="4" type="title"/>
          </p:nvPr>
        </p:nvSpPr>
        <p:spPr>
          <a:xfrm>
            <a:off x="4853013"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6621" name="Google Shape;6621;p224"/>
          <p:cNvSpPr txBox="1"/>
          <p:nvPr>
            <p:ph idx="5" type="subTitle"/>
          </p:nvPr>
        </p:nvSpPr>
        <p:spPr>
          <a:xfrm>
            <a:off x="4853013"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6622" name="Google Shape;6622;p224"/>
          <p:cNvSpPr/>
          <p:nvPr/>
        </p:nvSpPr>
        <p:spPr>
          <a:xfrm rot="-5710536">
            <a:off x="-1869285" y="3438573"/>
            <a:ext cx="3168438" cy="23079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224"/>
          <p:cNvSpPr/>
          <p:nvPr/>
        </p:nvSpPr>
        <p:spPr>
          <a:xfrm rot="-294905">
            <a:off x="7350387" y="3903245"/>
            <a:ext cx="3168449" cy="256199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6624" name="Shape 6624"/>
        <p:cNvGrpSpPr/>
        <p:nvPr/>
      </p:nvGrpSpPr>
      <p:grpSpPr>
        <a:xfrm>
          <a:off x="0" y="0"/>
          <a:ext cx="0" cy="0"/>
          <a:chOff x="0" y="0"/>
          <a:chExt cx="0" cy="0"/>
        </a:xfrm>
      </p:grpSpPr>
      <p:sp>
        <p:nvSpPr>
          <p:cNvPr id="6625" name="Google Shape;6625;p2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626" name="Google Shape;6626;p225"/>
          <p:cNvSpPr/>
          <p:nvPr/>
        </p:nvSpPr>
        <p:spPr>
          <a:xfrm flipH="1" rot="337739">
            <a:off x="8212271" y="3187242"/>
            <a:ext cx="3158465" cy="3518480"/>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7" name="Google Shape;6627;p225"/>
          <p:cNvGrpSpPr/>
          <p:nvPr/>
        </p:nvGrpSpPr>
        <p:grpSpPr>
          <a:xfrm>
            <a:off x="90200" y="4214393"/>
            <a:ext cx="516117" cy="779220"/>
            <a:chOff x="10572463" y="3528536"/>
            <a:chExt cx="580168" cy="875823"/>
          </a:xfrm>
        </p:grpSpPr>
        <p:grpSp>
          <p:nvGrpSpPr>
            <p:cNvPr id="6628" name="Google Shape;6628;p225"/>
            <p:cNvGrpSpPr/>
            <p:nvPr/>
          </p:nvGrpSpPr>
          <p:grpSpPr>
            <a:xfrm>
              <a:off x="10713815" y="3528536"/>
              <a:ext cx="438816" cy="746664"/>
              <a:chOff x="10713815" y="3528536"/>
              <a:chExt cx="438816" cy="746664"/>
            </a:xfrm>
          </p:grpSpPr>
          <p:sp>
            <p:nvSpPr>
              <p:cNvPr id="6629" name="Google Shape;6629;p225"/>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630" name="Google Shape;6630;p225"/>
              <p:cNvGrpSpPr/>
              <p:nvPr/>
            </p:nvGrpSpPr>
            <p:grpSpPr>
              <a:xfrm>
                <a:off x="10776489" y="3625310"/>
                <a:ext cx="313848" cy="288226"/>
                <a:chOff x="10776489" y="3625310"/>
                <a:chExt cx="313848" cy="288226"/>
              </a:xfrm>
            </p:grpSpPr>
            <p:sp>
              <p:nvSpPr>
                <p:cNvPr id="6631" name="Google Shape;6631;p225"/>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2" name="Google Shape;6632;p225"/>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3" name="Google Shape;6633;p225"/>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4" name="Google Shape;6634;p225"/>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5" name="Google Shape;6635;p225"/>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6" name="Google Shape;6636;p225"/>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637" name="Google Shape;6637;p225"/>
              <p:cNvGrpSpPr/>
              <p:nvPr/>
            </p:nvGrpSpPr>
            <p:grpSpPr>
              <a:xfrm>
                <a:off x="10776489" y="3999547"/>
                <a:ext cx="313848" cy="181546"/>
                <a:chOff x="10776489" y="3999547"/>
                <a:chExt cx="313848" cy="181546"/>
              </a:xfrm>
            </p:grpSpPr>
            <p:sp>
              <p:nvSpPr>
                <p:cNvPr id="6638" name="Google Shape;6638;p225"/>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9" name="Google Shape;6639;p225"/>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0" name="Google Shape;6640;p225"/>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1" name="Google Shape;6641;p225"/>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642" name="Google Shape;6642;p225"/>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643" name="Google Shape;6643;p225"/>
            <p:cNvGrpSpPr/>
            <p:nvPr/>
          </p:nvGrpSpPr>
          <p:grpSpPr>
            <a:xfrm>
              <a:off x="10572463" y="3657790"/>
              <a:ext cx="438817" cy="746569"/>
              <a:chOff x="10572463" y="3657790"/>
              <a:chExt cx="438817" cy="746569"/>
            </a:xfrm>
          </p:grpSpPr>
          <p:sp>
            <p:nvSpPr>
              <p:cNvPr id="6644" name="Google Shape;6644;p225"/>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645" name="Google Shape;6645;p225"/>
              <p:cNvGrpSpPr/>
              <p:nvPr/>
            </p:nvGrpSpPr>
            <p:grpSpPr>
              <a:xfrm>
                <a:off x="10635138" y="3754469"/>
                <a:ext cx="313848" cy="288321"/>
                <a:chOff x="10635138" y="3754469"/>
                <a:chExt cx="313848" cy="288321"/>
              </a:xfrm>
            </p:grpSpPr>
            <p:sp>
              <p:nvSpPr>
                <p:cNvPr id="6646" name="Google Shape;6646;p225"/>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7" name="Google Shape;6647;p225"/>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8" name="Google Shape;6648;p225"/>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9" name="Google Shape;6649;p225"/>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0" name="Google Shape;6650;p225"/>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1" name="Google Shape;6651;p225"/>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652" name="Google Shape;6652;p225"/>
              <p:cNvGrpSpPr/>
              <p:nvPr/>
            </p:nvGrpSpPr>
            <p:grpSpPr>
              <a:xfrm>
                <a:off x="10635138" y="4128801"/>
                <a:ext cx="313848" cy="181547"/>
                <a:chOff x="10635138" y="4128801"/>
                <a:chExt cx="313848" cy="181547"/>
              </a:xfrm>
            </p:grpSpPr>
            <p:sp>
              <p:nvSpPr>
                <p:cNvPr id="6653" name="Google Shape;6653;p225"/>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4" name="Google Shape;6654;p225"/>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5" name="Google Shape;6655;p225"/>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6" name="Google Shape;6656;p225"/>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657" name="Google Shape;6657;p225"/>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6658" name="Google Shape;6658;p225"/>
          <p:cNvSpPr/>
          <p:nvPr/>
        </p:nvSpPr>
        <p:spPr>
          <a:xfrm flipH="1" rot="-3657034">
            <a:off x="-1404232" y="-737971"/>
            <a:ext cx="2746020" cy="16278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9" name="Google Shape;6659;p225"/>
          <p:cNvGrpSpPr/>
          <p:nvPr/>
        </p:nvGrpSpPr>
        <p:grpSpPr>
          <a:xfrm>
            <a:off x="8114970" y="266839"/>
            <a:ext cx="829992" cy="750888"/>
            <a:chOff x="8114596" y="445039"/>
            <a:chExt cx="633002" cy="572716"/>
          </a:xfrm>
        </p:grpSpPr>
        <p:grpSp>
          <p:nvGrpSpPr>
            <p:cNvPr id="6660" name="Google Shape;6660;p225"/>
            <p:cNvGrpSpPr/>
            <p:nvPr/>
          </p:nvGrpSpPr>
          <p:grpSpPr>
            <a:xfrm>
              <a:off x="8114596" y="445039"/>
              <a:ext cx="633002" cy="572716"/>
              <a:chOff x="7189660" y="520827"/>
              <a:chExt cx="598074" cy="541115"/>
            </a:xfrm>
          </p:grpSpPr>
          <p:sp>
            <p:nvSpPr>
              <p:cNvPr id="6661" name="Google Shape;6661;p225"/>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662" name="Google Shape;6662;p225"/>
              <p:cNvGrpSpPr/>
              <p:nvPr/>
            </p:nvGrpSpPr>
            <p:grpSpPr>
              <a:xfrm>
                <a:off x="7579137" y="551973"/>
                <a:ext cx="164782" cy="41529"/>
                <a:chOff x="7579137" y="551973"/>
                <a:chExt cx="164782" cy="41529"/>
              </a:xfrm>
            </p:grpSpPr>
            <p:sp>
              <p:nvSpPr>
                <p:cNvPr id="6663" name="Google Shape;6663;p225"/>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64" name="Google Shape;6664;p225"/>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65" name="Google Shape;6665;p225"/>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666" name="Google Shape;6666;p225"/>
            <p:cNvGrpSpPr/>
            <p:nvPr/>
          </p:nvGrpSpPr>
          <p:grpSpPr>
            <a:xfrm>
              <a:off x="8184962" y="619646"/>
              <a:ext cx="498115" cy="257273"/>
              <a:chOff x="7256144" y="685800"/>
              <a:chExt cx="470630" cy="243077"/>
            </a:xfrm>
          </p:grpSpPr>
          <p:sp>
            <p:nvSpPr>
              <p:cNvPr id="6667" name="Google Shape;6667;p225"/>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668" name="Google Shape;6668;p225"/>
              <p:cNvGrpSpPr/>
              <p:nvPr/>
            </p:nvGrpSpPr>
            <p:grpSpPr>
              <a:xfrm>
                <a:off x="7512843" y="685800"/>
                <a:ext cx="213931" cy="243077"/>
                <a:chOff x="7512843" y="685800"/>
                <a:chExt cx="213931" cy="243077"/>
              </a:xfrm>
            </p:grpSpPr>
            <p:grpSp>
              <p:nvGrpSpPr>
                <p:cNvPr id="6669" name="Google Shape;6669;p225"/>
                <p:cNvGrpSpPr/>
                <p:nvPr/>
              </p:nvGrpSpPr>
              <p:grpSpPr>
                <a:xfrm>
                  <a:off x="7512843" y="836580"/>
                  <a:ext cx="213931" cy="92297"/>
                  <a:chOff x="7512843" y="836580"/>
                  <a:chExt cx="213931" cy="92297"/>
                </a:xfrm>
              </p:grpSpPr>
              <p:sp>
                <p:nvSpPr>
                  <p:cNvPr id="6670" name="Google Shape;6670;p225"/>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71" name="Google Shape;6671;p225"/>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672" name="Google Shape;6672;p225"/>
                <p:cNvGrpSpPr/>
                <p:nvPr/>
              </p:nvGrpSpPr>
              <p:grpSpPr>
                <a:xfrm>
                  <a:off x="7512843" y="761238"/>
                  <a:ext cx="213931" cy="92296"/>
                  <a:chOff x="7512843" y="761238"/>
                  <a:chExt cx="213931" cy="92296"/>
                </a:xfrm>
              </p:grpSpPr>
              <p:sp>
                <p:nvSpPr>
                  <p:cNvPr id="6673" name="Google Shape;6673;p225"/>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74" name="Google Shape;6674;p225"/>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675" name="Google Shape;6675;p225"/>
                <p:cNvGrpSpPr/>
                <p:nvPr/>
              </p:nvGrpSpPr>
              <p:grpSpPr>
                <a:xfrm>
                  <a:off x="7512843" y="685800"/>
                  <a:ext cx="213931" cy="92297"/>
                  <a:chOff x="7512843" y="685800"/>
                  <a:chExt cx="213931" cy="92297"/>
                </a:xfrm>
              </p:grpSpPr>
              <p:sp>
                <p:nvSpPr>
                  <p:cNvPr id="6676" name="Google Shape;6676;p225"/>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77" name="Google Shape;6677;p225"/>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6678" name="Shape 6678"/>
        <p:cNvGrpSpPr/>
        <p:nvPr/>
      </p:nvGrpSpPr>
      <p:grpSpPr>
        <a:xfrm>
          <a:off x="0" y="0"/>
          <a:ext cx="0" cy="0"/>
          <a:chOff x="0" y="0"/>
          <a:chExt cx="0" cy="0"/>
        </a:xfrm>
      </p:grpSpPr>
      <p:sp>
        <p:nvSpPr>
          <p:cNvPr id="6679" name="Google Shape;6679;p226"/>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2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6681" name="Google Shape;6681;p226"/>
          <p:cNvGrpSpPr/>
          <p:nvPr/>
        </p:nvGrpSpPr>
        <p:grpSpPr>
          <a:xfrm flipH="1">
            <a:off x="683048" y="4696520"/>
            <a:ext cx="325927" cy="404808"/>
            <a:chOff x="7385113" y="1535430"/>
            <a:chExt cx="435673" cy="541115"/>
          </a:xfrm>
        </p:grpSpPr>
        <p:sp>
          <p:nvSpPr>
            <p:cNvPr id="6682" name="Google Shape;6682;p226"/>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683" name="Google Shape;6683;p226"/>
            <p:cNvGrpSpPr/>
            <p:nvPr/>
          </p:nvGrpSpPr>
          <p:grpSpPr>
            <a:xfrm>
              <a:off x="7612094" y="1566576"/>
              <a:ext cx="164781" cy="41529"/>
              <a:chOff x="7612094" y="1566576"/>
              <a:chExt cx="164781" cy="41529"/>
            </a:xfrm>
          </p:grpSpPr>
          <p:sp>
            <p:nvSpPr>
              <p:cNvPr id="6684" name="Google Shape;6684;p226"/>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85" name="Google Shape;6685;p226"/>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86" name="Google Shape;6686;p226"/>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687" name="Google Shape;6687;p226"/>
          <p:cNvGrpSpPr/>
          <p:nvPr/>
        </p:nvGrpSpPr>
        <p:grpSpPr>
          <a:xfrm flipH="1">
            <a:off x="713902" y="4774546"/>
            <a:ext cx="268636" cy="280965"/>
            <a:chOff x="7420451" y="1639728"/>
            <a:chExt cx="359091" cy="375571"/>
          </a:xfrm>
        </p:grpSpPr>
        <p:sp>
          <p:nvSpPr>
            <p:cNvPr id="6688" name="Google Shape;6688;p226"/>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89" name="Google Shape;6689;p226"/>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690" name="Google Shape;6690;p226"/>
          <p:cNvGrpSpPr/>
          <p:nvPr/>
        </p:nvGrpSpPr>
        <p:grpSpPr>
          <a:xfrm flipH="1">
            <a:off x="96200" y="4469347"/>
            <a:ext cx="355444" cy="644072"/>
            <a:chOff x="1945386" y="5582316"/>
            <a:chExt cx="470725" cy="852963"/>
          </a:xfrm>
        </p:grpSpPr>
        <p:grpSp>
          <p:nvGrpSpPr>
            <p:cNvPr id="6691" name="Google Shape;6691;p226"/>
            <p:cNvGrpSpPr/>
            <p:nvPr/>
          </p:nvGrpSpPr>
          <p:grpSpPr>
            <a:xfrm>
              <a:off x="1945386" y="5582316"/>
              <a:ext cx="470725" cy="852963"/>
              <a:chOff x="1945386" y="5582316"/>
              <a:chExt cx="470725" cy="852963"/>
            </a:xfrm>
          </p:grpSpPr>
          <p:sp>
            <p:nvSpPr>
              <p:cNvPr id="6692" name="Google Shape;6692;p226"/>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93" name="Google Shape;6693;p226"/>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694" name="Google Shape;6694;p226"/>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695" name="Google Shape;6695;p226"/>
          <p:cNvGrpSpPr/>
          <p:nvPr/>
        </p:nvGrpSpPr>
        <p:grpSpPr>
          <a:xfrm>
            <a:off x="7975988" y="116167"/>
            <a:ext cx="1061979" cy="558999"/>
            <a:chOff x="3859815" y="2867310"/>
            <a:chExt cx="1262157" cy="664368"/>
          </a:xfrm>
        </p:grpSpPr>
        <p:sp>
          <p:nvSpPr>
            <p:cNvPr id="6696" name="Google Shape;6696;p226"/>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697" name="Google Shape;6697;p226"/>
            <p:cNvGrpSpPr/>
            <p:nvPr/>
          </p:nvGrpSpPr>
          <p:grpSpPr>
            <a:xfrm>
              <a:off x="4275677" y="3065525"/>
              <a:ext cx="334517" cy="380047"/>
              <a:chOff x="4275677" y="3065525"/>
              <a:chExt cx="334517" cy="380047"/>
            </a:xfrm>
          </p:grpSpPr>
          <p:grpSp>
            <p:nvGrpSpPr>
              <p:cNvPr id="6698" name="Google Shape;6698;p226"/>
              <p:cNvGrpSpPr/>
              <p:nvPr/>
            </p:nvGrpSpPr>
            <p:grpSpPr>
              <a:xfrm>
                <a:off x="4275677" y="3065525"/>
                <a:ext cx="334517" cy="380047"/>
                <a:chOff x="4275677" y="3065525"/>
                <a:chExt cx="334517" cy="380047"/>
              </a:xfrm>
            </p:grpSpPr>
            <p:grpSp>
              <p:nvGrpSpPr>
                <p:cNvPr id="6699" name="Google Shape;6699;p226"/>
                <p:cNvGrpSpPr/>
                <p:nvPr/>
              </p:nvGrpSpPr>
              <p:grpSpPr>
                <a:xfrm>
                  <a:off x="4275677" y="3301269"/>
                  <a:ext cx="334422" cy="144303"/>
                  <a:chOff x="4275677" y="3301269"/>
                  <a:chExt cx="334422" cy="144303"/>
                </a:xfrm>
              </p:grpSpPr>
              <p:sp>
                <p:nvSpPr>
                  <p:cNvPr id="6700" name="Google Shape;6700;p226"/>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01" name="Google Shape;6701;p226"/>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702" name="Google Shape;6702;p226"/>
                <p:cNvGrpSpPr/>
                <p:nvPr/>
              </p:nvGrpSpPr>
              <p:grpSpPr>
                <a:xfrm>
                  <a:off x="4275677" y="3183350"/>
                  <a:ext cx="334422" cy="144302"/>
                  <a:chOff x="4275677" y="3183350"/>
                  <a:chExt cx="334422" cy="144302"/>
                </a:xfrm>
              </p:grpSpPr>
              <p:sp>
                <p:nvSpPr>
                  <p:cNvPr id="6703" name="Google Shape;6703;p226"/>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04" name="Google Shape;6704;p226"/>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705" name="Google Shape;6705;p226"/>
                <p:cNvGrpSpPr/>
                <p:nvPr/>
              </p:nvGrpSpPr>
              <p:grpSpPr>
                <a:xfrm>
                  <a:off x="4275677" y="3065525"/>
                  <a:ext cx="334517" cy="144303"/>
                  <a:chOff x="4275677" y="3065525"/>
                  <a:chExt cx="334517" cy="144303"/>
                </a:xfrm>
              </p:grpSpPr>
              <p:sp>
                <p:nvSpPr>
                  <p:cNvPr id="6706" name="Google Shape;6706;p226"/>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07" name="Google Shape;6707;p226"/>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6708" name="Google Shape;6708;p226"/>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09" name="Google Shape;6709;p226"/>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10" name="Google Shape;6710;p226"/>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711" name="Google Shape;6711;p226"/>
          <p:cNvGrpSpPr/>
          <p:nvPr/>
        </p:nvGrpSpPr>
        <p:grpSpPr>
          <a:xfrm flipH="1" rot="5400000">
            <a:off x="557972" y="4696603"/>
            <a:ext cx="16329" cy="218290"/>
            <a:chOff x="10809827" y="4402455"/>
            <a:chExt cx="24764" cy="330993"/>
          </a:xfrm>
        </p:grpSpPr>
        <p:sp>
          <p:nvSpPr>
            <p:cNvPr id="6712" name="Google Shape;6712;p226"/>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13" name="Google Shape;6713;p226"/>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14" name="Google Shape;6714;p226"/>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715" name="Google Shape;6715;p226"/>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226"/>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6717" name="Shape 6717"/>
        <p:cNvGrpSpPr/>
        <p:nvPr/>
      </p:nvGrpSpPr>
      <p:grpSpPr>
        <a:xfrm>
          <a:off x="0" y="0"/>
          <a:ext cx="0" cy="0"/>
          <a:chOff x="0" y="0"/>
          <a:chExt cx="0" cy="0"/>
        </a:xfrm>
      </p:grpSpPr>
      <p:sp>
        <p:nvSpPr>
          <p:cNvPr id="6718" name="Google Shape;6718;p227"/>
          <p:cNvSpPr txBox="1"/>
          <p:nvPr>
            <p:ph type="title"/>
          </p:nvPr>
        </p:nvSpPr>
        <p:spPr>
          <a:xfrm>
            <a:off x="2347938" y="997200"/>
            <a:ext cx="4448100" cy="10587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sz="85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719" name="Google Shape;6719;p227"/>
          <p:cNvSpPr txBox="1"/>
          <p:nvPr>
            <p:ph idx="1" type="subTitle"/>
          </p:nvPr>
        </p:nvSpPr>
        <p:spPr>
          <a:xfrm>
            <a:off x="2347900" y="1841450"/>
            <a:ext cx="4448100" cy="105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720" name="Google Shape;6720;p227"/>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Open Sans"/>
                <a:ea typeface="Open Sans"/>
                <a:cs typeface="Open Sans"/>
                <a:sym typeface="Open Sans"/>
              </a:rPr>
              <a:t>CREDITS:</a:t>
            </a:r>
            <a:r>
              <a:rPr lang="en" sz="1200">
                <a:solidFill>
                  <a:schemeClr val="dk1"/>
                </a:solidFill>
                <a:latin typeface="Open Sans"/>
                <a:ea typeface="Open Sans"/>
                <a:cs typeface="Open Sans"/>
                <a:sym typeface="Open Sans"/>
              </a:rPr>
              <a:t> This presentation template was created by </a:t>
            </a:r>
            <a:r>
              <a:rPr b="1" lang="en" sz="1200" u="sng">
                <a:solidFill>
                  <a:schemeClr val="hlink"/>
                </a:solidFill>
                <a:latin typeface="Open Sans"/>
                <a:ea typeface="Open Sans"/>
                <a:cs typeface="Open Sans"/>
                <a:sym typeface="Open Sans"/>
                <a:hlinkClick r:id="rId2"/>
              </a:rPr>
              <a:t>Slidesgo</a:t>
            </a:r>
            <a:r>
              <a:rPr lang="en" sz="1200">
                <a:solidFill>
                  <a:schemeClr val="dk1"/>
                </a:solidFill>
                <a:latin typeface="Open Sans"/>
                <a:ea typeface="Open Sans"/>
                <a:cs typeface="Open Sans"/>
                <a:sym typeface="Open Sans"/>
              </a:rPr>
              <a:t>, and includes icons, infographics &amp; images by </a:t>
            </a:r>
            <a:r>
              <a:rPr b="1" lang="en" sz="1200" u="sng">
                <a:solidFill>
                  <a:schemeClr val="dk1"/>
                </a:solidFill>
                <a:latin typeface="Open Sans"/>
                <a:ea typeface="Open Sans"/>
                <a:cs typeface="Open Sans"/>
                <a:sym typeface="Open Sans"/>
                <a:hlinkClick r:id="rId3">
                  <a:extLst>
                    <a:ext uri="{A12FA001-AC4F-418D-AE19-62706E023703}">
                      <ahyp:hlinkClr val="tx"/>
                    </a:ext>
                  </a:extLst>
                </a:hlinkClick>
              </a:rPr>
              <a:t>Freepik</a:t>
            </a:r>
            <a:r>
              <a:rPr lang="en" sz="1200" u="sng">
                <a:solidFill>
                  <a:schemeClr val="dk1"/>
                </a:solidFill>
                <a:latin typeface="Open Sans"/>
                <a:ea typeface="Open Sans"/>
                <a:cs typeface="Open Sans"/>
                <a:sym typeface="Open Sans"/>
              </a:rPr>
              <a:t> </a:t>
            </a:r>
            <a:endParaRPr b="1" sz="1200" u="sng">
              <a:solidFill>
                <a:schemeClr val="dk1"/>
              </a:solidFill>
              <a:latin typeface="Open Sans"/>
              <a:ea typeface="Open Sans"/>
              <a:cs typeface="Open Sans"/>
              <a:sym typeface="Open Sans"/>
            </a:endParaRPr>
          </a:p>
        </p:txBody>
      </p:sp>
      <p:sp>
        <p:nvSpPr>
          <p:cNvPr id="6721" name="Google Shape;6721;p227"/>
          <p:cNvSpPr/>
          <p:nvPr/>
        </p:nvSpPr>
        <p:spPr>
          <a:xfrm flipH="1" rot="-2493044">
            <a:off x="-1086706" y="-570280"/>
            <a:ext cx="2902912" cy="23472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227"/>
          <p:cNvSpPr/>
          <p:nvPr/>
        </p:nvSpPr>
        <p:spPr>
          <a:xfrm flipH="1" rot="-5051288">
            <a:off x="7227752" y="3451481"/>
            <a:ext cx="2997828" cy="2576307"/>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227"/>
          <p:cNvSpPr/>
          <p:nvPr/>
        </p:nvSpPr>
        <p:spPr>
          <a:xfrm flipH="1" rot="460638">
            <a:off x="178423" y="3742788"/>
            <a:ext cx="1359611" cy="122255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227"/>
          <p:cNvSpPr/>
          <p:nvPr/>
        </p:nvSpPr>
        <p:spPr>
          <a:xfrm flipH="1" rot="460623">
            <a:off x="6683138" y="-2074210"/>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6725" name="Shape 6725"/>
        <p:cNvGrpSpPr/>
        <p:nvPr/>
      </p:nvGrpSpPr>
      <p:grpSpPr>
        <a:xfrm>
          <a:off x="0" y="0"/>
          <a:ext cx="0" cy="0"/>
          <a:chOff x="0" y="0"/>
          <a:chExt cx="0" cy="0"/>
        </a:xfrm>
      </p:grpSpPr>
      <p:sp>
        <p:nvSpPr>
          <p:cNvPr id="6726" name="Google Shape;6726;p228"/>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228"/>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228"/>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228"/>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0" name="Google Shape;6730;p228"/>
          <p:cNvGrpSpPr/>
          <p:nvPr/>
        </p:nvGrpSpPr>
        <p:grpSpPr>
          <a:xfrm>
            <a:off x="7931872" y="177093"/>
            <a:ext cx="997823" cy="737095"/>
            <a:chOff x="7931872" y="177093"/>
            <a:chExt cx="997823" cy="737095"/>
          </a:xfrm>
        </p:grpSpPr>
        <p:grpSp>
          <p:nvGrpSpPr>
            <p:cNvPr id="6731" name="Google Shape;6731;p228"/>
            <p:cNvGrpSpPr/>
            <p:nvPr/>
          </p:nvGrpSpPr>
          <p:grpSpPr>
            <a:xfrm>
              <a:off x="7931872" y="177093"/>
              <a:ext cx="919725" cy="318025"/>
              <a:chOff x="7230903" y="4635722"/>
              <a:chExt cx="652843" cy="225742"/>
            </a:xfrm>
          </p:grpSpPr>
          <p:sp>
            <p:nvSpPr>
              <p:cNvPr id="6732" name="Google Shape;6732;p228"/>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3" name="Google Shape;6733;p228"/>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734" name="Google Shape;6734;p228"/>
              <p:cNvGrpSpPr/>
              <p:nvPr/>
            </p:nvGrpSpPr>
            <p:grpSpPr>
              <a:xfrm>
                <a:off x="7487126" y="4676394"/>
                <a:ext cx="332041" cy="142684"/>
                <a:chOff x="7487126" y="4676394"/>
                <a:chExt cx="332041" cy="142684"/>
              </a:xfrm>
            </p:grpSpPr>
            <p:sp>
              <p:nvSpPr>
                <p:cNvPr id="6735" name="Google Shape;6735;p228"/>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6" name="Google Shape;6736;p228"/>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7" name="Google Shape;6737;p228"/>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8" name="Google Shape;6738;p228"/>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739" name="Google Shape;6739;p228"/>
            <p:cNvGrpSpPr/>
            <p:nvPr/>
          </p:nvGrpSpPr>
          <p:grpSpPr>
            <a:xfrm>
              <a:off x="7931872" y="596163"/>
              <a:ext cx="919725" cy="318025"/>
              <a:chOff x="7230903" y="4933188"/>
              <a:chExt cx="652843" cy="225742"/>
            </a:xfrm>
          </p:grpSpPr>
          <p:grpSp>
            <p:nvGrpSpPr>
              <p:cNvPr id="6740" name="Google Shape;6740;p228"/>
              <p:cNvGrpSpPr/>
              <p:nvPr/>
            </p:nvGrpSpPr>
            <p:grpSpPr>
              <a:xfrm>
                <a:off x="7230903" y="4933188"/>
                <a:ext cx="652843" cy="225742"/>
                <a:chOff x="7230903" y="4933188"/>
                <a:chExt cx="652843" cy="225742"/>
              </a:xfrm>
            </p:grpSpPr>
            <p:sp>
              <p:nvSpPr>
                <p:cNvPr id="6741" name="Google Shape;6741;p228"/>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2" name="Google Shape;6742;p228"/>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743" name="Google Shape;6743;p228"/>
                <p:cNvGrpSpPr/>
                <p:nvPr/>
              </p:nvGrpSpPr>
              <p:grpSpPr>
                <a:xfrm>
                  <a:off x="7487126" y="4973859"/>
                  <a:ext cx="332041" cy="142684"/>
                  <a:chOff x="7487126" y="4973859"/>
                  <a:chExt cx="332041" cy="142684"/>
                </a:xfrm>
              </p:grpSpPr>
              <p:sp>
                <p:nvSpPr>
                  <p:cNvPr id="6744" name="Google Shape;6744;p228"/>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5" name="Google Shape;6745;p228"/>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6" name="Google Shape;6746;p228"/>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7" name="Google Shape;6747;p228"/>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6748" name="Google Shape;6748;p228"/>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749" name="Google Shape;6749;p228"/>
            <p:cNvGrpSpPr/>
            <p:nvPr/>
          </p:nvGrpSpPr>
          <p:grpSpPr>
            <a:xfrm>
              <a:off x="8756326" y="539537"/>
              <a:ext cx="173370" cy="112691"/>
              <a:chOff x="7816120" y="4892994"/>
              <a:chExt cx="123062" cy="79991"/>
            </a:xfrm>
          </p:grpSpPr>
          <p:grpSp>
            <p:nvGrpSpPr>
              <p:cNvPr id="6750" name="Google Shape;6750;p228"/>
              <p:cNvGrpSpPr/>
              <p:nvPr/>
            </p:nvGrpSpPr>
            <p:grpSpPr>
              <a:xfrm>
                <a:off x="7816120" y="4902803"/>
                <a:ext cx="123062" cy="63817"/>
                <a:chOff x="7816120" y="4902803"/>
                <a:chExt cx="123062" cy="63817"/>
              </a:xfrm>
            </p:grpSpPr>
            <p:sp>
              <p:nvSpPr>
                <p:cNvPr id="6751" name="Google Shape;6751;p228"/>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52" name="Google Shape;6752;p228"/>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753" name="Google Shape;6753;p228"/>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6754" name="Shape 6754"/>
        <p:cNvGrpSpPr/>
        <p:nvPr/>
      </p:nvGrpSpPr>
      <p:grpSpPr>
        <a:xfrm>
          <a:off x="0" y="0"/>
          <a:ext cx="0" cy="0"/>
          <a:chOff x="0" y="0"/>
          <a:chExt cx="0" cy="0"/>
        </a:xfrm>
      </p:grpSpPr>
      <p:sp>
        <p:nvSpPr>
          <p:cNvPr id="6755" name="Google Shape;6755;p229"/>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229"/>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57" name="Google Shape;6757;p229"/>
          <p:cNvGrpSpPr/>
          <p:nvPr/>
        </p:nvGrpSpPr>
        <p:grpSpPr>
          <a:xfrm>
            <a:off x="65066" y="4373044"/>
            <a:ext cx="878158" cy="654532"/>
            <a:chOff x="1114425" y="4361211"/>
            <a:chExt cx="573023" cy="427101"/>
          </a:xfrm>
        </p:grpSpPr>
        <p:grpSp>
          <p:nvGrpSpPr>
            <p:cNvPr id="6758" name="Google Shape;6758;p229"/>
            <p:cNvGrpSpPr/>
            <p:nvPr/>
          </p:nvGrpSpPr>
          <p:grpSpPr>
            <a:xfrm>
              <a:off x="1114425" y="4361211"/>
              <a:ext cx="573023" cy="427101"/>
              <a:chOff x="1114425" y="4361211"/>
              <a:chExt cx="573023" cy="427101"/>
            </a:xfrm>
          </p:grpSpPr>
          <p:sp>
            <p:nvSpPr>
              <p:cNvPr id="6759" name="Google Shape;6759;p229"/>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60" name="Google Shape;6760;p229"/>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61" name="Google Shape;6761;p229"/>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762" name="Google Shape;6762;p229"/>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763" name="Google Shape;6763;p229"/>
          <p:cNvGrpSpPr/>
          <p:nvPr/>
        </p:nvGrpSpPr>
        <p:grpSpPr>
          <a:xfrm>
            <a:off x="8114970" y="266839"/>
            <a:ext cx="829992" cy="750888"/>
            <a:chOff x="8114596" y="445039"/>
            <a:chExt cx="633002" cy="572716"/>
          </a:xfrm>
        </p:grpSpPr>
        <p:grpSp>
          <p:nvGrpSpPr>
            <p:cNvPr id="6764" name="Google Shape;6764;p229"/>
            <p:cNvGrpSpPr/>
            <p:nvPr/>
          </p:nvGrpSpPr>
          <p:grpSpPr>
            <a:xfrm>
              <a:off x="8114596" y="445039"/>
              <a:ext cx="633002" cy="572716"/>
              <a:chOff x="7189660" y="520827"/>
              <a:chExt cx="598074" cy="541115"/>
            </a:xfrm>
          </p:grpSpPr>
          <p:sp>
            <p:nvSpPr>
              <p:cNvPr id="6765" name="Google Shape;6765;p229"/>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766" name="Google Shape;6766;p229"/>
              <p:cNvGrpSpPr/>
              <p:nvPr/>
            </p:nvGrpSpPr>
            <p:grpSpPr>
              <a:xfrm>
                <a:off x="7579137" y="551973"/>
                <a:ext cx="164782" cy="41529"/>
                <a:chOff x="7579137" y="551973"/>
                <a:chExt cx="164782" cy="41529"/>
              </a:xfrm>
            </p:grpSpPr>
            <p:sp>
              <p:nvSpPr>
                <p:cNvPr id="6767" name="Google Shape;6767;p229"/>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68" name="Google Shape;6768;p229"/>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69" name="Google Shape;6769;p229"/>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770" name="Google Shape;6770;p229"/>
            <p:cNvGrpSpPr/>
            <p:nvPr/>
          </p:nvGrpSpPr>
          <p:grpSpPr>
            <a:xfrm>
              <a:off x="8184962" y="619646"/>
              <a:ext cx="498115" cy="257273"/>
              <a:chOff x="7256144" y="685800"/>
              <a:chExt cx="470630" cy="243077"/>
            </a:xfrm>
          </p:grpSpPr>
          <p:sp>
            <p:nvSpPr>
              <p:cNvPr id="6771" name="Google Shape;6771;p229"/>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772" name="Google Shape;6772;p229"/>
              <p:cNvGrpSpPr/>
              <p:nvPr/>
            </p:nvGrpSpPr>
            <p:grpSpPr>
              <a:xfrm>
                <a:off x="7512843" y="685800"/>
                <a:ext cx="213931" cy="243077"/>
                <a:chOff x="7512843" y="685800"/>
                <a:chExt cx="213931" cy="243077"/>
              </a:xfrm>
            </p:grpSpPr>
            <p:grpSp>
              <p:nvGrpSpPr>
                <p:cNvPr id="6773" name="Google Shape;6773;p229"/>
                <p:cNvGrpSpPr/>
                <p:nvPr/>
              </p:nvGrpSpPr>
              <p:grpSpPr>
                <a:xfrm>
                  <a:off x="7512843" y="836580"/>
                  <a:ext cx="213931" cy="92297"/>
                  <a:chOff x="7512843" y="836580"/>
                  <a:chExt cx="213931" cy="92297"/>
                </a:xfrm>
              </p:grpSpPr>
              <p:sp>
                <p:nvSpPr>
                  <p:cNvPr id="6774" name="Google Shape;6774;p229"/>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75" name="Google Shape;6775;p229"/>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776" name="Google Shape;6776;p229"/>
                <p:cNvGrpSpPr/>
                <p:nvPr/>
              </p:nvGrpSpPr>
              <p:grpSpPr>
                <a:xfrm>
                  <a:off x="7512843" y="761238"/>
                  <a:ext cx="213931" cy="92296"/>
                  <a:chOff x="7512843" y="761238"/>
                  <a:chExt cx="213931" cy="92296"/>
                </a:xfrm>
              </p:grpSpPr>
              <p:sp>
                <p:nvSpPr>
                  <p:cNvPr id="6777" name="Google Shape;6777;p229"/>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78" name="Google Shape;6778;p229"/>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779" name="Google Shape;6779;p229"/>
                <p:cNvGrpSpPr/>
                <p:nvPr/>
              </p:nvGrpSpPr>
              <p:grpSpPr>
                <a:xfrm>
                  <a:off x="7512843" y="685800"/>
                  <a:ext cx="213931" cy="92297"/>
                  <a:chOff x="7512843" y="685800"/>
                  <a:chExt cx="213931" cy="92297"/>
                </a:xfrm>
              </p:grpSpPr>
              <p:sp>
                <p:nvSpPr>
                  <p:cNvPr id="6780" name="Google Shape;6780;p229"/>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81" name="Google Shape;6781;p229"/>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6785" name="Shape 6785"/>
        <p:cNvGrpSpPr/>
        <p:nvPr/>
      </p:nvGrpSpPr>
      <p:grpSpPr>
        <a:xfrm>
          <a:off x="0" y="0"/>
          <a:ext cx="0" cy="0"/>
          <a:chOff x="0" y="0"/>
          <a:chExt cx="0" cy="0"/>
        </a:xfrm>
      </p:grpSpPr>
      <p:sp>
        <p:nvSpPr>
          <p:cNvPr id="6786" name="Google Shape;6786;p231"/>
          <p:cNvSpPr txBox="1"/>
          <p:nvPr>
            <p:ph type="ctrTitle"/>
          </p:nvPr>
        </p:nvSpPr>
        <p:spPr>
          <a:xfrm>
            <a:off x="713225" y="1144500"/>
            <a:ext cx="4112100" cy="23787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5000">
                <a:latin typeface="Epilogue"/>
                <a:ea typeface="Epilogue"/>
                <a:cs typeface="Epilogue"/>
                <a:sym typeface="Epilogu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6787" name="Google Shape;6787;p231"/>
          <p:cNvSpPr txBox="1"/>
          <p:nvPr>
            <p:ph idx="1" type="subTitle"/>
          </p:nvPr>
        </p:nvSpPr>
        <p:spPr>
          <a:xfrm>
            <a:off x="713225" y="3523200"/>
            <a:ext cx="41121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latin typeface="Lato"/>
                <a:ea typeface="Lato"/>
                <a:cs typeface="Lato"/>
                <a:sym typeface="La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6788" name="Google Shape;6788;p231"/>
          <p:cNvSpPr/>
          <p:nvPr/>
        </p:nvSpPr>
        <p:spPr>
          <a:xfrm rot="10800000">
            <a:off x="-1604593" y="-845132"/>
            <a:ext cx="3281418" cy="21328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231"/>
          <p:cNvSpPr/>
          <p:nvPr/>
        </p:nvSpPr>
        <p:spPr>
          <a:xfrm flipH="1" rot="-9899992">
            <a:off x="-1515196" y="4121356"/>
            <a:ext cx="3953580" cy="192177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6790" name="Shape 6790"/>
        <p:cNvGrpSpPr/>
        <p:nvPr/>
      </p:nvGrpSpPr>
      <p:grpSpPr>
        <a:xfrm>
          <a:off x="0" y="0"/>
          <a:ext cx="0" cy="0"/>
          <a:chOff x="0" y="0"/>
          <a:chExt cx="0" cy="0"/>
        </a:xfrm>
      </p:grpSpPr>
      <p:sp>
        <p:nvSpPr>
          <p:cNvPr id="6791" name="Google Shape;6791;p232"/>
          <p:cNvSpPr txBox="1"/>
          <p:nvPr>
            <p:ph type="title"/>
          </p:nvPr>
        </p:nvSpPr>
        <p:spPr>
          <a:xfrm>
            <a:off x="4047175" y="2571975"/>
            <a:ext cx="43836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6792" name="Google Shape;6792;p232"/>
          <p:cNvSpPr txBox="1"/>
          <p:nvPr>
            <p:ph hasCustomPrompt="1" idx="2" type="title"/>
          </p:nvPr>
        </p:nvSpPr>
        <p:spPr>
          <a:xfrm>
            <a:off x="4047175" y="1321975"/>
            <a:ext cx="1235700" cy="841800"/>
          </a:xfrm>
          <a:prstGeom prst="rect">
            <a:avLst/>
          </a:prstGeom>
          <a:noFill/>
        </p:spPr>
        <p:txBody>
          <a:bodyPr anchorCtr="0" anchor="b"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6793" name="Google Shape;6793;p232"/>
          <p:cNvSpPr/>
          <p:nvPr>
            <p:ph idx="3" type="pic"/>
          </p:nvPr>
        </p:nvSpPr>
        <p:spPr>
          <a:xfrm>
            <a:off x="484625" y="1076550"/>
            <a:ext cx="2990400" cy="2990400"/>
          </a:xfrm>
          <a:prstGeom prst="roundRect">
            <a:avLst>
              <a:gd fmla="val 16667" name="adj"/>
            </a:avLst>
          </a:prstGeom>
          <a:noFill/>
          <a:ln>
            <a:noFill/>
          </a:ln>
        </p:spPr>
      </p:sp>
      <p:sp>
        <p:nvSpPr>
          <p:cNvPr id="6794" name="Google Shape;6794;p232"/>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232"/>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232"/>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6797" name="Shape 6797"/>
        <p:cNvGrpSpPr/>
        <p:nvPr/>
      </p:nvGrpSpPr>
      <p:grpSpPr>
        <a:xfrm>
          <a:off x="0" y="0"/>
          <a:ext cx="0" cy="0"/>
          <a:chOff x="0" y="0"/>
          <a:chExt cx="0" cy="0"/>
        </a:xfrm>
      </p:grpSpPr>
      <p:sp>
        <p:nvSpPr>
          <p:cNvPr id="6798" name="Google Shape;6798;p2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799" name="Google Shape;6799;p233"/>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6800" name="Google Shape;6800;p233"/>
          <p:cNvSpPr/>
          <p:nvPr/>
        </p:nvSpPr>
        <p:spPr>
          <a:xfrm flipH="1" rot="-4014673">
            <a:off x="-1798429" y="-1029372"/>
            <a:ext cx="3158476" cy="250963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233"/>
          <p:cNvSpPr/>
          <p:nvPr/>
        </p:nvSpPr>
        <p:spPr>
          <a:xfrm flipH="1">
            <a:off x="8355841" y="2667287"/>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802" name="Google Shape;6802;p233"/>
          <p:cNvGrpSpPr/>
          <p:nvPr/>
        </p:nvGrpSpPr>
        <p:grpSpPr>
          <a:xfrm flipH="1">
            <a:off x="8380540" y="1729933"/>
            <a:ext cx="668783" cy="959747"/>
            <a:chOff x="10519314" y="4728596"/>
            <a:chExt cx="751780" cy="1078731"/>
          </a:xfrm>
        </p:grpSpPr>
        <p:grpSp>
          <p:nvGrpSpPr>
            <p:cNvPr id="6803" name="Google Shape;6803;p233"/>
            <p:cNvGrpSpPr/>
            <p:nvPr/>
          </p:nvGrpSpPr>
          <p:grpSpPr>
            <a:xfrm>
              <a:off x="10519314" y="4728596"/>
              <a:ext cx="626662" cy="1078731"/>
              <a:chOff x="10519314" y="4728596"/>
              <a:chExt cx="626662" cy="1078731"/>
            </a:xfrm>
          </p:grpSpPr>
          <p:grpSp>
            <p:nvGrpSpPr>
              <p:cNvPr id="6804" name="Google Shape;6804;p233"/>
              <p:cNvGrpSpPr/>
              <p:nvPr/>
            </p:nvGrpSpPr>
            <p:grpSpPr>
              <a:xfrm>
                <a:off x="10903220" y="4888205"/>
                <a:ext cx="242756" cy="919122"/>
                <a:chOff x="10903220" y="4888205"/>
                <a:chExt cx="242756" cy="919122"/>
              </a:xfrm>
            </p:grpSpPr>
            <p:sp>
              <p:nvSpPr>
                <p:cNvPr id="6805" name="Google Shape;6805;p233"/>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06" name="Google Shape;6806;p233"/>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07" name="Google Shape;6807;p233"/>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808" name="Google Shape;6808;p233"/>
                <p:cNvGrpSpPr/>
                <p:nvPr/>
              </p:nvGrpSpPr>
              <p:grpSpPr>
                <a:xfrm>
                  <a:off x="11014221" y="5588618"/>
                  <a:ext cx="100021" cy="114784"/>
                  <a:chOff x="11014221" y="5588618"/>
                  <a:chExt cx="100021" cy="114784"/>
                </a:xfrm>
              </p:grpSpPr>
              <p:sp>
                <p:nvSpPr>
                  <p:cNvPr id="6809" name="Google Shape;6809;p233"/>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10" name="Google Shape;6810;p233"/>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11" name="Google Shape;6811;p233"/>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12" name="Google Shape;6812;p233"/>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813" name="Google Shape;6813;p233"/>
              <p:cNvGrpSpPr/>
              <p:nvPr/>
            </p:nvGrpSpPr>
            <p:grpSpPr>
              <a:xfrm>
                <a:off x="10718623" y="4728596"/>
                <a:ext cx="229169" cy="1075979"/>
                <a:chOff x="10718623" y="4728596"/>
                <a:chExt cx="229169" cy="1075979"/>
              </a:xfrm>
            </p:grpSpPr>
            <p:sp>
              <p:nvSpPr>
                <p:cNvPr id="6814" name="Google Shape;6814;p233"/>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15" name="Google Shape;6815;p233"/>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816" name="Google Shape;6816;p233"/>
                <p:cNvGrpSpPr/>
                <p:nvPr/>
              </p:nvGrpSpPr>
              <p:grpSpPr>
                <a:xfrm>
                  <a:off x="10765015" y="5040134"/>
                  <a:ext cx="116314" cy="49775"/>
                  <a:chOff x="10765015" y="5040134"/>
                  <a:chExt cx="116314" cy="49775"/>
                </a:xfrm>
              </p:grpSpPr>
              <p:sp>
                <p:nvSpPr>
                  <p:cNvPr id="6817" name="Google Shape;6817;p233"/>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18" name="Google Shape;6818;p233"/>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819" name="Google Shape;6819;p233"/>
                <p:cNvGrpSpPr/>
                <p:nvPr/>
              </p:nvGrpSpPr>
              <p:grpSpPr>
                <a:xfrm>
                  <a:off x="10784825" y="5436314"/>
                  <a:ext cx="116414" cy="49961"/>
                  <a:chOff x="10784825" y="5436314"/>
                  <a:chExt cx="116414" cy="49961"/>
                </a:xfrm>
              </p:grpSpPr>
              <p:sp>
                <p:nvSpPr>
                  <p:cNvPr id="6820" name="Google Shape;6820;p233"/>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21" name="Google Shape;6821;p233"/>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822" name="Google Shape;6822;p233"/>
              <p:cNvGrpSpPr/>
              <p:nvPr/>
            </p:nvGrpSpPr>
            <p:grpSpPr>
              <a:xfrm>
                <a:off x="10519314" y="4813458"/>
                <a:ext cx="202120" cy="992123"/>
                <a:chOff x="10519314" y="4813458"/>
                <a:chExt cx="202120" cy="992123"/>
              </a:xfrm>
            </p:grpSpPr>
            <p:sp>
              <p:nvSpPr>
                <p:cNvPr id="6823" name="Google Shape;6823;p233"/>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24" name="Google Shape;6824;p233"/>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825" name="Google Shape;6825;p233"/>
                <p:cNvGrpSpPr/>
                <p:nvPr/>
              </p:nvGrpSpPr>
              <p:grpSpPr>
                <a:xfrm>
                  <a:off x="10556176" y="5465730"/>
                  <a:ext cx="128397" cy="44196"/>
                  <a:chOff x="10556176" y="5465730"/>
                  <a:chExt cx="128397" cy="44196"/>
                </a:xfrm>
              </p:grpSpPr>
              <p:sp>
                <p:nvSpPr>
                  <p:cNvPr id="6826" name="Google Shape;6826;p233"/>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27" name="Google Shape;6827;p233"/>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828" name="Google Shape;6828;p233"/>
                <p:cNvGrpSpPr/>
                <p:nvPr/>
              </p:nvGrpSpPr>
              <p:grpSpPr>
                <a:xfrm>
                  <a:off x="10556176" y="5689187"/>
                  <a:ext cx="128397" cy="44196"/>
                  <a:chOff x="10556176" y="5689187"/>
                  <a:chExt cx="128397" cy="44196"/>
                </a:xfrm>
              </p:grpSpPr>
              <p:sp>
                <p:nvSpPr>
                  <p:cNvPr id="6829" name="Google Shape;6829;p233"/>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30" name="Google Shape;6830;p233"/>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6831" name="Google Shape;6831;p233"/>
            <p:cNvGrpSpPr/>
            <p:nvPr/>
          </p:nvGrpSpPr>
          <p:grpSpPr>
            <a:xfrm>
              <a:off x="11058042" y="5088325"/>
              <a:ext cx="213052" cy="717953"/>
              <a:chOff x="11058042" y="5088325"/>
              <a:chExt cx="213052" cy="717953"/>
            </a:xfrm>
          </p:grpSpPr>
          <p:sp>
            <p:nvSpPr>
              <p:cNvPr id="6832" name="Google Shape;6832;p233"/>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33" name="Google Shape;6833;p233"/>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834" name="Google Shape;6834;p233"/>
          <p:cNvGrpSpPr/>
          <p:nvPr/>
        </p:nvGrpSpPr>
        <p:grpSpPr>
          <a:xfrm flipH="1">
            <a:off x="8485925" y="662239"/>
            <a:ext cx="516117" cy="779220"/>
            <a:chOff x="10572463" y="3528536"/>
            <a:chExt cx="580168" cy="875823"/>
          </a:xfrm>
        </p:grpSpPr>
        <p:grpSp>
          <p:nvGrpSpPr>
            <p:cNvPr id="6835" name="Google Shape;6835;p233"/>
            <p:cNvGrpSpPr/>
            <p:nvPr/>
          </p:nvGrpSpPr>
          <p:grpSpPr>
            <a:xfrm>
              <a:off x="10713815" y="3528536"/>
              <a:ext cx="438816" cy="746664"/>
              <a:chOff x="10713815" y="3528536"/>
              <a:chExt cx="438816" cy="746664"/>
            </a:xfrm>
          </p:grpSpPr>
          <p:sp>
            <p:nvSpPr>
              <p:cNvPr id="6836" name="Google Shape;6836;p233"/>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837" name="Google Shape;6837;p233"/>
              <p:cNvGrpSpPr/>
              <p:nvPr/>
            </p:nvGrpSpPr>
            <p:grpSpPr>
              <a:xfrm>
                <a:off x="10776489" y="3625310"/>
                <a:ext cx="313848" cy="288226"/>
                <a:chOff x="10776489" y="3625310"/>
                <a:chExt cx="313848" cy="288226"/>
              </a:xfrm>
            </p:grpSpPr>
            <p:sp>
              <p:nvSpPr>
                <p:cNvPr id="6838" name="Google Shape;6838;p233"/>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39" name="Google Shape;6839;p233"/>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40" name="Google Shape;6840;p233"/>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41" name="Google Shape;6841;p233"/>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42" name="Google Shape;6842;p233"/>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43" name="Google Shape;6843;p233"/>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844" name="Google Shape;6844;p233"/>
              <p:cNvGrpSpPr/>
              <p:nvPr/>
            </p:nvGrpSpPr>
            <p:grpSpPr>
              <a:xfrm>
                <a:off x="10776489" y="3999547"/>
                <a:ext cx="313848" cy="181546"/>
                <a:chOff x="10776489" y="3999547"/>
                <a:chExt cx="313848" cy="181546"/>
              </a:xfrm>
            </p:grpSpPr>
            <p:sp>
              <p:nvSpPr>
                <p:cNvPr id="6845" name="Google Shape;6845;p233"/>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46" name="Google Shape;6846;p233"/>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47" name="Google Shape;6847;p233"/>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48" name="Google Shape;6848;p233"/>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849" name="Google Shape;6849;p233"/>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850" name="Google Shape;6850;p233"/>
            <p:cNvGrpSpPr/>
            <p:nvPr/>
          </p:nvGrpSpPr>
          <p:grpSpPr>
            <a:xfrm>
              <a:off x="10572463" y="3657790"/>
              <a:ext cx="438817" cy="746569"/>
              <a:chOff x="10572463" y="3657790"/>
              <a:chExt cx="438817" cy="746569"/>
            </a:xfrm>
          </p:grpSpPr>
          <p:sp>
            <p:nvSpPr>
              <p:cNvPr id="6851" name="Google Shape;6851;p233"/>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852" name="Google Shape;6852;p233"/>
              <p:cNvGrpSpPr/>
              <p:nvPr/>
            </p:nvGrpSpPr>
            <p:grpSpPr>
              <a:xfrm>
                <a:off x="10635138" y="3754469"/>
                <a:ext cx="313848" cy="288321"/>
                <a:chOff x="10635138" y="3754469"/>
                <a:chExt cx="313848" cy="288321"/>
              </a:xfrm>
            </p:grpSpPr>
            <p:sp>
              <p:nvSpPr>
                <p:cNvPr id="6853" name="Google Shape;6853;p233"/>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54" name="Google Shape;6854;p233"/>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55" name="Google Shape;6855;p233"/>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56" name="Google Shape;6856;p233"/>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57" name="Google Shape;6857;p233"/>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58" name="Google Shape;6858;p233"/>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859" name="Google Shape;6859;p233"/>
              <p:cNvGrpSpPr/>
              <p:nvPr/>
            </p:nvGrpSpPr>
            <p:grpSpPr>
              <a:xfrm>
                <a:off x="10635138" y="4128801"/>
                <a:ext cx="313848" cy="181547"/>
                <a:chOff x="10635138" y="4128801"/>
                <a:chExt cx="313848" cy="181547"/>
              </a:xfrm>
            </p:grpSpPr>
            <p:sp>
              <p:nvSpPr>
                <p:cNvPr id="6860" name="Google Shape;6860;p233"/>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61" name="Google Shape;6861;p233"/>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62" name="Google Shape;6862;p233"/>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63" name="Google Shape;6863;p233"/>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864" name="Google Shape;6864;p233"/>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865" name="Google Shape;6865;p233"/>
          <p:cNvGrpSpPr/>
          <p:nvPr/>
        </p:nvGrpSpPr>
        <p:grpSpPr>
          <a:xfrm flipH="1">
            <a:off x="8768853" y="1439765"/>
            <a:ext cx="22030" cy="294484"/>
            <a:chOff x="10809827" y="4402455"/>
            <a:chExt cx="24764" cy="330993"/>
          </a:xfrm>
        </p:grpSpPr>
        <p:sp>
          <p:nvSpPr>
            <p:cNvPr id="6866" name="Google Shape;6866;p233"/>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67" name="Google Shape;6867;p233"/>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68" name="Google Shape;6868;p233"/>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869" name="Google Shape;6869;p233"/>
          <p:cNvSpPr/>
          <p:nvPr/>
        </p:nvSpPr>
        <p:spPr>
          <a:xfrm flipH="1" rot="8662747">
            <a:off x="7370974" y="4168319"/>
            <a:ext cx="2746019" cy="19216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0" name="Google Shape;6870;p233"/>
          <p:cNvGrpSpPr/>
          <p:nvPr/>
        </p:nvGrpSpPr>
        <p:grpSpPr>
          <a:xfrm flipH="1">
            <a:off x="122956" y="4228558"/>
            <a:ext cx="829992" cy="750888"/>
            <a:chOff x="8114596" y="445039"/>
            <a:chExt cx="633002" cy="572716"/>
          </a:xfrm>
        </p:grpSpPr>
        <p:grpSp>
          <p:nvGrpSpPr>
            <p:cNvPr id="6871" name="Google Shape;6871;p233"/>
            <p:cNvGrpSpPr/>
            <p:nvPr/>
          </p:nvGrpSpPr>
          <p:grpSpPr>
            <a:xfrm>
              <a:off x="8114596" y="445039"/>
              <a:ext cx="633002" cy="572716"/>
              <a:chOff x="7189660" y="520827"/>
              <a:chExt cx="598074" cy="541115"/>
            </a:xfrm>
          </p:grpSpPr>
          <p:sp>
            <p:nvSpPr>
              <p:cNvPr id="6872" name="Google Shape;6872;p233"/>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873" name="Google Shape;6873;p233"/>
              <p:cNvGrpSpPr/>
              <p:nvPr/>
            </p:nvGrpSpPr>
            <p:grpSpPr>
              <a:xfrm>
                <a:off x="7579137" y="551973"/>
                <a:ext cx="164782" cy="41529"/>
                <a:chOff x="7579137" y="551973"/>
                <a:chExt cx="164782" cy="41529"/>
              </a:xfrm>
            </p:grpSpPr>
            <p:sp>
              <p:nvSpPr>
                <p:cNvPr id="6874" name="Google Shape;6874;p233"/>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75" name="Google Shape;6875;p233"/>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76" name="Google Shape;6876;p233"/>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877" name="Google Shape;6877;p233"/>
            <p:cNvGrpSpPr/>
            <p:nvPr/>
          </p:nvGrpSpPr>
          <p:grpSpPr>
            <a:xfrm>
              <a:off x="8184962" y="619646"/>
              <a:ext cx="498115" cy="257273"/>
              <a:chOff x="7256144" y="685800"/>
              <a:chExt cx="470630" cy="243077"/>
            </a:xfrm>
          </p:grpSpPr>
          <p:sp>
            <p:nvSpPr>
              <p:cNvPr id="6878" name="Google Shape;6878;p233"/>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879" name="Google Shape;6879;p233"/>
              <p:cNvGrpSpPr/>
              <p:nvPr/>
            </p:nvGrpSpPr>
            <p:grpSpPr>
              <a:xfrm>
                <a:off x="7512843" y="685800"/>
                <a:ext cx="213931" cy="243077"/>
                <a:chOff x="7512843" y="685800"/>
                <a:chExt cx="213931" cy="243077"/>
              </a:xfrm>
            </p:grpSpPr>
            <p:grpSp>
              <p:nvGrpSpPr>
                <p:cNvPr id="6880" name="Google Shape;6880;p233"/>
                <p:cNvGrpSpPr/>
                <p:nvPr/>
              </p:nvGrpSpPr>
              <p:grpSpPr>
                <a:xfrm>
                  <a:off x="7512843" y="836580"/>
                  <a:ext cx="213931" cy="92297"/>
                  <a:chOff x="7512843" y="836580"/>
                  <a:chExt cx="213931" cy="92297"/>
                </a:xfrm>
              </p:grpSpPr>
              <p:sp>
                <p:nvSpPr>
                  <p:cNvPr id="6881" name="Google Shape;6881;p233"/>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82" name="Google Shape;6882;p233"/>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883" name="Google Shape;6883;p233"/>
                <p:cNvGrpSpPr/>
                <p:nvPr/>
              </p:nvGrpSpPr>
              <p:grpSpPr>
                <a:xfrm>
                  <a:off x="7512843" y="761238"/>
                  <a:ext cx="213931" cy="92296"/>
                  <a:chOff x="7512843" y="761238"/>
                  <a:chExt cx="213931" cy="92296"/>
                </a:xfrm>
              </p:grpSpPr>
              <p:sp>
                <p:nvSpPr>
                  <p:cNvPr id="6884" name="Google Shape;6884;p233"/>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85" name="Google Shape;6885;p233"/>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886" name="Google Shape;6886;p233"/>
                <p:cNvGrpSpPr/>
                <p:nvPr/>
              </p:nvGrpSpPr>
              <p:grpSpPr>
                <a:xfrm>
                  <a:off x="7512843" y="685800"/>
                  <a:ext cx="213931" cy="92297"/>
                  <a:chOff x="7512843" y="685800"/>
                  <a:chExt cx="213931" cy="92297"/>
                </a:xfrm>
              </p:grpSpPr>
              <p:sp>
                <p:nvSpPr>
                  <p:cNvPr id="6887" name="Google Shape;6887;p233"/>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88" name="Google Shape;6888;p233"/>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6889" name="Shape 6889"/>
        <p:cNvGrpSpPr/>
        <p:nvPr/>
      </p:nvGrpSpPr>
      <p:grpSpPr>
        <a:xfrm>
          <a:off x="0" y="0"/>
          <a:ext cx="0" cy="0"/>
          <a:chOff x="0" y="0"/>
          <a:chExt cx="0" cy="0"/>
        </a:xfrm>
      </p:grpSpPr>
      <p:sp>
        <p:nvSpPr>
          <p:cNvPr id="6890" name="Google Shape;6890;p2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891" name="Google Shape;6891;p234"/>
          <p:cNvSpPr txBox="1"/>
          <p:nvPr>
            <p:ph idx="1" type="subTitle"/>
          </p:nvPr>
        </p:nvSpPr>
        <p:spPr>
          <a:xfrm>
            <a:off x="4679150"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892" name="Google Shape;6892;p234"/>
          <p:cNvSpPr txBox="1"/>
          <p:nvPr>
            <p:ph idx="2" type="subTitle"/>
          </p:nvPr>
        </p:nvSpPr>
        <p:spPr>
          <a:xfrm>
            <a:off x="1080525"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893" name="Google Shape;6893;p234"/>
          <p:cNvSpPr txBox="1"/>
          <p:nvPr>
            <p:ph idx="3" type="subTitle"/>
          </p:nvPr>
        </p:nvSpPr>
        <p:spPr>
          <a:xfrm>
            <a:off x="1080536"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894" name="Google Shape;6894;p234"/>
          <p:cNvSpPr txBox="1"/>
          <p:nvPr>
            <p:ph idx="4" type="subTitle"/>
          </p:nvPr>
        </p:nvSpPr>
        <p:spPr>
          <a:xfrm>
            <a:off x="4679164"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895" name="Google Shape;6895;p234"/>
          <p:cNvSpPr/>
          <p:nvPr/>
        </p:nvSpPr>
        <p:spPr>
          <a:xfrm rot="5551952">
            <a:off x="-721531" y="4084618"/>
            <a:ext cx="2053998" cy="17652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234"/>
          <p:cNvSpPr/>
          <p:nvPr/>
        </p:nvSpPr>
        <p:spPr>
          <a:xfrm rot="-460685">
            <a:off x="-850641" y="-888875"/>
            <a:ext cx="2082611" cy="168399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234"/>
          <p:cNvSpPr/>
          <p:nvPr/>
        </p:nvSpPr>
        <p:spPr>
          <a:xfrm rot="3259731">
            <a:off x="7063135" y="-804478"/>
            <a:ext cx="3168421" cy="25619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6898" name="Shape 6898"/>
        <p:cNvGrpSpPr/>
        <p:nvPr/>
      </p:nvGrpSpPr>
      <p:grpSpPr>
        <a:xfrm>
          <a:off x="0" y="0"/>
          <a:ext cx="0" cy="0"/>
          <a:chOff x="0" y="0"/>
          <a:chExt cx="0" cy="0"/>
        </a:xfrm>
      </p:grpSpPr>
      <p:sp>
        <p:nvSpPr>
          <p:cNvPr id="6899" name="Google Shape;6899;p2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900" name="Google Shape;6900;p235"/>
          <p:cNvSpPr/>
          <p:nvPr/>
        </p:nvSpPr>
        <p:spPr>
          <a:xfrm rot="-9076707">
            <a:off x="85462" y="-755109"/>
            <a:ext cx="1683799" cy="1313891"/>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1" name="Google Shape;6901;p235"/>
          <p:cNvGrpSpPr/>
          <p:nvPr/>
        </p:nvGrpSpPr>
        <p:grpSpPr>
          <a:xfrm>
            <a:off x="6779278" y="192982"/>
            <a:ext cx="2107998" cy="297419"/>
            <a:chOff x="6108096" y="3265836"/>
            <a:chExt cx="1633727" cy="230504"/>
          </a:xfrm>
        </p:grpSpPr>
        <p:sp>
          <p:nvSpPr>
            <p:cNvPr id="6902" name="Google Shape;6902;p235"/>
            <p:cNvSpPr/>
            <p:nvPr/>
          </p:nvSpPr>
          <p:spPr>
            <a:xfrm>
              <a:off x="6108096" y="3265836"/>
              <a:ext cx="1633727" cy="230504"/>
            </a:xfrm>
            <a:custGeom>
              <a:rect b="b" l="l" r="r" t="t"/>
              <a:pathLst>
                <a:path extrusionOk="0" h="230504" w="1633727">
                  <a:moveTo>
                    <a:pt x="1518476" y="0"/>
                  </a:moveTo>
                  <a:cubicBezTo>
                    <a:pt x="1582128" y="0"/>
                    <a:pt x="1633728" y="51600"/>
                    <a:pt x="1633728" y="115253"/>
                  </a:cubicBezTo>
                  <a:lnTo>
                    <a:pt x="1633728" y="115253"/>
                  </a:lnTo>
                  <a:cubicBezTo>
                    <a:pt x="1633728" y="178905"/>
                    <a:pt x="1582128" y="230505"/>
                    <a:pt x="1518476" y="230505"/>
                  </a:cubicBezTo>
                  <a:lnTo>
                    <a:pt x="115252" y="230505"/>
                  </a:lnTo>
                  <a:cubicBezTo>
                    <a:pt x="51601" y="230505"/>
                    <a:pt x="0" y="178905"/>
                    <a:pt x="0" y="115253"/>
                  </a:cubicBezTo>
                  <a:lnTo>
                    <a:pt x="0" y="115253"/>
                  </a:lnTo>
                  <a:cubicBezTo>
                    <a:pt x="0" y="51600"/>
                    <a:pt x="51601" y="0"/>
                    <a:pt x="115252"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03" name="Google Shape;6903;p235"/>
            <p:cNvSpPr/>
            <p:nvPr/>
          </p:nvSpPr>
          <p:spPr>
            <a:xfrm>
              <a:off x="7528381" y="3292292"/>
              <a:ext cx="166485" cy="165854"/>
            </a:xfrm>
            <a:custGeom>
              <a:rect b="b" l="l" r="r" t="t"/>
              <a:pathLst>
                <a:path extrusionOk="0" h="165854" w="166485">
                  <a:moveTo>
                    <a:pt x="161532" y="137469"/>
                  </a:moveTo>
                  <a:lnTo>
                    <a:pt x="120003" y="95941"/>
                  </a:lnTo>
                  <a:lnTo>
                    <a:pt x="113336" y="102608"/>
                  </a:lnTo>
                  <a:lnTo>
                    <a:pt x="105811" y="95083"/>
                  </a:lnTo>
                  <a:cubicBezTo>
                    <a:pt x="123622" y="71842"/>
                    <a:pt x="122194" y="38600"/>
                    <a:pt x="100953" y="17359"/>
                  </a:cubicBezTo>
                  <a:cubicBezTo>
                    <a:pt x="77807" y="-5786"/>
                    <a:pt x="40374" y="-5786"/>
                    <a:pt x="17324" y="17359"/>
                  </a:cubicBezTo>
                  <a:cubicBezTo>
                    <a:pt x="-5727" y="40505"/>
                    <a:pt x="-5822" y="77938"/>
                    <a:pt x="17324" y="100989"/>
                  </a:cubicBezTo>
                  <a:cubicBezTo>
                    <a:pt x="38850" y="122515"/>
                    <a:pt x="72568" y="123754"/>
                    <a:pt x="95809" y="105275"/>
                  </a:cubicBezTo>
                  <a:lnTo>
                    <a:pt x="103334" y="112800"/>
                  </a:lnTo>
                  <a:lnTo>
                    <a:pt x="96667" y="119467"/>
                  </a:lnTo>
                  <a:lnTo>
                    <a:pt x="138196" y="160996"/>
                  </a:lnTo>
                  <a:cubicBezTo>
                    <a:pt x="144673" y="167473"/>
                    <a:pt x="155150" y="167473"/>
                    <a:pt x="161627" y="160996"/>
                  </a:cubicBezTo>
                  <a:lnTo>
                    <a:pt x="161627" y="160996"/>
                  </a:lnTo>
                  <a:cubicBezTo>
                    <a:pt x="168104" y="154519"/>
                    <a:pt x="168104" y="144042"/>
                    <a:pt x="161627" y="137565"/>
                  </a:cubicBezTo>
                  <a:close/>
                  <a:moveTo>
                    <a:pt x="59138" y="102513"/>
                  </a:moveTo>
                  <a:cubicBezTo>
                    <a:pt x="54471" y="102513"/>
                    <a:pt x="49899" y="101751"/>
                    <a:pt x="45612" y="100417"/>
                  </a:cubicBezTo>
                  <a:cubicBezTo>
                    <a:pt x="33611" y="96512"/>
                    <a:pt x="23896" y="87463"/>
                    <a:pt x="19133" y="75938"/>
                  </a:cubicBezTo>
                  <a:cubicBezTo>
                    <a:pt x="16942" y="70794"/>
                    <a:pt x="15799" y="65175"/>
                    <a:pt x="15799" y="59269"/>
                  </a:cubicBezTo>
                  <a:cubicBezTo>
                    <a:pt x="15799" y="35361"/>
                    <a:pt x="35231" y="15931"/>
                    <a:pt x="59138" y="15931"/>
                  </a:cubicBezTo>
                  <a:cubicBezTo>
                    <a:pt x="65044" y="15931"/>
                    <a:pt x="70663" y="17074"/>
                    <a:pt x="75807" y="19264"/>
                  </a:cubicBezTo>
                  <a:cubicBezTo>
                    <a:pt x="87332" y="24122"/>
                    <a:pt x="96381" y="33742"/>
                    <a:pt x="100286" y="45744"/>
                  </a:cubicBezTo>
                  <a:cubicBezTo>
                    <a:pt x="101715" y="50030"/>
                    <a:pt x="102382" y="54507"/>
                    <a:pt x="102382" y="59269"/>
                  </a:cubicBezTo>
                  <a:cubicBezTo>
                    <a:pt x="102382" y="83177"/>
                    <a:pt x="83046" y="102513"/>
                    <a:pt x="59138" y="1025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04" name="Google Shape;6904;p235"/>
            <p:cNvSpPr/>
            <p:nvPr/>
          </p:nvSpPr>
          <p:spPr>
            <a:xfrm>
              <a:off x="7475124" y="3290220"/>
              <a:ext cx="7620" cy="174307"/>
            </a:xfrm>
            <a:custGeom>
              <a:rect b="b" l="l" r="r" t="t"/>
              <a:pathLst>
                <a:path extrusionOk="0" h="174307" w="7620">
                  <a:moveTo>
                    <a:pt x="3810" y="174308"/>
                  </a:moveTo>
                  <a:lnTo>
                    <a:pt x="3810" y="174308"/>
                  </a:lnTo>
                  <a:cubicBezTo>
                    <a:pt x="1714" y="174308"/>
                    <a:pt x="0" y="172593"/>
                    <a:pt x="0" y="170497"/>
                  </a:cubicBezTo>
                  <a:lnTo>
                    <a:pt x="0" y="3810"/>
                  </a:lnTo>
                  <a:cubicBezTo>
                    <a:pt x="0" y="1714"/>
                    <a:pt x="1714" y="0"/>
                    <a:pt x="3810" y="0"/>
                  </a:cubicBezTo>
                  <a:lnTo>
                    <a:pt x="3810" y="0"/>
                  </a:lnTo>
                  <a:cubicBezTo>
                    <a:pt x="5905" y="0"/>
                    <a:pt x="7620" y="1714"/>
                    <a:pt x="7620" y="3810"/>
                  </a:cubicBezTo>
                  <a:lnTo>
                    <a:pt x="7620" y="170497"/>
                  </a:lnTo>
                  <a:cubicBezTo>
                    <a:pt x="7620" y="172593"/>
                    <a:pt x="5905" y="174308"/>
                    <a:pt x="3810" y="17430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905" name="Google Shape;6905;p235"/>
          <p:cNvSpPr/>
          <p:nvPr/>
        </p:nvSpPr>
        <p:spPr>
          <a:xfrm flipH="1" rot="532502">
            <a:off x="-514115" y="4385276"/>
            <a:ext cx="1514959" cy="122499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6" name="Google Shape;6906;p235"/>
          <p:cNvGrpSpPr/>
          <p:nvPr/>
        </p:nvGrpSpPr>
        <p:grpSpPr>
          <a:xfrm>
            <a:off x="-148774" y="4544215"/>
            <a:ext cx="784225" cy="584398"/>
            <a:chOff x="1914620" y="1930431"/>
            <a:chExt cx="572929" cy="426911"/>
          </a:xfrm>
        </p:grpSpPr>
        <p:grpSp>
          <p:nvGrpSpPr>
            <p:cNvPr id="6907" name="Google Shape;6907;p235"/>
            <p:cNvGrpSpPr/>
            <p:nvPr/>
          </p:nvGrpSpPr>
          <p:grpSpPr>
            <a:xfrm>
              <a:off x="1914620" y="1930431"/>
              <a:ext cx="572929" cy="426911"/>
              <a:chOff x="1914620" y="1930431"/>
              <a:chExt cx="572929" cy="426911"/>
            </a:xfrm>
          </p:grpSpPr>
          <p:sp>
            <p:nvSpPr>
              <p:cNvPr id="6908" name="Google Shape;6908;p235"/>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09" name="Google Shape;6909;p235"/>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10" name="Google Shape;6910;p235"/>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911" name="Google Shape;6911;p235"/>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912" name="Google Shape;6912;p235"/>
          <p:cNvSpPr/>
          <p:nvPr/>
        </p:nvSpPr>
        <p:spPr>
          <a:xfrm rot="5844200">
            <a:off x="8030548" y="2339312"/>
            <a:ext cx="2404301" cy="131859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6913" name="Shape 6913"/>
        <p:cNvGrpSpPr/>
        <p:nvPr/>
      </p:nvGrpSpPr>
      <p:grpSpPr>
        <a:xfrm>
          <a:off x="0" y="0"/>
          <a:ext cx="0" cy="0"/>
          <a:chOff x="0" y="0"/>
          <a:chExt cx="0" cy="0"/>
        </a:xfrm>
      </p:grpSpPr>
      <p:sp>
        <p:nvSpPr>
          <p:cNvPr id="6914" name="Google Shape;6914;p236"/>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915" name="Google Shape;6915;p236"/>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6916" name="Google Shape;6916;p236"/>
          <p:cNvSpPr/>
          <p:nvPr>
            <p:ph idx="2" type="pic"/>
          </p:nvPr>
        </p:nvSpPr>
        <p:spPr>
          <a:xfrm>
            <a:off x="5668975" y="1076550"/>
            <a:ext cx="2990400" cy="2990400"/>
          </a:xfrm>
          <a:prstGeom prst="roundRect">
            <a:avLst>
              <a:gd fmla="val 16667" name="adj"/>
            </a:avLst>
          </a:prstGeom>
          <a:noFill/>
          <a:ln>
            <a:noFill/>
          </a:ln>
        </p:spPr>
      </p:sp>
      <p:sp>
        <p:nvSpPr>
          <p:cNvPr id="6917" name="Google Shape;6917;p236"/>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236"/>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9" name="Google Shape;6919;p236"/>
          <p:cNvGrpSpPr/>
          <p:nvPr/>
        </p:nvGrpSpPr>
        <p:grpSpPr>
          <a:xfrm>
            <a:off x="65066" y="4373044"/>
            <a:ext cx="878158" cy="654532"/>
            <a:chOff x="1114425" y="4361211"/>
            <a:chExt cx="573023" cy="427101"/>
          </a:xfrm>
        </p:grpSpPr>
        <p:grpSp>
          <p:nvGrpSpPr>
            <p:cNvPr id="6920" name="Google Shape;6920;p236"/>
            <p:cNvGrpSpPr/>
            <p:nvPr/>
          </p:nvGrpSpPr>
          <p:grpSpPr>
            <a:xfrm>
              <a:off x="1114425" y="4361211"/>
              <a:ext cx="573023" cy="427101"/>
              <a:chOff x="1114425" y="4361211"/>
              <a:chExt cx="573023" cy="427101"/>
            </a:xfrm>
          </p:grpSpPr>
          <p:sp>
            <p:nvSpPr>
              <p:cNvPr id="6921" name="Google Shape;6921;p236"/>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22" name="Google Shape;6922;p236"/>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23" name="Google Shape;6923;p236"/>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924" name="Google Shape;6924;p236"/>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925" name="Shape 6925"/>
        <p:cNvGrpSpPr/>
        <p:nvPr/>
      </p:nvGrpSpPr>
      <p:grpSpPr>
        <a:xfrm>
          <a:off x="0" y="0"/>
          <a:ext cx="0" cy="0"/>
          <a:chOff x="0" y="0"/>
          <a:chExt cx="0" cy="0"/>
        </a:xfrm>
      </p:grpSpPr>
      <p:sp>
        <p:nvSpPr>
          <p:cNvPr id="6926" name="Google Shape;6926;p237"/>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6927" name="Google Shape;6927;p237"/>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237"/>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237"/>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930" name="Shape 6930"/>
        <p:cNvGrpSpPr/>
        <p:nvPr/>
      </p:nvGrpSpPr>
      <p:grpSpPr>
        <a:xfrm>
          <a:off x="0" y="0"/>
          <a:ext cx="0" cy="0"/>
          <a:chOff x="0" y="0"/>
          <a:chExt cx="0" cy="0"/>
        </a:xfrm>
      </p:grpSpPr>
      <p:sp>
        <p:nvSpPr>
          <p:cNvPr id="6931" name="Google Shape;6931;p238"/>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15000"/>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6932" name="Google Shape;6932;p238"/>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933" name="Google Shape;6933;p238"/>
          <p:cNvSpPr/>
          <p:nvPr/>
        </p:nvSpPr>
        <p:spPr>
          <a:xfrm rot="3263452">
            <a:off x="-163955"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238"/>
          <p:cNvSpPr/>
          <p:nvPr/>
        </p:nvSpPr>
        <p:spPr>
          <a:xfrm rot="-460623">
            <a:off x="-1793263"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238"/>
          <p:cNvSpPr/>
          <p:nvPr/>
        </p:nvSpPr>
        <p:spPr>
          <a:xfrm rot="4592047">
            <a:off x="7797256" y="593203"/>
            <a:ext cx="1475158" cy="11928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936" name="Shape 6936"/>
        <p:cNvGrpSpPr/>
        <p:nvPr/>
      </p:nvGrpSpPr>
      <p:grpSpPr>
        <a:xfrm>
          <a:off x="0" y="0"/>
          <a:ext cx="0" cy="0"/>
          <a:chOff x="0" y="0"/>
          <a:chExt cx="0" cy="0"/>
        </a:xfrm>
      </p:grpSpPr>
      <p:sp>
        <p:nvSpPr>
          <p:cNvPr id="6937" name="Google Shape;6937;p239"/>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algn="ctr">
              <a:spcBef>
                <a:spcPts val="0"/>
              </a:spcBef>
              <a:spcAft>
                <a:spcPts val="0"/>
              </a:spcAft>
              <a:buSzPts val="3000"/>
              <a:buNone/>
              <a:defRPr>
                <a:solidFill>
                  <a:schemeClr val="lt1"/>
                </a:solidFill>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Tree>
  </p:cSld>
  <p:clrMapOvr>
    <a:masterClrMapping/>
  </p:clrMapOvr>
</p:sldLayout>
</file>

<file path=ppt/slideLayouts/slideLayout2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6938" name="Shape 6938"/>
        <p:cNvGrpSpPr/>
        <p:nvPr/>
      </p:nvGrpSpPr>
      <p:grpSpPr>
        <a:xfrm>
          <a:off x="0" y="0"/>
          <a:ext cx="0" cy="0"/>
          <a:chOff x="0" y="0"/>
          <a:chExt cx="0" cy="0"/>
        </a:xfrm>
      </p:grpSpPr>
      <p:sp>
        <p:nvSpPr>
          <p:cNvPr id="6939" name="Google Shape;6939;p240"/>
          <p:cNvSpPr txBox="1"/>
          <p:nvPr>
            <p:ph hasCustomPrompt="1" type="title"/>
          </p:nvPr>
        </p:nvSpPr>
        <p:spPr>
          <a:xfrm>
            <a:off x="713225" y="1477363"/>
            <a:ext cx="6576000" cy="15267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940" name="Google Shape;6940;p240"/>
          <p:cNvSpPr txBox="1"/>
          <p:nvPr>
            <p:ph idx="1" type="subTitle"/>
          </p:nvPr>
        </p:nvSpPr>
        <p:spPr>
          <a:xfrm>
            <a:off x="713225" y="3169038"/>
            <a:ext cx="6576000" cy="497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6941" name="Google Shape;6941;p240"/>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240"/>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240"/>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240"/>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5" name="Google Shape;6945;p240"/>
          <p:cNvGrpSpPr/>
          <p:nvPr/>
        </p:nvGrpSpPr>
        <p:grpSpPr>
          <a:xfrm>
            <a:off x="7441503" y="289852"/>
            <a:ext cx="1366913" cy="1382099"/>
            <a:chOff x="6568493" y="8"/>
            <a:chExt cx="1820608" cy="1840590"/>
          </a:xfrm>
        </p:grpSpPr>
        <p:sp>
          <p:nvSpPr>
            <p:cNvPr id="6946" name="Google Shape;6946;p240"/>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47" name="Google Shape;6947;p240"/>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948" name="Google Shape;6948;p240"/>
            <p:cNvGrpSpPr/>
            <p:nvPr/>
          </p:nvGrpSpPr>
          <p:grpSpPr>
            <a:xfrm>
              <a:off x="6568493" y="84720"/>
              <a:ext cx="1649109" cy="1669065"/>
              <a:chOff x="8921020" y="472154"/>
              <a:chExt cx="1959958" cy="1983676"/>
            </a:xfrm>
          </p:grpSpPr>
          <p:sp>
            <p:nvSpPr>
              <p:cNvPr id="6949" name="Google Shape;6949;p240"/>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50" name="Google Shape;6950;p240"/>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951" name="Google Shape;6951;p240"/>
              <p:cNvGrpSpPr/>
              <p:nvPr/>
            </p:nvGrpSpPr>
            <p:grpSpPr>
              <a:xfrm>
                <a:off x="9011888" y="537781"/>
                <a:ext cx="255174" cy="64389"/>
                <a:chOff x="9011888" y="537781"/>
                <a:chExt cx="255174" cy="64389"/>
              </a:xfrm>
            </p:grpSpPr>
            <p:sp>
              <p:nvSpPr>
                <p:cNvPr id="6952" name="Google Shape;6952;p240"/>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53" name="Google Shape;6953;p240"/>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54" name="Google Shape;6954;p240"/>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955" name="Google Shape;6955;p240"/>
            <p:cNvGrpSpPr/>
            <p:nvPr/>
          </p:nvGrpSpPr>
          <p:grpSpPr>
            <a:xfrm>
              <a:off x="6795939" y="406335"/>
              <a:ext cx="1194216" cy="1228757"/>
              <a:chOff x="9191339" y="854392"/>
              <a:chExt cx="1419320" cy="1460372"/>
            </a:xfrm>
          </p:grpSpPr>
          <p:grpSp>
            <p:nvGrpSpPr>
              <p:cNvPr id="6956" name="Google Shape;6956;p240"/>
              <p:cNvGrpSpPr/>
              <p:nvPr/>
            </p:nvGrpSpPr>
            <p:grpSpPr>
              <a:xfrm>
                <a:off x="9191339" y="1884045"/>
                <a:ext cx="604932" cy="420243"/>
                <a:chOff x="9191339" y="1884045"/>
                <a:chExt cx="604932" cy="420243"/>
              </a:xfrm>
            </p:grpSpPr>
            <p:sp>
              <p:nvSpPr>
                <p:cNvPr id="6957" name="Google Shape;6957;p240"/>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58" name="Google Shape;6958;p240"/>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59" name="Google Shape;6959;p240"/>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0" name="Google Shape;6960;p240"/>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1" name="Google Shape;6961;p240"/>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2" name="Google Shape;6962;p240"/>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3" name="Google Shape;6963;p240"/>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4" name="Google Shape;6964;p240"/>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5" name="Google Shape;6965;p240"/>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6" name="Google Shape;6966;p240"/>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967" name="Google Shape;6967;p240"/>
              <p:cNvGrpSpPr/>
              <p:nvPr/>
            </p:nvGrpSpPr>
            <p:grpSpPr>
              <a:xfrm>
                <a:off x="10004774" y="854392"/>
                <a:ext cx="604932" cy="420243"/>
                <a:chOff x="10004774" y="854392"/>
                <a:chExt cx="604932" cy="420243"/>
              </a:xfrm>
            </p:grpSpPr>
            <p:sp>
              <p:nvSpPr>
                <p:cNvPr id="6968" name="Google Shape;6968;p240"/>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9" name="Google Shape;6969;p240"/>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0" name="Google Shape;6970;p240"/>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1" name="Google Shape;6971;p240"/>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2" name="Google Shape;6972;p240"/>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3" name="Google Shape;6973;p240"/>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4" name="Google Shape;6974;p240"/>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5" name="Google Shape;6975;p240"/>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6" name="Google Shape;6976;p240"/>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7" name="Google Shape;6977;p240"/>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978" name="Google Shape;6978;p240"/>
              <p:cNvGrpSpPr/>
              <p:nvPr/>
            </p:nvGrpSpPr>
            <p:grpSpPr>
              <a:xfrm>
                <a:off x="10004774" y="1374362"/>
                <a:ext cx="604932" cy="303466"/>
                <a:chOff x="10004774" y="1374362"/>
                <a:chExt cx="604932" cy="303466"/>
              </a:xfrm>
            </p:grpSpPr>
            <p:sp>
              <p:nvSpPr>
                <p:cNvPr id="6979" name="Google Shape;6979;p240"/>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0" name="Google Shape;6980;p240"/>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1" name="Google Shape;6981;p240"/>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2" name="Google Shape;6982;p240"/>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3" name="Google Shape;6983;p240"/>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4" name="Google Shape;6984;p240"/>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5" name="Google Shape;6985;p240"/>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6" name="Google Shape;6986;p240"/>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987" name="Google Shape;6987;p240"/>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8" name="Google Shape;6988;p240"/>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989" name="Google Shape;6989;p240"/>
            <p:cNvGrpSpPr/>
            <p:nvPr/>
          </p:nvGrpSpPr>
          <p:grpSpPr>
            <a:xfrm>
              <a:off x="6717319" y="354723"/>
              <a:ext cx="656533" cy="799751"/>
              <a:chOff x="9097899" y="793051"/>
              <a:chExt cx="780287" cy="950500"/>
            </a:xfrm>
          </p:grpSpPr>
          <p:grpSp>
            <p:nvGrpSpPr>
              <p:cNvPr id="6990" name="Google Shape;6990;p240"/>
              <p:cNvGrpSpPr/>
              <p:nvPr/>
            </p:nvGrpSpPr>
            <p:grpSpPr>
              <a:xfrm>
                <a:off x="9118758" y="814006"/>
                <a:ext cx="747999" cy="918020"/>
                <a:chOff x="9118758" y="814006"/>
                <a:chExt cx="747999" cy="918020"/>
              </a:xfrm>
            </p:grpSpPr>
            <p:sp>
              <p:nvSpPr>
                <p:cNvPr id="6991" name="Google Shape;6991;p240"/>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2" name="Google Shape;6992;p240"/>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3" name="Google Shape;6993;p240"/>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4" name="Google Shape;6994;p240"/>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995" name="Google Shape;6995;p240"/>
              <p:cNvGrpSpPr/>
              <p:nvPr/>
            </p:nvGrpSpPr>
            <p:grpSpPr>
              <a:xfrm>
                <a:off x="9097899" y="793051"/>
                <a:ext cx="780287" cy="950500"/>
                <a:chOff x="9097899" y="793051"/>
                <a:chExt cx="780287" cy="950500"/>
              </a:xfrm>
            </p:grpSpPr>
            <p:grpSp>
              <p:nvGrpSpPr>
                <p:cNvPr id="6996" name="Google Shape;6996;p240"/>
                <p:cNvGrpSpPr/>
                <p:nvPr/>
              </p:nvGrpSpPr>
              <p:grpSpPr>
                <a:xfrm>
                  <a:off x="9097899" y="793051"/>
                  <a:ext cx="780287" cy="41909"/>
                  <a:chOff x="9097899" y="793051"/>
                  <a:chExt cx="780287" cy="41909"/>
                </a:xfrm>
              </p:grpSpPr>
              <p:sp>
                <p:nvSpPr>
                  <p:cNvPr id="6997" name="Google Shape;6997;p240"/>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8" name="Google Shape;6998;p240"/>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9" name="Google Shape;6999;p240"/>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000" name="Google Shape;7000;p240"/>
                <p:cNvGrpSpPr/>
                <p:nvPr/>
              </p:nvGrpSpPr>
              <p:grpSpPr>
                <a:xfrm>
                  <a:off x="9097899" y="1247298"/>
                  <a:ext cx="780287" cy="41910"/>
                  <a:chOff x="9097899" y="1247298"/>
                  <a:chExt cx="780287" cy="41910"/>
                </a:xfrm>
              </p:grpSpPr>
              <p:sp>
                <p:nvSpPr>
                  <p:cNvPr id="7001" name="Google Shape;7001;p240"/>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2" name="Google Shape;7002;p240"/>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003" name="Google Shape;7003;p240"/>
                <p:cNvGrpSpPr/>
                <p:nvPr/>
              </p:nvGrpSpPr>
              <p:grpSpPr>
                <a:xfrm>
                  <a:off x="9097899" y="1701641"/>
                  <a:ext cx="780287" cy="41910"/>
                  <a:chOff x="9097899" y="1701641"/>
                  <a:chExt cx="780287" cy="41910"/>
                </a:xfrm>
              </p:grpSpPr>
              <p:sp>
                <p:nvSpPr>
                  <p:cNvPr id="7004" name="Google Shape;7004;p240"/>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5" name="Google Shape;7005;p240"/>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6" name="Google Shape;7006;p240"/>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7007" name="Google Shape;7007;p240"/>
            <p:cNvGrpSpPr/>
            <p:nvPr/>
          </p:nvGrpSpPr>
          <p:grpSpPr>
            <a:xfrm>
              <a:off x="7074117" y="956519"/>
              <a:ext cx="215826" cy="125825"/>
              <a:chOff x="9521952" y="1508283"/>
              <a:chExt cx="256508" cy="149542"/>
            </a:xfrm>
          </p:grpSpPr>
          <p:sp>
            <p:nvSpPr>
              <p:cNvPr id="7008" name="Google Shape;7008;p240"/>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009" name="Google Shape;7009;p240"/>
              <p:cNvGrpSpPr/>
              <p:nvPr/>
            </p:nvGrpSpPr>
            <p:grpSpPr>
              <a:xfrm>
                <a:off x="9556578" y="1534618"/>
                <a:ext cx="183763" cy="98921"/>
                <a:chOff x="9556578" y="1534618"/>
                <a:chExt cx="183763" cy="98921"/>
              </a:xfrm>
            </p:grpSpPr>
            <p:grpSp>
              <p:nvGrpSpPr>
                <p:cNvPr id="7010" name="Google Shape;7010;p240"/>
                <p:cNvGrpSpPr/>
                <p:nvPr/>
              </p:nvGrpSpPr>
              <p:grpSpPr>
                <a:xfrm>
                  <a:off x="9645396" y="1536115"/>
                  <a:ext cx="94945" cy="94946"/>
                  <a:chOff x="9645396" y="1536115"/>
                  <a:chExt cx="94945" cy="94946"/>
                </a:xfrm>
              </p:grpSpPr>
              <p:sp>
                <p:nvSpPr>
                  <p:cNvPr id="7011" name="Google Shape;7011;p240"/>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12" name="Google Shape;7012;p240"/>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013" name="Google Shape;7013;p240"/>
                <p:cNvGrpSpPr/>
                <p:nvPr/>
              </p:nvGrpSpPr>
              <p:grpSpPr>
                <a:xfrm>
                  <a:off x="9556578" y="1534618"/>
                  <a:ext cx="98773" cy="98921"/>
                  <a:chOff x="9556578" y="1534618"/>
                  <a:chExt cx="98773" cy="98921"/>
                </a:xfrm>
              </p:grpSpPr>
              <p:sp>
                <p:nvSpPr>
                  <p:cNvPr id="7014" name="Google Shape;7014;p240"/>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15" name="Google Shape;7015;p240"/>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7016" name="Shape 7016"/>
        <p:cNvGrpSpPr/>
        <p:nvPr/>
      </p:nvGrpSpPr>
      <p:grpSpPr>
        <a:xfrm>
          <a:off x="0" y="0"/>
          <a:ext cx="0" cy="0"/>
          <a:chOff x="0" y="0"/>
          <a:chExt cx="0" cy="0"/>
        </a:xfrm>
      </p:grpSpPr>
    </p:spTree>
  </p:cSld>
  <p:clrMapOvr>
    <a:masterClrMapping/>
  </p:clrMapOvr>
</p:sldLayout>
</file>

<file path=ppt/slideLayouts/slideLayout2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7017" name="Shape 7017"/>
        <p:cNvGrpSpPr/>
        <p:nvPr/>
      </p:nvGrpSpPr>
      <p:grpSpPr>
        <a:xfrm>
          <a:off x="0" y="0"/>
          <a:ext cx="0" cy="0"/>
          <a:chOff x="0" y="0"/>
          <a:chExt cx="0" cy="0"/>
        </a:xfrm>
      </p:grpSpPr>
      <p:sp>
        <p:nvSpPr>
          <p:cNvPr id="7018" name="Google Shape;7018;p2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019" name="Google Shape;7019;p242"/>
          <p:cNvSpPr txBox="1"/>
          <p:nvPr>
            <p:ph hasCustomPrompt="1" idx="2" type="title"/>
          </p:nvPr>
        </p:nvSpPr>
        <p:spPr>
          <a:xfrm>
            <a:off x="110097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020" name="Google Shape;7020;p242"/>
          <p:cNvSpPr txBox="1"/>
          <p:nvPr>
            <p:ph hasCustomPrompt="1" idx="3" type="title"/>
          </p:nvPr>
        </p:nvSpPr>
        <p:spPr>
          <a:xfrm>
            <a:off x="110097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021" name="Google Shape;7021;p242"/>
          <p:cNvSpPr txBox="1"/>
          <p:nvPr>
            <p:ph hasCustomPrompt="1" idx="4" type="title"/>
          </p:nvPr>
        </p:nvSpPr>
        <p:spPr>
          <a:xfrm>
            <a:off x="3419250"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022" name="Google Shape;7022;p242"/>
          <p:cNvSpPr txBox="1"/>
          <p:nvPr>
            <p:ph hasCustomPrompt="1" idx="5" type="title"/>
          </p:nvPr>
        </p:nvSpPr>
        <p:spPr>
          <a:xfrm>
            <a:off x="3419250"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023" name="Google Shape;7023;p242"/>
          <p:cNvSpPr txBox="1"/>
          <p:nvPr>
            <p:ph hasCustomPrompt="1" idx="6" type="title"/>
          </p:nvPr>
        </p:nvSpPr>
        <p:spPr>
          <a:xfrm>
            <a:off x="573752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024" name="Google Shape;7024;p242"/>
          <p:cNvSpPr txBox="1"/>
          <p:nvPr>
            <p:ph hasCustomPrompt="1" idx="7" type="title"/>
          </p:nvPr>
        </p:nvSpPr>
        <p:spPr>
          <a:xfrm>
            <a:off x="573752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025" name="Google Shape;7025;p242"/>
          <p:cNvSpPr txBox="1"/>
          <p:nvPr>
            <p:ph idx="1" type="subTitle"/>
          </p:nvPr>
        </p:nvSpPr>
        <p:spPr>
          <a:xfrm>
            <a:off x="110097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026" name="Google Shape;7026;p242"/>
          <p:cNvSpPr txBox="1"/>
          <p:nvPr>
            <p:ph idx="8" type="subTitle"/>
          </p:nvPr>
        </p:nvSpPr>
        <p:spPr>
          <a:xfrm>
            <a:off x="3419250"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027" name="Google Shape;7027;p242"/>
          <p:cNvSpPr txBox="1"/>
          <p:nvPr>
            <p:ph idx="9" type="subTitle"/>
          </p:nvPr>
        </p:nvSpPr>
        <p:spPr>
          <a:xfrm>
            <a:off x="573752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028" name="Google Shape;7028;p242"/>
          <p:cNvSpPr txBox="1"/>
          <p:nvPr>
            <p:ph idx="13" type="subTitle"/>
          </p:nvPr>
        </p:nvSpPr>
        <p:spPr>
          <a:xfrm>
            <a:off x="110097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029" name="Google Shape;7029;p242"/>
          <p:cNvSpPr txBox="1"/>
          <p:nvPr>
            <p:ph idx="14" type="subTitle"/>
          </p:nvPr>
        </p:nvSpPr>
        <p:spPr>
          <a:xfrm>
            <a:off x="3419250"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030" name="Google Shape;7030;p242"/>
          <p:cNvSpPr txBox="1"/>
          <p:nvPr>
            <p:ph idx="15" type="subTitle"/>
          </p:nvPr>
        </p:nvSpPr>
        <p:spPr>
          <a:xfrm>
            <a:off x="573752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031" name="Google Shape;7031;p242"/>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242"/>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3" name="Google Shape;7033;p242"/>
          <p:cNvGrpSpPr/>
          <p:nvPr/>
        </p:nvGrpSpPr>
        <p:grpSpPr>
          <a:xfrm>
            <a:off x="8114970" y="266839"/>
            <a:ext cx="829992" cy="750888"/>
            <a:chOff x="8114596" y="445039"/>
            <a:chExt cx="633002" cy="572716"/>
          </a:xfrm>
        </p:grpSpPr>
        <p:grpSp>
          <p:nvGrpSpPr>
            <p:cNvPr id="7034" name="Google Shape;7034;p242"/>
            <p:cNvGrpSpPr/>
            <p:nvPr/>
          </p:nvGrpSpPr>
          <p:grpSpPr>
            <a:xfrm>
              <a:off x="8114596" y="445039"/>
              <a:ext cx="633002" cy="572716"/>
              <a:chOff x="7189660" y="520827"/>
              <a:chExt cx="598074" cy="541115"/>
            </a:xfrm>
          </p:grpSpPr>
          <p:sp>
            <p:nvSpPr>
              <p:cNvPr id="7035" name="Google Shape;7035;p242"/>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036" name="Google Shape;7036;p242"/>
              <p:cNvGrpSpPr/>
              <p:nvPr/>
            </p:nvGrpSpPr>
            <p:grpSpPr>
              <a:xfrm>
                <a:off x="7579137" y="551973"/>
                <a:ext cx="164782" cy="41529"/>
                <a:chOff x="7579137" y="551973"/>
                <a:chExt cx="164782" cy="41529"/>
              </a:xfrm>
            </p:grpSpPr>
            <p:sp>
              <p:nvSpPr>
                <p:cNvPr id="7037" name="Google Shape;7037;p242"/>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8" name="Google Shape;7038;p242"/>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9" name="Google Shape;7039;p242"/>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040" name="Google Shape;7040;p242"/>
            <p:cNvGrpSpPr/>
            <p:nvPr/>
          </p:nvGrpSpPr>
          <p:grpSpPr>
            <a:xfrm>
              <a:off x="8184962" y="619646"/>
              <a:ext cx="498115" cy="257273"/>
              <a:chOff x="7256144" y="685800"/>
              <a:chExt cx="470630" cy="243077"/>
            </a:xfrm>
          </p:grpSpPr>
          <p:sp>
            <p:nvSpPr>
              <p:cNvPr id="7041" name="Google Shape;7041;p242"/>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042" name="Google Shape;7042;p242"/>
              <p:cNvGrpSpPr/>
              <p:nvPr/>
            </p:nvGrpSpPr>
            <p:grpSpPr>
              <a:xfrm>
                <a:off x="7512843" y="685800"/>
                <a:ext cx="213931" cy="243077"/>
                <a:chOff x="7512843" y="685800"/>
                <a:chExt cx="213931" cy="243077"/>
              </a:xfrm>
            </p:grpSpPr>
            <p:grpSp>
              <p:nvGrpSpPr>
                <p:cNvPr id="7043" name="Google Shape;7043;p242"/>
                <p:cNvGrpSpPr/>
                <p:nvPr/>
              </p:nvGrpSpPr>
              <p:grpSpPr>
                <a:xfrm>
                  <a:off x="7512843" y="836580"/>
                  <a:ext cx="213931" cy="92297"/>
                  <a:chOff x="7512843" y="836580"/>
                  <a:chExt cx="213931" cy="92297"/>
                </a:xfrm>
              </p:grpSpPr>
              <p:sp>
                <p:nvSpPr>
                  <p:cNvPr id="7044" name="Google Shape;7044;p242"/>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5" name="Google Shape;7045;p242"/>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046" name="Google Shape;7046;p242"/>
                <p:cNvGrpSpPr/>
                <p:nvPr/>
              </p:nvGrpSpPr>
              <p:grpSpPr>
                <a:xfrm>
                  <a:off x="7512843" y="761238"/>
                  <a:ext cx="213931" cy="92296"/>
                  <a:chOff x="7512843" y="761238"/>
                  <a:chExt cx="213931" cy="92296"/>
                </a:xfrm>
              </p:grpSpPr>
              <p:sp>
                <p:nvSpPr>
                  <p:cNvPr id="7047" name="Google Shape;7047;p242"/>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8" name="Google Shape;7048;p242"/>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049" name="Google Shape;7049;p242"/>
                <p:cNvGrpSpPr/>
                <p:nvPr/>
              </p:nvGrpSpPr>
              <p:grpSpPr>
                <a:xfrm>
                  <a:off x="7512843" y="685800"/>
                  <a:ext cx="213931" cy="92297"/>
                  <a:chOff x="7512843" y="685800"/>
                  <a:chExt cx="213931" cy="92297"/>
                </a:xfrm>
              </p:grpSpPr>
              <p:sp>
                <p:nvSpPr>
                  <p:cNvPr id="7050" name="Google Shape;7050;p242"/>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1" name="Google Shape;7051;p242"/>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
        <p:nvSpPr>
          <p:cNvPr id="7052" name="Google Shape;7052;p242"/>
          <p:cNvSpPr/>
          <p:nvPr/>
        </p:nvSpPr>
        <p:spPr>
          <a:xfrm>
            <a:off x="62832" y="4828541"/>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053" name="Google Shape;7053;p242"/>
          <p:cNvGrpSpPr/>
          <p:nvPr/>
        </p:nvGrpSpPr>
        <p:grpSpPr>
          <a:xfrm>
            <a:off x="103395" y="3891186"/>
            <a:ext cx="668783" cy="959747"/>
            <a:chOff x="10519314" y="4728596"/>
            <a:chExt cx="751780" cy="1078731"/>
          </a:xfrm>
        </p:grpSpPr>
        <p:grpSp>
          <p:nvGrpSpPr>
            <p:cNvPr id="7054" name="Google Shape;7054;p242"/>
            <p:cNvGrpSpPr/>
            <p:nvPr/>
          </p:nvGrpSpPr>
          <p:grpSpPr>
            <a:xfrm>
              <a:off x="10519314" y="4728596"/>
              <a:ext cx="626662" cy="1078731"/>
              <a:chOff x="10519314" y="4728596"/>
              <a:chExt cx="626662" cy="1078731"/>
            </a:xfrm>
          </p:grpSpPr>
          <p:grpSp>
            <p:nvGrpSpPr>
              <p:cNvPr id="7055" name="Google Shape;7055;p242"/>
              <p:cNvGrpSpPr/>
              <p:nvPr/>
            </p:nvGrpSpPr>
            <p:grpSpPr>
              <a:xfrm>
                <a:off x="10903220" y="4888205"/>
                <a:ext cx="242756" cy="919122"/>
                <a:chOff x="10903220" y="4888205"/>
                <a:chExt cx="242756" cy="919122"/>
              </a:xfrm>
            </p:grpSpPr>
            <p:sp>
              <p:nvSpPr>
                <p:cNvPr id="7056" name="Google Shape;7056;p242"/>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7" name="Google Shape;7057;p242"/>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8" name="Google Shape;7058;p242"/>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059" name="Google Shape;7059;p242"/>
                <p:cNvGrpSpPr/>
                <p:nvPr/>
              </p:nvGrpSpPr>
              <p:grpSpPr>
                <a:xfrm>
                  <a:off x="11014221" y="5588618"/>
                  <a:ext cx="100021" cy="114784"/>
                  <a:chOff x="11014221" y="5588618"/>
                  <a:chExt cx="100021" cy="114784"/>
                </a:xfrm>
              </p:grpSpPr>
              <p:sp>
                <p:nvSpPr>
                  <p:cNvPr id="7060" name="Google Shape;7060;p242"/>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1" name="Google Shape;7061;p242"/>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2" name="Google Shape;7062;p242"/>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3" name="Google Shape;7063;p242"/>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064" name="Google Shape;7064;p242"/>
              <p:cNvGrpSpPr/>
              <p:nvPr/>
            </p:nvGrpSpPr>
            <p:grpSpPr>
              <a:xfrm>
                <a:off x="10718623" y="4728596"/>
                <a:ext cx="229169" cy="1075979"/>
                <a:chOff x="10718623" y="4728596"/>
                <a:chExt cx="229169" cy="1075979"/>
              </a:xfrm>
            </p:grpSpPr>
            <p:sp>
              <p:nvSpPr>
                <p:cNvPr id="7065" name="Google Shape;7065;p242"/>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6" name="Google Shape;7066;p242"/>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067" name="Google Shape;7067;p242"/>
                <p:cNvGrpSpPr/>
                <p:nvPr/>
              </p:nvGrpSpPr>
              <p:grpSpPr>
                <a:xfrm>
                  <a:off x="10765015" y="5040134"/>
                  <a:ext cx="116314" cy="49775"/>
                  <a:chOff x="10765015" y="5040134"/>
                  <a:chExt cx="116314" cy="49775"/>
                </a:xfrm>
              </p:grpSpPr>
              <p:sp>
                <p:nvSpPr>
                  <p:cNvPr id="7068" name="Google Shape;7068;p242"/>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9" name="Google Shape;7069;p242"/>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070" name="Google Shape;7070;p242"/>
                <p:cNvGrpSpPr/>
                <p:nvPr/>
              </p:nvGrpSpPr>
              <p:grpSpPr>
                <a:xfrm>
                  <a:off x="10784825" y="5436314"/>
                  <a:ext cx="116414" cy="49961"/>
                  <a:chOff x="10784825" y="5436314"/>
                  <a:chExt cx="116414" cy="49961"/>
                </a:xfrm>
              </p:grpSpPr>
              <p:sp>
                <p:nvSpPr>
                  <p:cNvPr id="7071" name="Google Shape;7071;p242"/>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2" name="Google Shape;7072;p242"/>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073" name="Google Shape;7073;p242"/>
              <p:cNvGrpSpPr/>
              <p:nvPr/>
            </p:nvGrpSpPr>
            <p:grpSpPr>
              <a:xfrm>
                <a:off x="10519314" y="4813458"/>
                <a:ext cx="202120" cy="992123"/>
                <a:chOff x="10519314" y="4813458"/>
                <a:chExt cx="202120" cy="992123"/>
              </a:xfrm>
            </p:grpSpPr>
            <p:sp>
              <p:nvSpPr>
                <p:cNvPr id="7074" name="Google Shape;7074;p242"/>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5" name="Google Shape;7075;p242"/>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076" name="Google Shape;7076;p242"/>
                <p:cNvGrpSpPr/>
                <p:nvPr/>
              </p:nvGrpSpPr>
              <p:grpSpPr>
                <a:xfrm>
                  <a:off x="10556176" y="5465730"/>
                  <a:ext cx="128397" cy="44196"/>
                  <a:chOff x="10556176" y="5465730"/>
                  <a:chExt cx="128397" cy="44196"/>
                </a:xfrm>
              </p:grpSpPr>
              <p:sp>
                <p:nvSpPr>
                  <p:cNvPr id="7077" name="Google Shape;7077;p242"/>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8" name="Google Shape;7078;p242"/>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079" name="Google Shape;7079;p242"/>
                <p:cNvGrpSpPr/>
                <p:nvPr/>
              </p:nvGrpSpPr>
              <p:grpSpPr>
                <a:xfrm>
                  <a:off x="10556176" y="5689187"/>
                  <a:ext cx="128397" cy="44196"/>
                  <a:chOff x="10556176" y="5689187"/>
                  <a:chExt cx="128397" cy="44196"/>
                </a:xfrm>
              </p:grpSpPr>
              <p:sp>
                <p:nvSpPr>
                  <p:cNvPr id="7080" name="Google Shape;7080;p242"/>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1" name="Google Shape;7081;p242"/>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7082" name="Google Shape;7082;p242"/>
            <p:cNvGrpSpPr/>
            <p:nvPr/>
          </p:nvGrpSpPr>
          <p:grpSpPr>
            <a:xfrm>
              <a:off x="11058042" y="5088325"/>
              <a:ext cx="213052" cy="717953"/>
              <a:chOff x="11058042" y="5088325"/>
              <a:chExt cx="213052" cy="717953"/>
            </a:xfrm>
          </p:grpSpPr>
          <p:sp>
            <p:nvSpPr>
              <p:cNvPr id="7083" name="Google Shape;7083;p242"/>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4" name="Google Shape;7084;p242"/>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085" name="Google Shape;7085;p242"/>
          <p:cNvGrpSpPr/>
          <p:nvPr/>
        </p:nvGrpSpPr>
        <p:grpSpPr>
          <a:xfrm>
            <a:off x="150676" y="2823493"/>
            <a:ext cx="516117" cy="779220"/>
            <a:chOff x="10572463" y="3528536"/>
            <a:chExt cx="580168" cy="875823"/>
          </a:xfrm>
        </p:grpSpPr>
        <p:grpSp>
          <p:nvGrpSpPr>
            <p:cNvPr id="7086" name="Google Shape;7086;p242"/>
            <p:cNvGrpSpPr/>
            <p:nvPr/>
          </p:nvGrpSpPr>
          <p:grpSpPr>
            <a:xfrm>
              <a:off x="10713815" y="3528536"/>
              <a:ext cx="438816" cy="746664"/>
              <a:chOff x="10713815" y="3528536"/>
              <a:chExt cx="438816" cy="746664"/>
            </a:xfrm>
          </p:grpSpPr>
          <p:sp>
            <p:nvSpPr>
              <p:cNvPr id="7087" name="Google Shape;7087;p242"/>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088" name="Google Shape;7088;p242"/>
              <p:cNvGrpSpPr/>
              <p:nvPr/>
            </p:nvGrpSpPr>
            <p:grpSpPr>
              <a:xfrm>
                <a:off x="10776489" y="3625310"/>
                <a:ext cx="313848" cy="288226"/>
                <a:chOff x="10776489" y="3625310"/>
                <a:chExt cx="313848" cy="288226"/>
              </a:xfrm>
            </p:grpSpPr>
            <p:sp>
              <p:nvSpPr>
                <p:cNvPr id="7089" name="Google Shape;7089;p242"/>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0" name="Google Shape;7090;p242"/>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1" name="Google Shape;7091;p242"/>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2" name="Google Shape;7092;p242"/>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3" name="Google Shape;7093;p242"/>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4" name="Google Shape;7094;p242"/>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095" name="Google Shape;7095;p242"/>
              <p:cNvGrpSpPr/>
              <p:nvPr/>
            </p:nvGrpSpPr>
            <p:grpSpPr>
              <a:xfrm>
                <a:off x="10776489" y="3999547"/>
                <a:ext cx="313848" cy="181546"/>
                <a:chOff x="10776489" y="3999547"/>
                <a:chExt cx="313848" cy="181546"/>
              </a:xfrm>
            </p:grpSpPr>
            <p:sp>
              <p:nvSpPr>
                <p:cNvPr id="7096" name="Google Shape;7096;p242"/>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7" name="Google Shape;7097;p242"/>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8" name="Google Shape;7098;p242"/>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9" name="Google Shape;7099;p242"/>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100" name="Google Shape;7100;p242"/>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101" name="Google Shape;7101;p242"/>
            <p:cNvGrpSpPr/>
            <p:nvPr/>
          </p:nvGrpSpPr>
          <p:grpSpPr>
            <a:xfrm>
              <a:off x="10572463" y="3657790"/>
              <a:ext cx="438817" cy="746569"/>
              <a:chOff x="10572463" y="3657790"/>
              <a:chExt cx="438817" cy="746569"/>
            </a:xfrm>
          </p:grpSpPr>
          <p:sp>
            <p:nvSpPr>
              <p:cNvPr id="7102" name="Google Shape;7102;p242"/>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103" name="Google Shape;7103;p242"/>
              <p:cNvGrpSpPr/>
              <p:nvPr/>
            </p:nvGrpSpPr>
            <p:grpSpPr>
              <a:xfrm>
                <a:off x="10635138" y="3754469"/>
                <a:ext cx="313848" cy="288321"/>
                <a:chOff x="10635138" y="3754469"/>
                <a:chExt cx="313848" cy="288321"/>
              </a:xfrm>
            </p:grpSpPr>
            <p:sp>
              <p:nvSpPr>
                <p:cNvPr id="7104" name="Google Shape;7104;p242"/>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5" name="Google Shape;7105;p242"/>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6" name="Google Shape;7106;p242"/>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7" name="Google Shape;7107;p242"/>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8" name="Google Shape;7108;p242"/>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9" name="Google Shape;7109;p242"/>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110" name="Google Shape;7110;p242"/>
              <p:cNvGrpSpPr/>
              <p:nvPr/>
            </p:nvGrpSpPr>
            <p:grpSpPr>
              <a:xfrm>
                <a:off x="10635138" y="4128801"/>
                <a:ext cx="313848" cy="181547"/>
                <a:chOff x="10635138" y="4128801"/>
                <a:chExt cx="313848" cy="181547"/>
              </a:xfrm>
            </p:grpSpPr>
            <p:sp>
              <p:nvSpPr>
                <p:cNvPr id="7111" name="Google Shape;7111;p242"/>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2" name="Google Shape;7112;p242"/>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3" name="Google Shape;7113;p242"/>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4" name="Google Shape;7114;p242"/>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115" name="Google Shape;7115;p242"/>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116" name="Google Shape;7116;p242"/>
          <p:cNvGrpSpPr/>
          <p:nvPr/>
        </p:nvGrpSpPr>
        <p:grpSpPr>
          <a:xfrm>
            <a:off x="361835" y="3601018"/>
            <a:ext cx="22030" cy="294484"/>
            <a:chOff x="10809827" y="4402455"/>
            <a:chExt cx="24764" cy="330993"/>
          </a:xfrm>
        </p:grpSpPr>
        <p:sp>
          <p:nvSpPr>
            <p:cNvPr id="7117" name="Google Shape;7117;p242"/>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8" name="Google Shape;7118;p242"/>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9" name="Google Shape;7119;p242"/>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7120" name="Shape 7120"/>
        <p:cNvGrpSpPr/>
        <p:nvPr/>
      </p:nvGrpSpPr>
      <p:grpSpPr>
        <a:xfrm>
          <a:off x="0" y="0"/>
          <a:ext cx="0" cy="0"/>
          <a:chOff x="0" y="0"/>
          <a:chExt cx="0" cy="0"/>
        </a:xfrm>
      </p:grpSpPr>
      <p:sp>
        <p:nvSpPr>
          <p:cNvPr id="7121" name="Google Shape;7121;p243"/>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122" name="Google Shape;7122;p243"/>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7123" name="Google Shape;7123;p243"/>
          <p:cNvSpPr/>
          <p:nvPr>
            <p:ph idx="2" type="pic"/>
          </p:nvPr>
        </p:nvSpPr>
        <p:spPr>
          <a:xfrm>
            <a:off x="5668975" y="1076550"/>
            <a:ext cx="2990400" cy="2990400"/>
          </a:xfrm>
          <a:prstGeom prst="roundRect">
            <a:avLst>
              <a:gd fmla="val 16667" name="adj"/>
            </a:avLst>
          </a:prstGeom>
          <a:noFill/>
          <a:ln>
            <a:noFill/>
          </a:ln>
        </p:spPr>
      </p:sp>
      <p:sp>
        <p:nvSpPr>
          <p:cNvPr id="7124" name="Google Shape;7124;p243"/>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243"/>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6" name="Google Shape;7126;p243"/>
          <p:cNvGrpSpPr/>
          <p:nvPr/>
        </p:nvGrpSpPr>
        <p:grpSpPr>
          <a:xfrm>
            <a:off x="65066" y="4373044"/>
            <a:ext cx="878158" cy="654532"/>
            <a:chOff x="1114425" y="4361211"/>
            <a:chExt cx="573023" cy="427101"/>
          </a:xfrm>
        </p:grpSpPr>
        <p:grpSp>
          <p:nvGrpSpPr>
            <p:cNvPr id="7127" name="Google Shape;7127;p243"/>
            <p:cNvGrpSpPr/>
            <p:nvPr/>
          </p:nvGrpSpPr>
          <p:grpSpPr>
            <a:xfrm>
              <a:off x="1114425" y="4361211"/>
              <a:ext cx="573023" cy="427101"/>
              <a:chOff x="1114425" y="4361211"/>
              <a:chExt cx="573023" cy="427101"/>
            </a:xfrm>
          </p:grpSpPr>
          <p:sp>
            <p:nvSpPr>
              <p:cNvPr id="7128" name="Google Shape;7128;p243"/>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29" name="Google Shape;7129;p243"/>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30" name="Google Shape;7130;p243"/>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131" name="Google Shape;7131;p243"/>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_1">
    <p:spTree>
      <p:nvGrpSpPr>
        <p:cNvPr id="7132" name="Shape 7132"/>
        <p:cNvGrpSpPr/>
        <p:nvPr/>
      </p:nvGrpSpPr>
      <p:grpSpPr>
        <a:xfrm>
          <a:off x="0" y="0"/>
          <a:ext cx="0" cy="0"/>
          <a:chOff x="0" y="0"/>
          <a:chExt cx="0" cy="0"/>
        </a:xfrm>
      </p:grpSpPr>
      <p:sp>
        <p:nvSpPr>
          <p:cNvPr id="7133" name="Google Shape;7133;p244"/>
          <p:cNvSpPr txBox="1"/>
          <p:nvPr>
            <p:ph type="title"/>
          </p:nvPr>
        </p:nvSpPr>
        <p:spPr>
          <a:xfrm>
            <a:off x="2013850" y="841075"/>
            <a:ext cx="5116200" cy="13905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sz="4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134" name="Google Shape;7134;p244"/>
          <p:cNvSpPr txBox="1"/>
          <p:nvPr>
            <p:ph idx="1" type="subTitle"/>
          </p:nvPr>
        </p:nvSpPr>
        <p:spPr>
          <a:xfrm>
            <a:off x="2013850" y="2231525"/>
            <a:ext cx="51162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7135" name="Google Shape;7135;p244"/>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6" name="Google Shape;7136;p244"/>
          <p:cNvGrpSpPr/>
          <p:nvPr/>
        </p:nvGrpSpPr>
        <p:grpSpPr>
          <a:xfrm flipH="1">
            <a:off x="683048" y="4696520"/>
            <a:ext cx="325927" cy="404808"/>
            <a:chOff x="7385113" y="1535430"/>
            <a:chExt cx="435673" cy="541115"/>
          </a:xfrm>
        </p:grpSpPr>
        <p:sp>
          <p:nvSpPr>
            <p:cNvPr id="7137" name="Google Shape;7137;p244"/>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138" name="Google Shape;7138;p244"/>
            <p:cNvGrpSpPr/>
            <p:nvPr/>
          </p:nvGrpSpPr>
          <p:grpSpPr>
            <a:xfrm>
              <a:off x="7612094" y="1566576"/>
              <a:ext cx="164781" cy="41529"/>
              <a:chOff x="7612094" y="1566576"/>
              <a:chExt cx="164781" cy="41529"/>
            </a:xfrm>
          </p:grpSpPr>
          <p:sp>
            <p:nvSpPr>
              <p:cNvPr id="7139" name="Google Shape;7139;p244"/>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0" name="Google Shape;7140;p244"/>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1" name="Google Shape;7141;p244"/>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142" name="Google Shape;7142;p244"/>
          <p:cNvGrpSpPr/>
          <p:nvPr/>
        </p:nvGrpSpPr>
        <p:grpSpPr>
          <a:xfrm flipH="1">
            <a:off x="713902" y="4774546"/>
            <a:ext cx="268636" cy="280965"/>
            <a:chOff x="7420451" y="1639728"/>
            <a:chExt cx="359091" cy="375571"/>
          </a:xfrm>
        </p:grpSpPr>
        <p:sp>
          <p:nvSpPr>
            <p:cNvPr id="7143" name="Google Shape;7143;p244"/>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4" name="Google Shape;7144;p244"/>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145" name="Google Shape;7145;p244"/>
          <p:cNvGrpSpPr/>
          <p:nvPr/>
        </p:nvGrpSpPr>
        <p:grpSpPr>
          <a:xfrm flipH="1">
            <a:off x="96200" y="4469347"/>
            <a:ext cx="355444" cy="644072"/>
            <a:chOff x="1945386" y="5582316"/>
            <a:chExt cx="470725" cy="852963"/>
          </a:xfrm>
        </p:grpSpPr>
        <p:grpSp>
          <p:nvGrpSpPr>
            <p:cNvPr id="7146" name="Google Shape;7146;p244"/>
            <p:cNvGrpSpPr/>
            <p:nvPr/>
          </p:nvGrpSpPr>
          <p:grpSpPr>
            <a:xfrm>
              <a:off x="1945386" y="5582316"/>
              <a:ext cx="470725" cy="852963"/>
              <a:chOff x="1945386" y="5582316"/>
              <a:chExt cx="470725" cy="852963"/>
            </a:xfrm>
          </p:grpSpPr>
          <p:sp>
            <p:nvSpPr>
              <p:cNvPr id="7147" name="Google Shape;7147;p244"/>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8" name="Google Shape;7148;p244"/>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149" name="Google Shape;7149;p244"/>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150" name="Google Shape;7150;p244"/>
          <p:cNvGrpSpPr/>
          <p:nvPr/>
        </p:nvGrpSpPr>
        <p:grpSpPr>
          <a:xfrm>
            <a:off x="7975988" y="116167"/>
            <a:ext cx="1061979" cy="558999"/>
            <a:chOff x="3859815" y="2867310"/>
            <a:chExt cx="1262157" cy="664368"/>
          </a:xfrm>
        </p:grpSpPr>
        <p:sp>
          <p:nvSpPr>
            <p:cNvPr id="7151" name="Google Shape;7151;p244"/>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152" name="Google Shape;7152;p244"/>
            <p:cNvGrpSpPr/>
            <p:nvPr/>
          </p:nvGrpSpPr>
          <p:grpSpPr>
            <a:xfrm>
              <a:off x="4275677" y="3065525"/>
              <a:ext cx="334517" cy="380047"/>
              <a:chOff x="4275677" y="3065525"/>
              <a:chExt cx="334517" cy="380047"/>
            </a:xfrm>
          </p:grpSpPr>
          <p:grpSp>
            <p:nvGrpSpPr>
              <p:cNvPr id="7153" name="Google Shape;7153;p244"/>
              <p:cNvGrpSpPr/>
              <p:nvPr/>
            </p:nvGrpSpPr>
            <p:grpSpPr>
              <a:xfrm>
                <a:off x="4275677" y="3065525"/>
                <a:ext cx="334517" cy="380047"/>
                <a:chOff x="4275677" y="3065525"/>
                <a:chExt cx="334517" cy="380047"/>
              </a:xfrm>
            </p:grpSpPr>
            <p:grpSp>
              <p:nvGrpSpPr>
                <p:cNvPr id="7154" name="Google Shape;7154;p244"/>
                <p:cNvGrpSpPr/>
                <p:nvPr/>
              </p:nvGrpSpPr>
              <p:grpSpPr>
                <a:xfrm>
                  <a:off x="4275677" y="3301269"/>
                  <a:ext cx="334422" cy="144303"/>
                  <a:chOff x="4275677" y="3301269"/>
                  <a:chExt cx="334422" cy="144303"/>
                </a:xfrm>
              </p:grpSpPr>
              <p:sp>
                <p:nvSpPr>
                  <p:cNvPr id="7155" name="Google Shape;7155;p244"/>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56" name="Google Shape;7156;p244"/>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157" name="Google Shape;7157;p244"/>
                <p:cNvGrpSpPr/>
                <p:nvPr/>
              </p:nvGrpSpPr>
              <p:grpSpPr>
                <a:xfrm>
                  <a:off x="4275677" y="3183350"/>
                  <a:ext cx="334422" cy="144302"/>
                  <a:chOff x="4275677" y="3183350"/>
                  <a:chExt cx="334422" cy="144302"/>
                </a:xfrm>
              </p:grpSpPr>
              <p:sp>
                <p:nvSpPr>
                  <p:cNvPr id="7158" name="Google Shape;7158;p244"/>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59" name="Google Shape;7159;p244"/>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160" name="Google Shape;7160;p244"/>
                <p:cNvGrpSpPr/>
                <p:nvPr/>
              </p:nvGrpSpPr>
              <p:grpSpPr>
                <a:xfrm>
                  <a:off x="4275677" y="3065525"/>
                  <a:ext cx="334517" cy="144303"/>
                  <a:chOff x="4275677" y="3065525"/>
                  <a:chExt cx="334517" cy="144303"/>
                </a:xfrm>
              </p:grpSpPr>
              <p:sp>
                <p:nvSpPr>
                  <p:cNvPr id="7161" name="Google Shape;7161;p244"/>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62" name="Google Shape;7162;p244"/>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7163" name="Google Shape;7163;p244"/>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64" name="Google Shape;7164;p244"/>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65" name="Google Shape;7165;p244"/>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166" name="Google Shape;7166;p244"/>
          <p:cNvGrpSpPr/>
          <p:nvPr/>
        </p:nvGrpSpPr>
        <p:grpSpPr>
          <a:xfrm flipH="1" rot="5400000">
            <a:off x="557972" y="4696603"/>
            <a:ext cx="16329" cy="218290"/>
            <a:chOff x="10809827" y="4402455"/>
            <a:chExt cx="24764" cy="330993"/>
          </a:xfrm>
        </p:grpSpPr>
        <p:sp>
          <p:nvSpPr>
            <p:cNvPr id="7167" name="Google Shape;7167;p244"/>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68" name="Google Shape;7168;p244"/>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69" name="Google Shape;7169;p244"/>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170" name="Google Shape;7170;p244"/>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244"/>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7172" name="Shape 7172"/>
        <p:cNvGrpSpPr/>
        <p:nvPr/>
      </p:nvGrpSpPr>
      <p:grpSpPr>
        <a:xfrm>
          <a:off x="0" y="0"/>
          <a:ext cx="0" cy="0"/>
          <a:chOff x="0" y="0"/>
          <a:chExt cx="0" cy="0"/>
        </a:xfrm>
      </p:grpSpPr>
      <p:sp>
        <p:nvSpPr>
          <p:cNvPr id="7173" name="Google Shape;7173;p2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174" name="Google Shape;7174;p245"/>
          <p:cNvSpPr txBox="1"/>
          <p:nvPr>
            <p:ph idx="1" type="subTitle"/>
          </p:nvPr>
        </p:nvSpPr>
        <p:spPr>
          <a:xfrm>
            <a:off x="93762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7175" name="Google Shape;7175;p245"/>
          <p:cNvSpPr txBox="1"/>
          <p:nvPr>
            <p:ph idx="2" type="subTitle"/>
          </p:nvPr>
        </p:nvSpPr>
        <p:spPr>
          <a:xfrm>
            <a:off x="3484347"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7176" name="Google Shape;7176;p245"/>
          <p:cNvSpPr txBox="1"/>
          <p:nvPr>
            <p:ph idx="3" type="subTitle"/>
          </p:nvPr>
        </p:nvSpPr>
        <p:spPr>
          <a:xfrm>
            <a:off x="603107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7177" name="Google Shape;7177;p245"/>
          <p:cNvSpPr txBox="1"/>
          <p:nvPr>
            <p:ph idx="4" type="subTitle"/>
          </p:nvPr>
        </p:nvSpPr>
        <p:spPr>
          <a:xfrm>
            <a:off x="93762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178" name="Google Shape;7178;p245"/>
          <p:cNvSpPr txBox="1"/>
          <p:nvPr>
            <p:ph idx="5" type="subTitle"/>
          </p:nvPr>
        </p:nvSpPr>
        <p:spPr>
          <a:xfrm>
            <a:off x="3484350"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179" name="Google Shape;7179;p245"/>
          <p:cNvSpPr txBox="1"/>
          <p:nvPr>
            <p:ph idx="6" type="subTitle"/>
          </p:nvPr>
        </p:nvSpPr>
        <p:spPr>
          <a:xfrm>
            <a:off x="603107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180" name="Google Shape;7180;p245"/>
          <p:cNvSpPr/>
          <p:nvPr/>
        </p:nvSpPr>
        <p:spPr>
          <a:xfrm flipH="1" rot="8800738">
            <a:off x="7902412" y="4181666"/>
            <a:ext cx="1680262" cy="1358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245"/>
          <p:cNvSpPr/>
          <p:nvPr/>
        </p:nvSpPr>
        <p:spPr>
          <a:xfrm flipH="1" rot="-8942362">
            <a:off x="-983149" y="4040244"/>
            <a:ext cx="2474148" cy="2000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245"/>
          <p:cNvSpPr/>
          <p:nvPr/>
        </p:nvSpPr>
        <p:spPr>
          <a:xfrm flipH="1" rot="1554271">
            <a:off x="7563507" y="-664049"/>
            <a:ext cx="2112334" cy="200257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245"/>
          <p:cNvSpPr/>
          <p:nvPr/>
        </p:nvSpPr>
        <p:spPr>
          <a:xfrm>
            <a:off x="62825" y="1725386"/>
            <a:ext cx="606206" cy="37384"/>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184" name="Google Shape;7184;p245"/>
          <p:cNvGrpSpPr/>
          <p:nvPr/>
        </p:nvGrpSpPr>
        <p:grpSpPr>
          <a:xfrm>
            <a:off x="96399" y="951293"/>
            <a:ext cx="552408" cy="792759"/>
            <a:chOff x="10519314" y="4728596"/>
            <a:chExt cx="751780" cy="1078731"/>
          </a:xfrm>
        </p:grpSpPr>
        <p:grpSp>
          <p:nvGrpSpPr>
            <p:cNvPr id="7185" name="Google Shape;7185;p245"/>
            <p:cNvGrpSpPr/>
            <p:nvPr/>
          </p:nvGrpSpPr>
          <p:grpSpPr>
            <a:xfrm>
              <a:off x="10519314" y="4728596"/>
              <a:ext cx="626662" cy="1078731"/>
              <a:chOff x="10519314" y="4728596"/>
              <a:chExt cx="626662" cy="1078731"/>
            </a:xfrm>
          </p:grpSpPr>
          <p:grpSp>
            <p:nvGrpSpPr>
              <p:cNvPr id="7186" name="Google Shape;7186;p245"/>
              <p:cNvGrpSpPr/>
              <p:nvPr/>
            </p:nvGrpSpPr>
            <p:grpSpPr>
              <a:xfrm>
                <a:off x="10903220" y="4888205"/>
                <a:ext cx="242756" cy="919122"/>
                <a:chOff x="10903220" y="4888205"/>
                <a:chExt cx="242756" cy="919122"/>
              </a:xfrm>
            </p:grpSpPr>
            <p:sp>
              <p:nvSpPr>
                <p:cNvPr id="7187" name="Google Shape;7187;p245"/>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88" name="Google Shape;7188;p245"/>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89" name="Google Shape;7189;p245"/>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190" name="Google Shape;7190;p245"/>
                <p:cNvGrpSpPr/>
                <p:nvPr/>
              </p:nvGrpSpPr>
              <p:grpSpPr>
                <a:xfrm>
                  <a:off x="11014221" y="5588618"/>
                  <a:ext cx="100021" cy="114784"/>
                  <a:chOff x="11014221" y="5588618"/>
                  <a:chExt cx="100021" cy="114784"/>
                </a:xfrm>
              </p:grpSpPr>
              <p:sp>
                <p:nvSpPr>
                  <p:cNvPr id="7191" name="Google Shape;7191;p245"/>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92" name="Google Shape;7192;p245"/>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93" name="Google Shape;7193;p245"/>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94" name="Google Shape;7194;p245"/>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195" name="Google Shape;7195;p245"/>
              <p:cNvGrpSpPr/>
              <p:nvPr/>
            </p:nvGrpSpPr>
            <p:grpSpPr>
              <a:xfrm>
                <a:off x="10718623" y="4728596"/>
                <a:ext cx="229169" cy="1075979"/>
                <a:chOff x="10718623" y="4728596"/>
                <a:chExt cx="229169" cy="1075979"/>
              </a:xfrm>
            </p:grpSpPr>
            <p:sp>
              <p:nvSpPr>
                <p:cNvPr id="7196" name="Google Shape;7196;p245"/>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97" name="Google Shape;7197;p245"/>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198" name="Google Shape;7198;p245"/>
                <p:cNvGrpSpPr/>
                <p:nvPr/>
              </p:nvGrpSpPr>
              <p:grpSpPr>
                <a:xfrm>
                  <a:off x="10765015" y="5040134"/>
                  <a:ext cx="116314" cy="49775"/>
                  <a:chOff x="10765015" y="5040134"/>
                  <a:chExt cx="116314" cy="49775"/>
                </a:xfrm>
              </p:grpSpPr>
              <p:sp>
                <p:nvSpPr>
                  <p:cNvPr id="7199" name="Google Shape;7199;p245"/>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00" name="Google Shape;7200;p245"/>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01" name="Google Shape;7201;p245"/>
                <p:cNvGrpSpPr/>
                <p:nvPr/>
              </p:nvGrpSpPr>
              <p:grpSpPr>
                <a:xfrm>
                  <a:off x="10784825" y="5436314"/>
                  <a:ext cx="116414" cy="49961"/>
                  <a:chOff x="10784825" y="5436314"/>
                  <a:chExt cx="116414" cy="49961"/>
                </a:xfrm>
              </p:grpSpPr>
              <p:sp>
                <p:nvSpPr>
                  <p:cNvPr id="7202" name="Google Shape;7202;p245"/>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03" name="Google Shape;7203;p245"/>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204" name="Google Shape;7204;p245"/>
              <p:cNvGrpSpPr/>
              <p:nvPr/>
            </p:nvGrpSpPr>
            <p:grpSpPr>
              <a:xfrm>
                <a:off x="10519314" y="4813458"/>
                <a:ext cx="202120" cy="992123"/>
                <a:chOff x="10519314" y="4813458"/>
                <a:chExt cx="202120" cy="992123"/>
              </a:xfrm>
            </p:grpSpPr>
            <p:sp>
              <p:nvSpPr>
                <p:cNvPr id="7205" name="Google Shape;7205;p245"/>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06" name="Google Shape;7206;p245"/>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207" name="Google Shape;7207;p245"/>
                <p:cNvGrpSpPr/>
                <p:nvPr/>
              </p:nvGrpSpPr>
              <p:grpSpPr>
                <a:xfrm>
                  <a:off x="10556176" y="5465730"/>
                  <a:ext cx="128397" cy="44196"/>
                  <a:chOff x="10556176" y="5465730"/>
                  <a:chExt cx="128397" cy="44196"/>
                </a:xfrm>
              </p:grpSpPr>
              <p:sp>
                <p:nvSpPr>
                  <p:cNvPr id="7208" name="Google Shape;7208;p245"/>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09" name="Google Shape;7209;p245"/>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10" name="Google Shape;7210;p245"/>
                <p:cNvGrpSpPr/>
                <p:nvPr/>
              </p:nvGrpSpPr>
              <p:grpSpPr>
                <a:xfrm>
                  <a:off x="10556176" y="5689187"/>
                  <a:ext cx="128397" cy="44196"/>
                  <a:chOff x="10556176" y="5689187"/>
                  <a:chExt cx="128397" cy="44196"/>
                </a:xfrm>
              </p:grpSpPr>
              <p:sp>
                <p:nvSpPr>
                  <p:cNvPr id="7211" name="Google Shape;7211;p245"/>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12" name="Google Shape;7212;p245"/>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7213" name="Google Shape;7213;p245"/>
            <p:cNvGrpSpPr/>
            <p:nvPr/>
          </p:nvGrpSpPr>
          <p:grpSpPr>
            <a:xfrm>
              <a:off x="11058042" y="5088325"/>
              <a:ext cx="213052" cy="717953"/>
              <a:chOff x="11058042" y="5088325"/>
              <a:chExt cx="213052" cy="717953"/>
            </a:xfrm>
          </p:grpSpPr>
          <p:sp>
            <p:nvSpPr>
              <p:cNvPr id="7214" name="Google Shape;7214;p245"/>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15" name="Google Shape;7215;p245"/>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216" name="Google Shape;7216;p245"/>
          <p:cNvGrpSpPr/>
          <p:nvPr/>
        </p:nvGrpSpPr>
        <p:grpSpPr>
          <a:xfrm>
            <a:off x="135453" y="69369"/>
            <a:ext cx="426307" cy="643642"/>
            <a:chOff x="10572463" y="3528536"/>
            <a:chExt cx="580168" cy="875823"/>
          </a:xfrm>
        </p:grpSpPr>
        <p:grpSp>
          <p:nvGrpSpPr>
            <p:cNvPr id="7217" name="Google Shape;7217;p245"/>
            <p:cNvGrpSpPr/>
            <p:nvPr/>
          </p:nvGrpSpPr>
          <p:grpSpPr>
            <a:xfrm>
              <a:off x="10713815" y="3528536"/>
              <a:ext cx="438816" cy="746664"/>
              <a:chOff x="10713815" y="3528536"/>
              <a:chExt cx="438816" cy="746664"/>
            </a:xfrm>
          </p:grpSpPr>
          <p:sp>
            <p:nvSpPr>
              <p:cNvPr id="7218" name="Google Shape;7218;p245"/>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219" name="Google Shape;7219;p245"/>
              <p:cNvGrpSpPr/>
              <p:nvPr/>
            </p:nvGrpSpPr>
            <p:grpSpPr>
              <a:xfrm>
                <a:off x="10776489" y="3625310"/>
                <a:ext cx="313848" cy="288226"/>
                <a:chOff x="10776489" y="3625310"/>
                <a:chExt cx="313848" cy="288226"/>
              </a:xfrm>
            </p:grpSpPr>
            <p:sp>
              <p:nvSpPr>
                <p:cNvPr id="7220" name="Google Shape;7220;p245"/>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1" name="Google Shape;7221;p245"/>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2" name="Google Shape;7222;p245"/>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3" name="Google Shape;7223;p245"/>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4" name="Google Shape;7224;p245"/>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5" name="Google Shape;7225;p245"/>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26" name="Google Shape;7226;p245"/>
              <p:cNvGrpSpPr/>
              <p:nvPr/>
            </p:nvGrpSpPr>
            <p:grpSpPr>
              <a:xfrm>
                <a:off x="10776489" y="3999547"/>
                <a:ext cx="313848" cy="181546"/>
                <a:chOff x="10776489" y="3999547"/>
                <a:chExt cx="313848" cy="181546"/>
              </a:xfrm>
            </p:grpSpPr>
            <p:sp>
              <p:nvSpPr>
                <p:cNvPr id="7227" name="Google Shape;7227;p245"/>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8" name="Google Shape;7228;p245"/>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9" name="Google Shape;7229;p245"/>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0" name="Google Shape;7230;p245"/>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231" name="Google Shape;7231;p245"/>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32" name="Google Shape;7232;p245"/>
            <p:cNvGrpSpPr/>
            <p:nvPr/>
          </p:nvGrpSpPr>
          <p:grpSpPr>
            <a:xfrm>
              <a:off x="10572463" y="3657790"/>
              <a:ext cx="438817" cy="746569"/>
              <a:chOff x="10572463" y="3657790"/>
              <a:chExt cx="438817" cy="746569"/>
            </a:xfrm>
          </p:grpSpPr>
          <p:sp>
            <p:nvSpPr>
              <p:cNvPr id="7233" name="Google Shape;7233;p245"/>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234" name="Google Shape;7234;p245"/>
              <p:cNvGrpSpPr/>
              <p:nvPr/>
            </p:nvGrpSpPr>
            <p:grpSpPr>
              <a:xfrm>
                <a:off x="10635138" y="3754469"/>
                <a:ext cx="313848" cy="288321"/>
                <a:chOff x="10635138" y="3754469"/>
                <a:chExt cx="313848" cy="288321"/>
              </a:xfrm>
            </p:grpSpPr>
            <p:sp>
              <p:nvSpPr>
                <p:cNvPr id="7235" name="Google Shape;7235;p245"/>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6" name="Google Shape;7236;p245"/>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7" name="Google Shape;7237;p245"/>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8" name="Google Shape;7238;p245"/>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9" name="Google Shape;7239;p245"/>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0" name="Google Shape;7240;p245"/>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41" name="Google Shape;7241;p245"/>
              <p:cNvGrpSpPr/>
              <p:nvPr/>
            </p:nvGrpSpPr>
            <p:grpSpPr>
              <a:xfrm>
                <a:off x="10635138" y="4128801"/>
                <a:ext cx="313848" cy="181547"/>
                <a:chOff x="10635138" y="4128801"/>
                <a:chExt cx="313848" cy="181547"/>
              </a:xfrm>
            </p:grpSpPr>
            <p:sp>
              <p:nvSpPr>
                <p:cNvPr id="7242" name="Google Shape;7242;p245"/>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3" name="Google Shape;7243;p245"/>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4" name="Google Shape;7244;p245"/>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5" name="Google Shape;7245;p245"/>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246" name="Google Shape;7246;p245"/>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247" name="Google Shape;7247;p245"/>
          <p:cNvGrpSpPr/>
          <p:nvPr/>
        </p:nvGrpSpPr>
        <p:grpSpPr>
          <a:xfrm>
            <a:off x="309868" y="711612"/>
            <a:ext cx="18197" cy="243247"/>
            <a:chOff x="10809827" y="4402455"/>
            <a:chExt cx="24764" cy="330993"/>
          </a:xfrm>
        </p:grpSpPr>
        <p:sp>
          <p:nvSpPr>
            <p:cNvPr id="7248" name="Google Shape;7248;p245"/>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9" name="Google Shape;7249;p245"/>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50" name="Google Shape;7250;p245"/>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51" name="Google Shape;7251;p245"/>
          <p:cNvGrpSpPr/>
          <p:nvPr/>
        </p:nvGrpSpPr>
        <p:grpSpPr>
          <a:xfrm>
            <a:off x="8421644" y="1045085"/>
            <a:ext cx="396068" cy="717683"/>
            <a:chOff x="1945386" y="5582316"/>
            <a:chExt cx="470725" cy="852963"/>
          </a:xfrm>
        </p:grpSpPr>
        <p:grpSp>
          <p:nvGrpSpPr>
            <p:cNvPr id="7252" name="Google Shape;7252;p245"/>
            <p:cNvGrpSpPr/>
            <p:nvPr/>
          </p:nvGrpSpPr>
          <p:grpSpPr>
            <a:xfrm>
              <a:off x="1945386" y="5582316"/>
              <a:ext cx="470725" cy="852963"/>
              <a:chOff x="1945386" y="5582316"/>
              <a:chExt cx="470725" cy="852963"/>
            </a:xfrm>
          </p:grpSpPr>
          <p:sp>
            <p:nvSpPr>
              <p:cNvPr id="7253" name="Google Shape;7253;p245"/>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54" name="Google Shape;7254;p245"/>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255" name="Google Shape;7255;p245"/>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56" name="Google Shape;7256;p245"/>
          <p:cNvGrpSpPr/>
          <p:nvPr/>
        </p:nvGrpSpPr>
        <p:grpSpPr>
          <a:xfrm>
            <a:off x="8088695" y="57742"/>
            <a:ext cx="1061979" cy="558999"/>
            <a:chOff x="3859815" y="2867310"/>
            <a:chExt cx="1262157" cy="664368"/>
          </a:xfrm>
        </p:grpSpPr>
        <p:sp>
          <p:nvSpPr>
            <p:cNvPr id="7257" name="Google Shape;7257;p245"/>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258" name="Google Shape;7258;p245"/>
            <p:cNvGrpSpPr/>
            <p:nvPr/>
          </p:nvGrpSpPr>
          <p:grpSpPr>
            <a:xfrm>
              <a:off x="4275677" y="3065525"/>
              <a:ext cx="334517" cy="380047"/>
              <a:chOff x="4275677" y="3065525"/>
              <a:chExt cx="334517" cy="380047"/>
            </a:xfrm>
          </p:grpSpPr>
          <p:grpSp>
            <p:nvGrpSpPr>
              <p:cNvPr id="7259" name="Google Shape;7259;p245"/>
              <p:cNvGrpSpPr/>
              <p:nvPr/>
            </p:nvGrpSpPr>
            <p:grpSpPr>
              <a:xfrm>
                <a:off x="4275677" y="3065525"/>
                <a:ext cx="334517" cy="380047"/>
                <a:chOff x="4275677" y="3065525"/>
                <a:chExt cx="334517" cy="380047"/>
              </a:xfrm>
            </p:grpSpPr>
            <p:grpSp>
              <p:nvGrpSpPr>
                <p:cNvPr id="7260" name="Google Shape;7260;p245"/>
                <p:cNvGrpSpPr/>
                <p:nvPr/>
              </p:nvGrpSpPr>
              <p:grpSpPr>
                <a:xfrm>
                  <a:off x="4275677" y="3301269"/>
                  <a:ext cx="334422" cy="144303"/>
                  <a:chOff x="4275677" y="3301269"/>
                  <a:chExt cx="334422" cy="144303"/>
                </a:xfrm>
              </p:grpSpPr>
              <p:sp>
                <p:nvSpPr>
                  <p:cNvPr id="7261" name="Google Shape;7261;p245"/>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62" name="Google Shape;7262;p245"/>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63" name="Google Shape;7263;p245"/>
                <p:cNvGrpSpPr/>
                <p:nvPr/>
              </p:nvGrpSpPr>
              <p:grpSpPr>
                <a:xfrm>
                  <a:off x="4275677" y="3183350"/>
                  <a:ext cx="334422" cy="144302"/>
                  <a:chOff x="4275677" y="3183350"/>
                  <a:chExt cx="334422" cy="144302"/>
                </a:xfrm>
              </p:grpSpPr>
              <p:sp>
                <p:nvSpPr>
                  <p:cNvPr id="7264" name="Google Shape;7264;p245"/>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65" name="Google Shape;7265;p245"/>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66" name="Google Shape;7266;p245"/>
                <p:cNvGrpSpPr/>
                <p:nvPr/>
              </p:nvGrpSpPr>
              <p:grpSpPr>
                <a:xfrm>
                  <a:off x="4275677" y="3065525"/>
                  <a:ext cx="334517" cy="144303"/>
                  <a:chOff x="4275677" y="3065525"/>
                  <a:chExt cx="334517" cy="144303"/>
                </a:xfrm>
              </p:grpSpPr>
              <p:sp>
                <p:nvSpPr>
                  <p:cNvPr id="7267" name="Google Shape;7267;p245"/>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68" name="Google Shape;7268;p245"/>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7269" name="Google Shape;7269;p245"/>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70" name="Google Shape;7270;p245"/>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71" name="Google Shape;7271;p245"/>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272" name="Google Shape;7272;p245"/>
          <p:cNvGrpSpPr/>
          <p:nvPr/>
        </p:nvGrpSpPr>
        <p:grpSpPr>
          <a:xfrm>
            <a:off x="8582238" y="611818"/>
            <a:ext cx="33124" cy="442802"/>
            <a:chOff x="10809827" y="4402455"/>
            <a:chExt cx="24764" cy="330993"/>
          </a:xfrm>
        </p:grpSpPr>
        <p:sp>
          <p:nvSpPr>
            <p:cNvPr id="7273" name="Google Shape;7273;p245"/>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74" name="Google Shape;7274;p245"/>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75" name="Google Shape;7275;p245"/>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7276" name="Shape 7276"/>
        <p:cNvGrpSpPr/>
        <p:nvPr/>
      </p:nvGrpSpPr>
      <p:grpSpPr>
        <a:xfrm>
          <a:off x="0" y="0"/>
          <a:ext cx="0" cy="0"/>
          <a:chOff x="0" y="0"/>
          <a:chExt cx="0" cy="0"/>
        </a:xfrm>
      </p:grpSpPr>
      <p:sp>
        <p:nvSpPr>
          <p:cNvPr id="7277" name="Google Shape;7277;p2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278" name="Google Shape;7278;p246"/>
          <p:cNvSpPr txBox="1"/>
          <p:nvPr>
            <p:ph idx="1" type="subTitle"/>
          </p:nvPr>
        </p:nvSpPr>
        <p:spPr>
          <a:xfrm>
            <a:off x="1253225"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7279" name="Google Shape;7279;p246"/>
          <p:cNvSpPr txBox="1"/>
          <p:nvPr>
            <p:ph idx="2" type="subTitle"/>
          </p:nvPr>
        </p:nvSpPr>
        <p:spPr>
          <a:xfrm>
            <a:off x="5079776"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7280" name="Google Shape;7280;p246"/>
          <p:cNvSpPr txBox="1"/>
          <p:nvPr>
            <p:ph idx="3" type="subTitle"/>
          </p:nvPr>
        </p:nvSpPr>
        <p:spPr>
          <a:xfrm>
            <a:off x="1253225"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7281" name="Google Shape;7281;p246"/>
          <p:cNvSpPr txBox="1"/>
          <p:nvPr>
            <p:ph idx="4" type="subTitle"/>
          </p:nvPr>
        </p:nvSpPr>
        <p:spPr>
          <a:xfrm>
            <a:off x="5079776"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7282" name="Google Shape;7282;p246"/>
          <p:cNvSpPr txBox="1"/>
          <p:nvPr>
            <p:ph idx="5" type="subTitle"/>
          </p:nvPr>
        </p:nvSpPr>
        <p:spPr>
          <a:xfrm>
            <a:off x="1253225"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283" name="Google Shape;7283;p246"/>
          <p:cNvSpPr txBox="1"/>
          <p:nvPr>
            <p:ph idx="6" type="subTitle"/>
          </p:nvPr>
        </p:nvSpPr>
        <p:spPr>
          <a:xfrm>
            <a:off x="1253225"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284" name="Google Shape;7284;p246"/>
          <p:cNvSpPr txBox="1"/>
          <p:nvPr>
            <p:ph idx="7" type="subTitle"/>
          </p:nvPr>
        </p:nvSpPr>
        <p:spPr>
          <a:xfrm>
            <a:off x="5079750"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285" name="Google Shape;7285;p246"/>
          <p:cNvSpPr txBox="1"/>
          <p:nvPr>
            <p:ph idx="8" type="subTitle"/>
          </p:nvPr>
        </p:nvSpPr>
        <p:spPr>
          <a:xfrm>
            <a:off x="5079750"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286" name="Google Shape;7286;p246"/>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246"/>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8" name="Google Shape;7288;p246"/>
          <p:cNvGrpSpPr/>
          <p:nvPr/>
        </p:nvGrpSpPr>
        <p:grpSpPr>
          <a:xfrm>
            <a:off x="65066" y="4373044"/>
            <a:ext cx="878158" cy="654532"/>
            <a:chOff x="1114425" y="4361211"/>
            <a:chExt cx="573023" cy="427101"/>
          </a:xfrm>
        </p:grpSpPr>
        <p:grpSp>
          <p:nvGrpSpPr>
            <p:cNvPr id="7289" name="Google Shape;7289;p246"/>
            <p:cNvGrpSpPr/>
            <p:nvPr/>
          </p:nvGrpSpPr>
          <p:grpSpPr>
            <a:xfrm>
              <a:off x="1114425" y="4361211"/>
              <a:ext cx="573023" cy="427101"/>
              <a:chOff x="1114425" y="4361211"/>
              <a:chExt cx="573023" cy="427101"/>
            </a:xfrm>
          </p:grpSpPr>
          <p:sp>
            <p:nvSpPr>
              <p:cNvPr id="7290" name="Google Shape;7290;p246"/>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91" name="Google Shape;7291;p246"/>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92" name="Google Shape;7292;p246"/>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293" name="Google Shape;7293;p246"/>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94" name="Google Shape;7294;p246"/>
          <p:cNvGrpSpPr/>
          <p:nvPr/>
        </p:nvGrpSpPr>
        <p:grpSpPr>
          <a:xfrm>
            <a:off x="8114970" y="266839"/>
            <a:ext cx="829992" cy="750888"/>
            <a:chOff x="8114596" y="445039"/>
            <a:chExt cx="633002" cy="572716"/>
          </a:xfrm>
        </p:grpSpPr>
        <p:grpSp>
          <p:nvGrpSpPr>
            <p:cNvPr id="7295" name="Google Shape;7295;p246"/>
            <p:cNvGrpSpPr/>
            <p:nvPr/>
          </p:nvGrpSpPr>
          <p:grpSpPr>
            <a:xfrm>
              <a:off x="8114596" y="445039"/>
              <a:ext cx="633002" cy="572716"/>
              <a:chOff x="7189660" y="520827"/>
              <a:chExt cx="598074" cy="541115"/>
            </a:xfrm>
          </p:grpSpPr>
          <p:sp>
            <p:nvSpPr>
              <p:cNvPr id="7296" name="Google Shape;7296;p246"/>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297" name="Google Shape;7297;p246"/>
              <p:cNvGrpSpPr/>
              <p:nvPr/>
            </p:nvGrpSpPr>
            <p:grpSpPr>
              <a:xfrm>
                <a:off x="7579137" y="551973"/>
                <a:ext cx="164782" cy="41529"/>
                <a:chOff x="7579137" y="551973"/>
                <a:chExt cx="164782" cy="41529"/>
              </a:xfrm>
            </p:grpSpPr>
            <p:sp>
              <p:nvSpPr>
                <p:cNvPr id="7298" name="Google Shape;7298;p246"/>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99" name="Google Shape;7299;p246"/>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0" name="Google Shape;7300;p246"/>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301" name="Google Shape;7301;p246"/>
            <p:cNvGrpSpPr/>
            <p:nvPr/>
          </p:nvGrpSpPr>
          <p:grpSpPr>
            <a:xfrm>
              <a:off x="8184962" y="619646"/>
              <a:ext cx="498115" cy="257273"/>
              <a:chOff x="7256144" y="685800"/>
              <a:chExt cx="470630" cy="243077"/>
            </a:xfrm>
          </p:grpSpPr>
          <p:sp>
            <p:nvSpPr>
              <p:cNvPr id="7302" name="Google Shape;7302;p246"/>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303" name="Google Shape;7303;p246"/>
              <p:cNvGrpSpPr/>
              <p:nvPr/>
            </p:nvGrpSpPr>
            <p:grpSpPr>
              <a:xfrm>
                <a:off x="7512843" y="685800"/>
                <a:ext cx="213931" cy="243077"/>
                <a:chOff x="7512843" y="685800"/>
                <a:chExt cx="213931" cy="243077"/>
              </a:xfrm>
            </p:grpSpPr>
            <p:grpSp>
              <p:nvGrpSpPr>
                <p:cNvPr id="7304" name="Google Shape;7304;p246"/>
                <p:cNvGrpSpPr/>
                <p:nvPr/>
              </p:nvGrpSpPr>
              <p:grpSpPr>
                <a:xfrm>
                  <a:off x="7512843" y="836580"/>
                  <a:ext cx="213931" cy="92297"/>
                  <a:chOff x="7512843" y="836580"/>
                  <a:chExt cx="213931" cy="92297"/>
                </a:xfrm>
              </p:grpSpPr>
              <p:sp>
                <p:nvSpPr>
                  <p:cNvPr id="7305" name="Google Shape;7305;p246"/>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6" name="Google Shape;7306;p246"/>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307" name="Google Shape;7307;p246"/>
                <p:cNvGrpSpPr/>
                <p:nvPr/>
              </p:nvGrpSpPr>
              <p:grpSpPr>
                <a:xfrm>
                  <a:off x="7512843" y="761238"/>
                  <a:ext cx="213931" cy="92296"/>
                  <a:chOff x="7512843" y="761238"/>
                  <a:chExt cx="213931" cy="92296"/>
                </a:xfrm>
              </p:grpSpPr>
              <p:sp>
                <p:nvSpPr>
                  <p:cNvPr id="7308" name="Google Shape;7308;p246"/>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9" name="Google Shape;7309;p246"/>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310" name="Google Shape;7310;p246"/>
                <p:cNvGrpSpPr/>
                <p:nvPr/>
              </p:nvGrpSpPr>
              <p:grpSpPr>
                <a:xfrm>
                  <a:off x="7512843" y="685800"/>
                  <a:ext cx="213931" cy="92297"/>
                  <a:chOff x="7512843" y="685800"/>
                  <a:chExt cx="213931" cy="92297"/>
                </a:xfrm>
              </p:grpSpPr>
              <p:sp>
                <p:nvSpPr>
                  <p:cNvPr id="7311" name="Google Shape;7311;p246"/>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2" name="Google Shape;7312;p246"/>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7313" name="Shape 7313"/>
        <p:cNvGrpSpPr/>
        <p:nvPr/>
      </p:nvGrpSpPr>
      <p:grpSpPr>
        <a:xfrm>
          <a:off x="0" y="0"/>
          <a:ext cx="0" cy="0"/>
          <a:chOff x="0" y="0"/>
          <a:chExt cx="0" cy="0"/>
        </a:xfrm>
      </p:grpSpPr>
      <p:sp>
        <p:nvSpPr>
          <p:cNvPr id="7314" name="Google Shape;7314;p2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315" name="Google Shape;7315;p247"/>
          <p:cNvSpPr txBox="1"/>
          <p:nvPr>
            <p:ph idx="1" type="subTitle"/>
          </p:nvPr>
        </p:nvSpPr>
        <p:spPr>
          <a:xfrm>
            <a:off x="723900" y="171015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7316" name="Google Shape;7316;p247"/>
          <p:cNvSpPr txBox="1"/>
          <p:nvPr>
            <p:ph idx="2" type="subTitle"/>
          </p:nvPr>
        </p:nvSpPr>
        <p:spPr>
          <a:xfrm>
            <a:off x="3577144"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7317" name="Google Shape;7317;p247"/>
          <p:cNvSpPr txBox="1"/>
          <p:nvPr>
            <p:ph idx="3" type="subTitle"/>
          </p:nvPr>
        </p:nvSpPr>
        <p:spPr>
          <a:xfrm>
            <a:off x="723900"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7318" name="Google Shape;7318;p247"/>
          <p:cNvSpPr txBox="1"/>
          <p:nvPr>
            <p:ph idx="4" type="subTitle"/>
          </p:nvPr>
        </p:nvSpPr>
        <p:spPr>
          <a:xfrm>
            <a:off x="3577144"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7319" name="Google Shape;7319;p247"/>
          <p:cNvSpPr txBox="1"/>
          <p:nvPr>
            <p:ph idx="5" type="subTitle"/>
          </p:nvPr>
        </p:nvSpPr>
        <p:spPr>
          <a:xfrm>
            <a:off x="6430388"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7320" name="Google Shape;7320;p247"/>
          <p:cNvSpPr txBox="1"/>
          <p:nvPr>
            <p:ph idx="6" type="subTitle"/>
          </p:nvPr>
        </p:nvSpPr>
        <p:spPr>
          <a:xfrm>
            <a:off x="6430388"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7321" name="Google Shape;7321;p247"/>
          <p:cNvSpPr txBox="1"/>
          <p:nvPr>
            <p:ph idx="7" type="subTitle"/>
          </p:nvPr>
        </p:nvSpPr>
        <p:spPr>
          <a:xfrm>
            <a:off x="731700" y="1060275"/>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322" name="Google Shape;7322;p247"/>
          <p:cNvSpPr txBox="1"/>
          <p:nvPr>
            <p:ph idx="8" type="subTitle"/>
          </p:nvPr>
        </p:nvSpPr>
        <p:spPr>
          <a:xfrm>
            <a:off x="3582994"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323" name="Google Shape;7323;p247"/>
          <p:cNvSpPr txBox="1"/>
          <p:nvPr>
            <p:ph idx="9" type="subTitle"/>
          </p:nvPr>
        </p:nvSpPr>
        <p:spPr>
          <a:xfrm>
            <a:off x="6434288"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324" name="Google Shape;7324;p247"/>
          <p:cNvSpPr txBox="1"/>
          <p:nvPr>
            <p:ph idx="13" type="subTitle"/>
          </p:nvPr>
        </p:nvSpPr>
        <p:spPr>
          <a:xfrm>
            <a:off x="723900" y="2845800"/>
            <a:ext cx="19860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325" name="Google Shape;7325;p247"/>
          <p:cNvSpPr txBox="1"/>
          <p:nvPr>
            <p:ph idx="14" type="subTitle"/>
          </p:nvPr>
        </p:nvSpPr>
        <p:spPr>
          <a:xfrm>
            <a:off x="3582995"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326" name="Google Shape;7326;p247"/>
          <p:cNvSpPr txBox="1"/>
          <p:nvPr>
            <p:ph idx="15" type="subTitle"/>
          </p:nvPr>
        </p:nvSpPr>
        <p:spPr>
          <a:xfrm>
            <a:off x="6434290"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327" name="Google Shape;7327;p247"/>
          <p:cNvSpPr/>
          <p:nvPr/>
        </p:nvSpPr>
        <p:spPr>
          <a:xfrm flipH="1" rot="-3263452">
            <a:off x="7372110" y="40383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247"/>
          <p:cNvSpPr/>
          <p:nvPr/>
        </p:nvSpPr>
        <p:spPr>
          <a:xfrm flipH="1" rot="531647">
            <a:off x="-1621232" y="4095570"/>
            <a:ext cx="2581069" cy="208704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247"/>
          <p:cNvSpPr/>
          <p:nvPr/>
        </p:nvSpPr>
        <p:spPr>
          <a:xfrm flipH="1" rot="460658">
            <a:off x="7344116" y="-1448948"/>
            <a:ext cx="3053845" cy="246933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0" name="Google Shape;7330;p247"/>
          <p:cNvGrpSpPr/>
          <p:nvPr/>
        </p:nvGrpSpPr>
        <p:grpSpPr>
          <a:xfrm>
            <a:off x="7931872" y="177093"/>
            <a:ext cx="997823" cy="737095"/>
            <a:chOff x="7931872" y="177093"/>
            <a:chExt cx="997823" cy="737095"/>
          </a:xfrm>
        </p:grpSpPr>
        <p:grpSp>
          <p:nvGrpSpPr>
            <p:cNvPr id="7331" name="Google Shape;7331;p247"/>
            <p:cNvGrpSpPr/>
            <p:nvPr/>
          </p:nvGrpSpPr>
          <p:grpSpPr>
            <a:xfrm>
              <a:off x="7931872" y="177093"/>
              <a:ext cx="919725" cy="318025"/>
              <a:chOff x="7230903" y="4635722"/>
              <a:chExt cx="652843" cy="225742"/>
            </a:xfrm>
          </p:grpSpPr>
          <p:sp>
            <p:nvSpPr>
              <p:cNvPr id="7332" name="Google Shape;7332;p247"/>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3" name="Google Shape;7333;p247"/>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334" name="Google Shape;7334;p247"/>
              <p:cNvGrpSpPr/>
              <p:nvPr/>
            </p:nvGrpSpPr>
            <p:grpSpPr>
              <a:xfrm>
                <a:off x="7487126" y="4676394"/>
                <a:ext cx="332041" cy="142684"/>
                <a:chOff x="7487126" y="4676394"/>
                <a:chExt cx="332041" cy="142684"/>
              </a:xfrm>
            </p:grpSpPr>
            <p:sp>
              <p:nvSpPr>
                <p:cNvPr id="7335" name="Google Shape;7335;p247"/>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6" name="Google Shape;7336;p247"/>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7" name="Google Shape;7337;p247"/>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8" name="Google Shape;7338;p247"/>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339" name="Google Shape;7339;p247"/>
            <p:cNvGrpSpPr/>
            <p:nvPr/>
          </p:nvGrpSpPr>
          <p:grpSpPr>
            <a:xfrm>
              <a:off x="7931872" y="596163"/>
              <a:ext cx="919725" cy="318025"/>
              <a:chOff x="7230903" y="4933188"/>
              <a:chExt cx="652843" cy="225742"/>
            </a:xfrm>
          </p:grpSpPr>
          <p:grpSp>
            <p:nvGrpSpPr>
              <p:cNvPr id="7340" name="Google Shape;7340;p247"/>
              <p:cNvGrpSpPr/>
              <p:nvPr/>
            </p:nvGrpSpPr>
            <p:grpSpPr>
              <a:xfrm>
                <a:off x="7230903" y="4933188"/>
                <a:ext cx="652843" cy="225742"/>
                <a:chOff x="7230903" y="4933188"/>
                <a:chExt cx="652843" cy="225742"/>
              </a:xfrm>
            </p:grpSpPr>
            <p:sp>
              <p:nvSpPr>
                <p:cNvPr id="7341" name="Google Shape;7341;p247"/>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2" name="Google Shape;7342;p247"/>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343" name="Google Shape;7343;p247"/>
                <p:cNvGrpSpPr/>
                <p:nvPr/>
              </p:nvGrpSpPr>
              <p:grpSpPr>
                <a:xfrm>
                  <a:off x="7487126" y="4973859"/>
                  <a:ext cx="332041" cy="142684"/>
                  <a:chOff x="7487126" y="4973859"/>
                  <a:chExt cx="332041" cy="142684"/>
                </a:xfrm>
              </p:grpSpPr>
              <p:sp>
                <p:nvSpPr>
                  <p:cNvPr id="7344" name="Google Shape;7344;p247"/>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5" name="Google Shape;7345;p247"/>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6" name="Google Shape;7346;p247"/>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7" name="Google Shape;7347;p247"/>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7348" name="Google Shape;7348;p247"/>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349" name="Google Shape;7349;p247"/>
            <p:cNvGrpSpPr/>
            <p:nvPr/>
          </p:nvGrpSpPr>
          <p:grpSpPr>
            <a:xfrm>
              <a:off x="8756326" y="539537"/>
              <a:ext cx="173370" cy="112691"/>
              <a:chOff x="7816120" y="4892994"/>
              <a:chExt cx="123062" cy="79991"/>
            </a:xfrm>
          </p:grpSpPr>
          <p:grpSp>
            <p:nvGrpSpPr>
              <p:cNvPr id="7350" name="Google Shape;7350;p247"/>
              <p:cNvGrpSpPr/>
              <p:nvPr/>
            </p:nvGrpSpPr>
            <p:grpSpPr>
              <a:xfrm>
                <a:off x="7816120" y="4902803"/>
                <a:ext cx="123062" cy="63817"/>
                <a:chOff x="7816120" y="4902803"/>
                <a:chExt cx="123062" cy="63817"/>
              </a:xfrm>
            </p:grpSpPr>
            <p:sp>
              <p:nvSpPr>
                <p:cNvPr id="7351" name="Google Shape;7351;p247"/>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2" name="Google Shape;7352;p247"/>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353" name="Google Shape;7353;p247"/>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7354" name="Shape 7354"/>
        <p:cNvGrpSpPr/>
        <p:nvPr/>
      </p:nvGrpSpPr>
      <p:grpSpPr>
        <a:xfrm>
          <a:off x="0" y="0"/>
          <a:ext cx="0" cy="0"/>
          <a:chOff x="0" y="0"/>
          <a:chExt cx="0" cy="0"/>
        </a:xfrm>
      </p:grpSpPr>
      <p:sp>
        <p:nvSpPr>
          <p:cNvPr id="7355" name="Google Shape;7355;p248"/>
          <p:cNvSpPr txBox="1"/>
          <p:nvPr>
            <p:ph hasCustomPrompt="1" type="title"/>
          </p:nvPr>
        </p:nvSpPr>
        <p:spPr>
          <a:xfrm>
            <a:off x="798388"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7356" name="Google Shape;7356;p248"/>
          <p:cNvSpPr txBox="1"/>
          <p:nvPr>
            <p:ph idx="1" type="subTitle"/>
          </p:nvPr>
        </p:nvSpPr>
        <p:spPr>
          <a:xfrm>
            <a:off x="798388"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7357" name="Google Shape;7357;p248"/>
          <p:cNvSpPr txBox="1"/>
          <p:nvPr>
            <p:ph hasCustomPrompt="1" idx="2" type="title"/>
          </p:nvPr>
        </p:nvSpPr>
        <p:spPr>
          <a:xfrm>
            <a:off x="2825700" y="1029535"/>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7358" name="Google Shape;7358;p248"/>
          <p:cNvSpPr txBox="1"/>
          <p:nvPr>
            <p:ph idx="3" type="subTitle"/>
          </p:nvPr>
        </p:nvSpPr>
        <p:spPr>
          <a:xfrm>
            <a:off x="2825700" y="1804473"/>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7359" name="Google Shape;7359;p248"/>
          <p:cNvSpPr txBox="1"/>
          <p:nvPr>
            <p:ph hasCustomPrompt="1" idx="4" type="title"/>
          </p:nvPr>
        </p:nvSpPr>
        <p:spPr>
          <a:xfrm>
            <a:off x="4853013"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7360" name="Google Shape;7360;p248"/>
          <p:cNvSpPr txBox="1"/>
          <p:nvPr>
            <p:ph idx="5" type="subTitle"/>
          </p:nvPr>
        </p:nvSpPr>
        <p:spPr>
          <a:xfrm>
            <a:off x="4853013"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7361" name="Google Shape;7361;p248"/>
          <p:cNvSpPr/>
          <p:nvPr/>
        </p:nvSpPr>
        <p:spPr>
          <a:xfrm rot="-5710536">
            <a:off x="-1869285" y="3438573"/>
            <a:ext cx="3168438" cy="23079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248"/>
          <p:cNvSpPr/>
          <p:nvPr/>
        </p:nvSpPr>
        <p:spPr>
          <a:xfrm rot="-294905">
            <a:off x="7350387" y="3903245"/>
            <a:ext cx="3168449" cy="256199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7363" name="Shape 7363"/>
        <p:cNvGrpSpPr/>
        <p:nvPr/>
      </p:nvGrpSpPr>
      <p:grpSpPr>
        <a:xfrm>
          <a:off x="0" y="0"/>
          <a:ext cx="0" cy="0"/>
          <a:chOff x="0" y="0"/>
          <a:chExt cx="0" cy="0"/>
        </a:xfrm>
      </p:grpSpPr>
      <p:sp>
        <p:nvSpPr>
          <p:cNvPr id="7364" name="Google Shape;7364;p2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365" name="Google Shape;7365;p249"/>
          <p:cNvSpPr/>
          <p:nvPr/>
        </p:nvSpPr>
        <p:spPr>
          <a:xfrm flipH="1" rot="337739">
            <a:off x="8212271" y="3187242"/>
            <a:ext cx="3158465" cy="3518480"/>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6" name="Google Shape;7366;p249"/>
          <p:cNvGrpSpPr/>
          <p:nvPr/>
        </p:nvGrpSpPr>
        <p:grpSpPr>
          <a:xfrm>
            <a:off x="90200" y="4214393"/>
            <a:ext cx="516117" cy="779220"/>
            <a:chOff x="10572463" y="3528536"/>
            <a:chExt cx="580168" cy="875823"/>
          </a:xfrm>
        </p:grpSpPr>
        <p:grpSp>
          <p:nvGrpSpPr>
            <p:cNvPr id="7367" name="Google Shape;7367;p249"/>
            <p:cNvGrpSpPr/>
            <p:nvPr/>
          </p:nvGrpSpPr>
          <p:grpSpPr>
            <a:xfrm>
              <a:off x="10713815" y="3528536"/>
              <a:ext cx="438816" cy="746664"/>
              <a:chOff x="10713815" y="3528536"/>
              <a:chExt cx="438816" cy="746664"/>
            </a:xfrm>
          </p:grpSpPr>
          <p:sp>
            <p:nvSpPr>
              <p:cNvPr id="7368" name="Google Shape;7368;p249"/>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369" name="Google Shape;7369;p249"/>
              <p:cNvGrpSpPr/>
              <p:nvPr/>
            </p:nvGrpSpPr>
            <p:grpSpPr>
              <a:xfrm>
                <a:off x="10776489" y="3625310"/>
                <a:ext cx="313848" cy="288226"/>
                <a:chOff x="10776489" y="3625310"/>
                <a:chExt cx="313848" cy="288226"/>
              </a:xfrm>
            </p:grpSpPr>
            <p:sp>
              <p:nvSpPr>
                <p:cNvPr id="7370" name="Google Shape;7370;p249"/>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1" name="Google Shape;7371;p249"/>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2" name="Google Shape;7372;p249"/>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3" name="Google Shape;7373;p249"/>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4" name="Google Shape;7374;p249"/>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5" name="Google Shape;7375;p249"/>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376" name="Google Shape;7376;p249"/>
              <p:cNvGrpSpPr/>
              <p:nvPr/>
            </p:nvGrpSpPr>
            <p:grpSpPr>
              <a:xfrm>
                <a:off x="10776489" y="3999547"/>
                <a:ext cx="313848" cy="181546"/>
                <a:chOff x="10776489" y="3999547"/>
                <a:chExt cx="313848" cy="181546"/>
              </a:xfrm>
            </p:grpSpPr>
            <p:sp>
              <p:nvSpPr>
                <p:cNvPr id="7377" name="Google Shape;7377;p249"/>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8" name="Google Shape;7378;p249"/>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9" name="Google Shape;7379;p249"/>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0" name="Google Shape;7380;p249"/>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381" name="Google Shape;7381;p249"/>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382" name="Google Shape;7382;p249"/>
            <p:cNvGrpSpPr/>
            <p:nvPr/>
          </p:nvGrpSpPr>
          <p:grpSpPr>
            <a:xfrm>
              <a:off x="10572463" y="3657790"/>
              <a:ext cx="438817" cy="746569"/>
              <a:chOff x="10572463" y="3657790"/>
              <a:chExt cx="438817" cy="746569"/>
            </a:xfrm>
          </p:grpSpPr>
          <p:sp>
            <p:nvSpPr>
              <p:cNvPr id="7383" name="Google Shape;7383;p249"/>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384" name="Google Shape;7384;p249"/>
              <p:cNvGrpSpPr/>
              <p:nvPr/>
            </p:nvGrpSpPr>
            <p:grpSpPr>
              <a:xfrm>
                <a:off x="10635138" y="3754469"/>
                <a:ext cx="313848" cy="288321"/>
                <a:chOff x="10635138" y="3754469"/>
                <a:chExt cx="313848" cy="288321"/>
              </a:xfrm>
            </p:grpSpPr>
            <p:sp>
              <p:nvSpPr>
                <p:cNvPr id="7385" name="Google Shape;7385;p249"/>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6" name="Google Shape;7386;p249"/>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7" name="Google Shape;7387;p249"/>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8" name="Google Shape;7388;p249"/>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9" name="Google Shape;7389;p249"/>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0" name="Google Shape;7390;p249"/>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391" name="Google Shape;7391;p249"/>
              <p:cNvGrpSpPr/>
              <p:nvPr/>
            </p:nvGrpSpPr>
            <p:grpSpPr>
              <a:xfrm>
                <a:off x="10635138" y="4128801"/>
                <a:ext cx="313848" cy="181547"/>
                <a:chOff x="10635138" y="4128801"/>
                <a:chExt cx="313848" cy="181547"/>
              </a:xfrm>
            </p:grpSpPr>
            <p:sp>
              <p:nvSpPr>
                <p:cNvPr id="7392" name="Google Shape;7392;p249"/>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3" name="Google Shape;7393;p249"/>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4" name="Google Shape;7394;p249"/>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5" name="Google Shape;7395;p249"/>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396" name="Google Shape;7396;p249"/>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7397" name="Google Shape;7397;p249"/>
          <p:cNvSpPr/>
          <p:nvPr/>
        </p:nvSpPr>
        <p:spPr>
          <a:xfrm flipH="1" rot="-3657034">
            <a:off x="-1404232" y="-737971"/>
            <a:ext cx="2746020" cy="16278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8" name="Google Shape;7398;p249"/>
          <p:cNvGrpSpPr/>
          <p:nvPr/>
        </p:nvGrpSpPr>
        <p:grpSpPr>
          <a:xfrm>
            <a:off x="8114970" y="266839"/>
            <a:ext cx="829992" cy="750888"/>
            <a:chOff x="8114596" y="445039"/>
            <a:chExt cx="633002" cy="572716"/>
          </a:xfrm>
        </p:grpSpPr>
        <p:grpSp>
          <p:nvGrpSpPr>
            <p:cNvPr id="7399" name="Google Shape;7399;p249"/>
            <p:cNvGrpSpPr/>
            <p:nvPr/>
          </p:nvGrpSpPr>
          <p:grpSpPr>
            <a:xfrm>
              <a:off x="8114596" y="445039"/>
              <a:ext cx="633002" cy="572716"/>
              <a:chOff x="7189660" y="520827"/>
              <a:chExt cx="598074" cy="541115"/>
            </a:xfrm>
          </p:grpSpPr>
          <p:sp>
            <p:nvSpPr>
              <p:cNvPr id="7400" name="Google Shape;7400;p249"/>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401" name="Google Shape;7401;p249"/>
              <p:cNvGrpSpPr/>
              <p:nvPr/>
            </p:nvGrpSpPr>
            <p:grpSpPr>
              <a:xfrm>
                <a:off x="7579137" y="551973"/>
                <a:ext cx="164782" cy="41529"/>
                <a:chOff x="7579137" y="551973"/>
                <a:chExt cx="164782" cy="41529"/>
              </a:xfrm>
            </p:grpSpPr>
            <p:sp>
              <p:nvSpPr>
                <p:cNvPr id="7402" name="Google Shape;7402;p249"/>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3" name="Google Shape;7403;p249"/>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4" name="Google Shape;7404;p249"/>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405" name="Google Shape;7405;p249"/>
            <p:cNvGrpSpPr/>
            <p:nvPr/>
          </p:nvGrpSpPr>
          <p:grpSpPr>
            <a:xfrm>
              <a:off x="8184962" y="619646"/>
              <a:ext cx="498115" cy="257273"/>
              <a:chOff x="7256144" y="685800"/>
              <a:chExt cx="470630" cy="243077"/>
            </a:xfrm>
          </p:grpSpPr>
          <p:sp>
            <p:nvSpPr>
              <p:cNvPr id="7406" name="Google Shape;7406;p249"/>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407" name="Google Shape;7407;p249"/>
              <p:cNvGrpSpPr/>
              <p:nvPr/>
            </p:nvGrpSpPr>
            <p:grpSpPr>
              <a:xfrm>
                <a:off x="7512843" y="685800"/>
                <a:ext cx="213931" cy="243077"/>
                <a:chOff x="7512843" y="685800"/>
                <a:chExt cx="213931" cy="243077"/>
              </a:xfrm>
            </p:grpSpPr>
            <p:grpSp>
              <p:nvGrpSpPr>
                <p:cNvPr id="7408" name="Google Shape;7408;p249"/>
                <p:cNvGrpSpPr/>
                <p:nvPr/>
              </p:nvGrpSpPr>
              <p:grpSpPr>
                <a:xfrm>
                  <a:off x="7512843" y="836580"/>
                  <a:ext cx="213931" cy="92297"/>
                  <a:chOff x="7512843" y="836580"/>
                  <a:chExt cx="213931" cy="92297"/>
                </a:xfrm>
              </p:grpSpPr>
              <p:sp>
                <p:nvSpPr>
                  <p:cNvPr id="7409" name="Google Shape;7409;p249"/>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0" name="Google Shape;7410;p249"/>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11" name="Google Shape;7411;p249"/>
                <p:cNvGrpSpPr/>
                <p:nvPr/>
              </p:nvGrpSpPr>
              <p:grpSpPr>
                <a:xfrm>
                  <a:off x="7512843" y="761238"/>
                  <a:ext cx="213931" cy="92296"/>
                  <a:chOff x="7512843" y="761238"/>
                  <a:chExt cx="213931" cy="92296"/>
                </a:xfrm>
              </p:grpSpPr>
              <p:sp>
                <p:nvSpPr>
                  <p:cNvPr id="7412" name="Google Shape;7412;p249"/>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3" name="Google Shape;7413;p249"/>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14" name="Google Shape;7414;p249"/>
                <p:cNvGrpSpPr/>
                <p:nvPr/>
              </p:nvGrpSpPr>
              <p:grpSpPr>
                <a:xfrm>
                  <a:off x="7512843" y="685800"/>
                  <a:ext cx="213931" cy="92297"/>
                  <a:chOff x="7512843" y="685800"/>
                  <a:chExt cx="213931" cy="92297"/>
                </a:xfrm>
              </p:grpSpPr>
              <p:sp>
                <p:nvSpPr>
                  <p:cNvPr id="7415" name="Google Shape;7415;p249"/>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6" name="Google Shape;7416;p249"/>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7417" name="Shape 7417"/>
        <p:cNvGrpSpPr/>
        <p:nvPr/>
      </p:nvGrpSpPr>
      <p:grpSpPr>
        <a:xfrm>
          <a:off x="0" y="0"/>
          <a:ext cx="0" cy="0"/>
          <a:chOff x="0" y="0"/>
          <a:chExt cx="0" cy="0"/>
        </a:xfrm>
      </p:grpSpPr>
      <p:sp>
        <p:nvSpPr>
          <p:cNvPr id="7418" name="Google Shape;7418;p250"/>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2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7420" name="Google Shape;7420;p250"/>
          <p:cNvGrpSpPr/>
          <p:nvPr/>
        </p:nvGrpSpPr>
        <p:grpSpPr>
          <a:xfrm flipH="1">
            <a:off x="683048" y="4696520"/>
            <a:ext cx="325927" cy="404808"/>
            <a:chOff x="7385113" y="1535430"/>
            <a:chExt cx="435673" cy="541115"/>
          </a:xfrm>
        </p:grpSpPr>
        <p:sp>
          <p:nvSpPr>
            <p:cNvPr id="7421" name="Google Shape;7421;p250"/>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422" name="Google Shape;7422;p250"/>
            <p:cNvGrpSpPr/>
            <p:nvPr/>
          </p:nvGrpSpPr>
          <p:grpSpPr>
            <a:xfrm>
              <a:off x="7612094" y="1566576"/>
              <a:ext cx="164781" cy="41529"/>
              <a:chOff x="7612094" y="1566576"/>
              <a:chExt cx="164781" cy="41529"/>
            </a:xfrm>
          </p:grpSpPr>
          <p:sp>
            <p:nvSpPr>
              <p:cNvPr id="7423" name="Google Shape;7423;p250"/>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4" name="Google Shape;7424;p250"/>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5" name="Google Shape;7425;p250"/>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426" name="Google Shape;7426;p250"/>
          <p:cNvGrpSpPr/>
          <p:nvPr/>
        </p:nvGrpSpPr>
        <p:grpSpPr>
          <a:xfrm flipH="1">
            <a:off x="713902" y="4774546"/>
            <a:ext cx="268636" cy="280965"/>
            <a:chOff x="7420451" y="1639728"/>
            <a:chExt cx="359091" cy="375571"/>
          </a:xfrm>
        </p:grpSpPr>
        <p:sp>
          <p:nvSpPr>
            <p:cNvPr id="7427" name="Google Shape;7427;p250"/>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8" name="Google Shape;7428;p250"/>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29" name="Google Shape;7429;p250"/>
          <p:cNvGrpSpPr/>
          <p:nvPr/>
        </p:nvGrpSpPr>
        <p:grpSpPr>
          <a:xfrm flipH="1">
            <a:off x="96200" y="4469347"/>
            <a:ext cx="355444" cy="644072"/>
            <a:chOff x="1945386" y="5582316"/>
            <a:chExt cx="470725" cy="852963"/>
          </a:xfrm>
        </p:grpSpPr>
        <p:grpSp>
          <p:nvGrpSpPr>
            <p:cNvPr id="7430" name="Google Shape;7430;p250"/>
            <p:cNvGrpSpPr/>
            <p:nvPr/>
          </p:nvGrpSpPr>
          <p:grpSpPr>
            <a:xfrm>
              <a:off x="1945386" y="5582316"/>
              <a:ext cx="470725" cy="852963"/>
              <a:chOff x="1945386" y="5582316"/>
              <a:chExt cx="470725" cy="852963"/>
            </a:xfrm>
          </p:grpSpPr>
          <p:sp>
            <p:nvSpPr>
              <p:cNvPr id="7431" name="Google Shape;7431;p250"/>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2" name="Google Shape;7432;p250"/>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433" name="Google Shape;7433;p250"/>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34" name="Google Shape;7434;p250"/>
          <p:cNvGrpSpPr/>
          <p:nvPr/>
        </p:nvGrpSpPr>
        <p:grpSpPr>
          <a:xfrm>
            <a:off x="7975988" y="116167"/>
            <a:ext cx="1061979" cy="558999"/>
            <a:chOff x="3859815" y="2867310"/>
            <a:chExt cx="1262157" cy="664368"/>
          </a:xfrm>
        </p:grpSpPr>
        <p:sp>
          <p:nvSpPr>
            <p:cNvPr id="7435" name="Google Shape;7435;p250"/>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436" name="Google Shape;7436;p250"/>
            <p:cNvGrpSpPr/>
            <p:nvPr/>
          </p:nvGrpSpPr>
          <p:grpSpPr>
            <a:xfrm>
              <a:off x="4275677" y="3065525"/>
              <a:ext cx="334517" cy="380047"/>
              <a:chOff x="4275677" y="3065525"/>
              <a:chExt cx="334517" cy="380047"/>
            </a:xfrm>
          </p:grpSpPr>
          <p:grpSp>
            <p:nvGrpSpPr>
              <p:cNvPr id="7437" name="Google Shape;7437;p250"/>
              <p:cNvGrpSpPr/>
              <p:nvPr/>
            </p:nvGrpSpPr>
            <p:grpSpPr>
              <a:xfrm>
                <a:off x="4275677" y="3065525"/>
                <a:ext cx="334517" cy="380047"/>
                <a:chOff x="4275677" y="3065525"/>
                <a:chExt cx="334517" cy="380047"/>
              </a:xfrm>
            </p:grpSpPr>
            <p:grpSp>
              <p:nvGrpSpPr>
                <p:cNvPr id="7438" name="Google Shape;7438;p250"/>
                <p:cNvGrpSpPr/>
                <p:nvPr/>
              </p:nvGrpSpPr>
              <p:grpSpPr>
                <a:xfrm>
                  <a:off x="4275677" y="3301269"/>
                  <a:ext cx="334422" cy="144303"/>
                  <a:chOff x="4275677" y="3301269"/>
                  <a:chExt cx="334422" cy="144303"/>
                </a:xfrm>
              </p:grpSpPr>
              <p:sp>
                <p:nvSpPr>
                  <p:cNvPr id="7439" name="Google Shape;7439;p250"/>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40" name="Google Shape;7440;p250"/>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41" name="Google Shape;7441;p250"/>
                <p:cNvGrpSpPr/>
                <p:nvPr/>
              </p:nvGrpSpPr>
              <p:grpSpPr>
                <a:xfrm>
                  <a:off x="4275677" y="3183350"/>
                  <a:ext cx="334422" cy="144302"/>
                  <a:chOff x="4275677" y="3183350"/>
                  <a:chExt cx="334422" cy="144302"/>
                </a:xfrm>
              </p:grpSpPr>
              <p:sp>
                <p:nvSpPr>
                  <p:cNvPr id="7442" name="Google Shape;7442;p250"/>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43" name="Google Shape;7443;p250"/>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44" name="Google Shape;7444;p250"/>
                <p:cNvGrpSpPr/>
                <p:nvPr/>
              </p:nvGrpSpPr>
              <p:grpSpPr>
                <a:xfrm>
                  <a:off x="4275677" y="3065525"/>
                  <a:ext cx="334517" cy="144303"/>
                  <a:chOff x="4275677" y="3065525"/>
                  <a:chExt cx="334517" cy="144303"/>
                </a:xfrm>
              </p:grpSpPr>
              <p:sp>
                <p:nvSpPr>
                  <p:cNvPr id="7445" name="Google Shape;7445;p250"/>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46" name="Google Shape;7446;p250"/>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7447" name="Google Shape;7447;p250"/>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48" name="Google Shape;7448;p250"/>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49" name="Google Shape;7449;p250"/>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450" name="Google Shape;7450;p250"/>
          <p:cNvGrpSpPr/>
          <p:nvPr/>
        </p:nvGrpSpPr>
        <p:grpSpPr>
          <a:xfrm flipH="1" rot="5400000">
            <a:off x="557972" y="4696603"/>
            <a:ext cx="16329" cy="218290"/>
            <a:chOff x="10809827" y="4402455"/>
            <a:chExt cx="24764" cy="330993"/>
          </a:xfrm>
        </p:grpSpPr>
        <p:sp>
          <p:nvSpPr>
            <p:cNvPr id="7451" name="Google Shape;7451;p250"/>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52" name="Google Shape;7452;p250"/>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53" name="Google Shape;7453;p250"/>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454" name="Google Shape;7454;p250"/>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250"/>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7456" name="Shape 7456"/>
        <p:cNvGrpSpPr/>
        <p:nvPr/>
      </p:nvGrpSpPr>
      <p:grpSpPr>
        <a:xfrm>
          <a:off x="0" y="0"/>
          <a:ext cx="0" cy="0"/>
          <a:chOff x="0" y="0"/>
          <a:chExt cx="0" cy="0"/>
        </a:xfrm>
      </p:grpSpPr>
      <p:sp>
        <p:nvSpPr>
          <p:cNvPr id="7457" name="Google Shape;7457;p251"/>
          <p:cNvSpPr txBox="1"/>
          <p:nvPr>
            <p:ph type="title"/>
          </p:nvPr>
        </p:nvSpPr>
        <p:spPr>
          <a:xfrm>
            <a:off x="2347938" y="997200"/>
            <a:ext cx="4448100" cy="10587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sz="85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458" name="Google Shape;7458;p251"/>
          <p:cNvSpPr txBox="1"/>
          <p:nvPr>
            <p:ph idx="1" type="subTitle"/>
          </p:nvPr>
        </p:nvSpPr>
        <p:spPr>
          <a:xfrm>
            <a:off x="2347900" y="1841450"/>
            <a:ext cx="4448100" cy="105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7459" name="Google Shape;7459;p251"/>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Open Sans"/>
                <a:ea typeface="Open Sans"/>
                <a:cs typeface="Open Sans"/>
                <a:sym typeface="Open Sans"/>
              </a:rPr>
              <a:t>CREDITS:</a:t>
            </a:r>
            <a:r>
              <a:rPr lang="en" sz="1200">
                <a:solidFill>
                  <a:schemeClr val="dk1"/>
                </a:solidFill>
                <a:latin typeface="Open Sans"/>
                <a:ea typeface="Open Sans"/>
                <a:cs typeface="Open Sans"/>
                <a:sym typeface="Open Sans"/>
              </a:rPr>
              <a:t> This presentation template was created by </a:t>
            </a:r>
            <a:r>
              <a:rPr b="1" lang="en" sz="1200" u="sng">
                <a:solidFill>
                  <a:schemeClr val="hlink"/>
                </a:solidFill>
                <a:latin typeface="Open Sans"/>
                <a:ea typeface="Open Sans"/>
                <a:cs typeface="Open Sans"/>
                <a:sym typeface="Open Sans"/>
                <a:hlinkClick r:id="rId2"/>
              </a:rPr>
              <a:t>Slidesgo</a:t>
            </a:r>
            <a:r>
              <a:rPr lang="en" sz="1200">
                <a:solidFill>
                  <a:schemeClr val="dk1"/>
                </a:solidFill>
                <a:latin typeface="Open Sans"/>
                <a:ea typeface="Open Sans"/>
                <a:cs typeface="Open Sans"/>
                <a:sym typeface="Open Sans"/>
              </a:rPr>
              <a:t>, and includes icons, infographics &amp; images by </a:t>
            </a:r>
            <a:r>
              <a:rPr b="1" lang="en" sz="1200" u="sng">
                <a:solidFill>
                  <a:schemeClr val="dk1"/>
                </a:solidFill>
                <a:latin typeface="Open Sans"/>
                <a:ea typeface="Open Sans"/>
                <a:cs typeface="Open Sans"/>
                <a:sym typeface="Open Sans"/>
                <a:hlinkClick r:id="rId3">
                  <a:extLst>
                    <a:ext uri="{A12FA001-AC4F-418D-AE19-62706E023703}">
                      <ahyp:hlinkClr val="tx"/>
                    </a:ext>
                  </a:extLst>
                </a:hlinkClick>
              </a:rPr>
              <a:t>Freepik</a:t>
            </a:r>
            <a:r>
              <a:rPr lang="en" sz="1200" u="sng">
                <a:solidFill>
                  <a:schemeClr val="dk1"/>
                </a:solidFill>
                <a:latin typeface="Open Sans"/>
                <a:ea typeface="Open Sans"/>
                <a:cs typeface="Open Sans"/>
                <a:sym typeface="Open Sans"/>
              </a:rPr>
              <a:t> </a:t>
            </a:r>
            <a:endParaRPr b="1" sz="1200" u="sng">
              <a:solidFill>
                <a:schemeClr val="dk1"/>
              </a:solidFill>
              <a:latin typeface="Open Sans"/>
              <a:ea typeface="Open Sans"/>
              <a:cs typeface="Open Sans"/>
              <a:sym typeface="Open Sans"/>
            </a:endParaRPr>
          </a:p>
        </p:txBody>
      </p:sp>
      <p:sp>
        <p:nvSpPr>
          <p:cNvPr id="7460" name="Google Shape;7460;p251"/>
          <p:cNvSpPr/>
          <p:nvPr/>
        </p:nvSpPr>
        <p:spPr>
          <a:xfrm flipH="1" rot="-2493044">
            <a:off x="-1086706" y="-570280"/>
            <a:ext cx="2902912" cy="23472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251"/>
          <p:cNvSpPr/>
          <p:nvPr/>
        </p:nvSpPr>
        <p:spPr>
          <a:xfrm flipH="1" rot="-5051288">
            <a:off x="7227752" y="3451481"/>
            <a:ext cx="2997828" cy="2576307"/>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251"/>
          <p:cNvSpPr/>
          <p:nvPr/>
        </p:nvSpPr>
        <p:spPr>
          <a:xfrm flipH="1" rot="460638">
            <a:off x="178423" y="3742788"/>
            <a:ext cx="1359611" cy="122255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251"/>
          <p:cNvSpPr/>
          <p:nvPr/>
        </p:nvSpPr>
        <p:spPr>
          <a:xfrm flipH="1" rot="460623">
            <a:off x="6683138" y="-2074210"/>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7464" name="Shape 7464"/>
        <p:cNvGrpSpPr/>
        <p:nvPr/>
      </p:nvGrpSpPr>
      <p:grpSpPr>
        <a:xfrm>
          <a:off x="0" y="0"/>
          <a:ext cx="0" cy="0"/>
          <a:chOff x="0" y="0"/>
          <a:chExt cx="0" cy="0"/>
        </a:xfrm>
      </p:grpSpPr>
      <p:sp>
        <p:nvSpPr>
          <p:cNvPr id="7465" name="Google Shape;7465;p252"/>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252"/>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252"/>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252"/>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9" name="Google Shape;7469;p252"/>
          <p:cNvGrpSpPr/>
          <p:nvPr/>
        </p:nvGrpSpPr>
        <p:grpSpPr>
          <a:xfrm>
            <a:off x="7931872" y="177093"/>
            <a:ext cx="997823" cy="737095"/>
            <a:chOff x="7931872" y="177093"/>
            <a:chExt cx="997823" cy="737095"/>
          </a:xfrm>
        </p:grpSpPr>
        <p:grpSp>
          <p:nvGrpSpPr>
            <p:cNvPr id="7470" name="Google Shape;7470;p252"/>
            <p:cNvGrpSpPr/>
            <p:nvPr/>
          </p:nvGrpSpPr>
          <p:grpSpPr>
            <a:xfrm>
              <a:off x="7931872" y="177093"/>
              <a:ext cx="919725" cy="318025"/>
              <a:chOff x="7230903" y="4635722"/>
              <a:chExt cx="652843" cy="225742"/>
            </a:xfrm>
          </p:grpSpPr>
          <p:sp>
            <p:nvSpPr>
              <p:cNvPr id="7471" name="Google Shape;7471;p252"/>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2" name="Google Shape;7472;p252"/>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473" name="Google Shape;7473;p252"/>
              <p:cNvGrpSpPr/>
              <p:nvPr/>
            </p:nvGrpSpPr>
            <p:grpSpPr>
              <a:xfrm>
                <a:off x="7487126" y="4676394"/>
                <a:ext cx="332041" cy="142684"/>
                <a:chOff x="7487126" y="4676394"/>
                <a:chExt cx="332041" cy="142684"/>
              </a:xfrm>
            </p:grpSpPr>
            <p:sp>
              <p:nvSpPr>
                <p:cNvPr id="7474" name="Google Shape;7474;p252"/>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5" name="Google Shape;7475;p252"/>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6" name="Google Shape;7476;p252"/>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7" name="Google Shape;7477;p252"/>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478" name="Google Shape;7478;p252"/>
            <p:cNvGrpSpPr/>
            <p:nvPr/>
          </p:nvGrpSpPr>
          <p:grpSpPr>
            <a:xfrm>
              <a:off x="7931872" y="596163"/>
              <a:ext cx="919725" cy="318025"/>
              <a:chOff x="7230903" y="4933188"/>
              <a:chExt cx="652843" cy="225742"/>
            </a:xfrm>
          </p:grpSpPr>
          <p:grpSp>
            <p:nvGrpSpPr>
              <p:cNvPr id="7479" name="Google Shape;7479;p252"/>
              <p:cNvGrpSpPr/>
              <p:nvPr/>
            </p:nvGrpSpPr>
            <p:grpSpPr>
              <a:xfrm>
                <a:off x="7230903" y="4933188"/>
                <a:ext cx="652843" cy="225742"/>
                <a:chOff x="7230903" y="4933188"/>
                <a:chExt cx="652843" cy="225742"/>
              </a:xfrm>
            </p:grpSpPr>
            <p:sp>
              <p:nvSpPr>
                <p:cNvPr id="7480" name="Google Shape;7480;p252"/>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1" name="Google Shape;7481;p252"/>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482" name="Google Shape;7482;p252"/>
                <p:cNvGrpSpPr/>
                <p:nvPr/>
              </p:nvGrpSpPr>
              <p:grpSpPr>
                <a:xfrm>
                  <a:off x="7487126" y="4973859"/>
                  <a:ext cx="332041" cy="142684"/>
                  <a:chOff x="7487126" y="4973859"/>
                  <a:chExt cx="332041" cy="142684"/>
                </a:xfrm>
              </p:grpSpPr>
              <p:sp>
                <p:nvSpPr>
                  <p:cNvPr id="7483" name="Google Shape;7483;p252"/>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4" name="Google Shape;7484;p252"/>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5" name="Google Shape;7485;p252"/>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6" name="Google Shape;7486;p252"/>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7487" name="Google Shape;7487;p252"/>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88" name="Google Shape;7488;p252"/>
            <p:cNvGrpSpPr/>
            <p:nvPr/>
          </p:nvGrpSpPr>
          <p:grpSpPr>
            <a:xfrm>
              <a:off x="8756326" y="539537"/>
              <a:ext cx="173370" cy="112691"/>
              <a:chOff x="7816120" y="4892994"/>
              <a:chExt cx="123062" cy="79991"/>
            </a:xfrm>
          </p:grpSpPr>
          <p:grpSp>
            <p:nvGrpSpPr>
              <p:cNvPr id="7489" name="Google Shape;7489;p252"/>
              <p:cNvGrpSpPr/>
              <p:nvPr/>
            </p:nvGrpSpPr>
            <p:grpSpPr>
              <a:xfrm>
                <a:off x="7816120" y="4902803"/>
                <a:ext cx="123062" cy="63817"/>
                <a:chOff x="7816120" y="4902803"/>
                <a:chExt cx="123062" cy="63817"/>
              </a:xfrm>
            </p:grpSpPr>
            <p:sp>
              <p:nvSpPr>
                <p:cNvPr id="7490" name="Google Shape;7490;p252"/>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1" name="Google Shape;7491;p252"/>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492" name="Google Shape;7492;p252"/>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7493" name="Shape 7493"/>
        <p:cNvGrpSpPr/>
        <p:nvPr/>
      </p:nvGrpSpPr>
      <p:grpSpPr>
        <a:xfrm>
          <a:off x="0" y="0"/>
          <a:ext cx="0" cy="0"/>
          <a:chOff x="0" y="0"/>
          <a:chExt cx="0" cy="0"/>
        </a:xfrm>
      </p:grpSpPr>
      <p:sp>
        <p:nvSpPr>
          <p:cNvPr id="7494" name="Google Shape;7494;p253"/>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253"/>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6" name="Google Shape;7496;p253"/>
          <p:cNvGrpSpPr/>
          <p:nvPr/>
        </p:nvGrpSpPr>
        <p:grpSpPr>
          <a:xfrm>
            <a:off x="65066" y="4373044"/>
            <a:ext cx="878158" cy="654532"/>
            <a:chOff x="1114425" y="4361211"/>
            <a:chExt cx="573023" cy="427101"/>
          </a:xfrm>
        </p:grpSpPr>
        <p:grpSp>
          <p:nvGrpSpPr>
            <p:cNvPr id="7497" name="Google Shape;7497;p253"/>
            <p:cNvGrpSpPr/>
            <p:nvPr/>
          </p:nvGrpSpPr>
          <p:grpSpPr>
            <a:xfrm>
              <a:off x="1114425" y="4361211"/>
              <a:ext cx="573023" cy="427101"/>
              <a:chOff x="1114425" y="4361211"/>
              <a:chExt cx="573023" cy="427101"/>
            </a:xfrm>
          </p:grpSpPr>
          <p:sp>
            <p:nvSpPr>
              <p:cNvPr id="7498" name="Google Shape;7498;p253"/>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9" name="Google Shape;7499;p253"/>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0" name="Google Shape;7500;p253"/>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501" name="Google Shape;7501;p253"/>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502" name="Google Shape;7502;p253"/>
          <p:cNvGrpSpPr/>
          <p:nvPr/>
        </p:nvGrpSpPr>
        <p:grpSpPr>
          <a:xfrm>
            <a:off x="8114970" y="266839"/>
            <a:ext cx="829992" cy="750888"/>
            <a:chOff x="8114596" y="445039"/>
            <a:chExt cx="633002" cy="572716"/>
          </a:xfrm>
        </p:grpSpPr>
        <p:grpSp>
          <p:nvGrpSpPr>
            <p:cNvPr id="7503" name="Google Shape;7503;p253"/>
            <p:cNvGrpSpPr/>
            <p:nvPr/>
          </p:nvGrpSpPr>
          <p:grpSpPr>
            <a:xfrm>
              <a:off x="8114596" y="445039"/>
              <a:ext cx="633002" cy="572716"/>
              <a:chOff x="7189660" y="520827"/>
              <a:chExt cx="598074" cy="541115"/>
            </a:xfrm>
          </p:grpSpPr>
          <p:sp>
            <p:nvSpPr>
              <p:cNvPr id="7504" name="Google Shape;7504;p253"/>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505" name="Google Shape;7505;p253"/>
              <p:cNvGrpSpPr/>
              <p:nvPr/>
            </p:nvGrpSpPr>
            <p:grpSpPr>
              <a:xfrm>
                <a:off x="7579137" y="551973"/>
                <a:ext cx="164782" cy="41529"/>
                <a:chOff x="7579137" y="551973"/>
                <a:chExt cx="164782" cy="41529"/>
              </a:xfrm>
            </p:grpSpPr>
            <p:sp>
              <p:nvSpPr>
                <p:cNvPr id="7506" name="Google Shape;7506;p253"/>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7" name="Google Shape;7507;p253"/>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8" name="Google Shape;7508;p253"/>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509" name="Google Shape;7509;p253"/>
            <p:cNvGrpSpPr/>
            <p:nvPr/>
          </p:nvGrpSpPr>
          <p:grpSpPr>
            <a:xfrm>
              <a:off x="8184962" y="619646"/>
              <a:ext cx="498115" cy="257273"/>
              <a:chOff x="7256144" y="685800"/>
              <a:chExt cx="470630" cy="243077"/>
            </a:xfrm>
          </p:grpSpPr>
          <p:sp>
            <p:nvSpPr>
              <p:cNvPr id="7510" name="Google Shape;7510;p253"/>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511" name="Google Shape;7511;p253"/>
              <p:cNvGrpSpPr/>
              <p:nvPr/>
            </p:nvGrpSpPr>
            <p:grpSpPr>
              <a:xfrm>
                <a:off x="7512843" y="685800"/>
                <a:ext cx="213931" cy="243077"/>
                <a:chOff x="7512843" y="685800"/>
                <a:chExt cx="213931" cy="243077"/>
              </a:xfrm>
            </p:grpSpPr>
            <p:grpSp>
              <p:nvGrpSpPr>
                <p:cNvPr id="7512" name="Google Shape;7512;p253"/>
                <p:cNvGrpSpPr/>
                <p:nvPr/>
              </p:nvGrpSpPr>
              <p:grpSpPr>
                <a:xfrm>
                  <a:off x="7512843" y="836580"/>
                  <a:ext cx="213931" cy="92297"/>
                  <a:chOff x="7512843" y="836580"/>
                  <a:chExt cx="213931" cy="92297"/>
                </a:xfrm>
              </p:grpSpPr>
              <p:sp>
                <p:nvSpPr>
                  <p:cNvPr id="7513" name="Google Shape;7513;p253"/>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4" name="Google Shape;7514;p253"/>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515" name="Google Shape;7515;p253"/>
                <p:cNvGrpSpPr/>
                <p:nvPr/>
              </p:nvGrpSpPr>
              <p:grpSpPr>
                <a:xfrm>
                  <a:off x="7512843" y="761238"/>
                  <a:ext cx="213931" cy="92296"/>
                  <a:chOff x="7512843" y="761238"/>
                  <a:chExt cx="213931" cy="92296"/>
                </a:xfrm>
              </p:grpSpPr>
              <p:sp>
                <p:nvSpPr>
                  <p:cNvPr id="7516" name="Google Shape;7516;p253"/>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7" name="Google Shape;7517;p253"/>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518" name="Google Shape;7518;p253"/>
                <p:cNvGrpSpPr/>
                <p:nvPr/>
              </p:nvGrpSpPr>
              <p:grpSpPr>
                <a:xfrm>
                  <a:off x="7512843" y="685800"/>
                  <a:ext cx="213931" cy="92297"/>
                  <a:chOff x="7512843" y="685800"/>
                  <a:chExt cx="213931" cy="92297"/>
                </a:xfrm>
              </p:grpSpPr>
              <p:sp>
                <p:nvSpPr>
                  <p:cNvPr id="7519" name="Google Shape;7519;p253"/>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0" name="Google Shape;7520;p253"/>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7524" name="Shape 7524"/>
        <p:cNvGrpSpPr/>
        <p:nvPr/>
      </p:nvGrpSpPr>
      <p:grpSpPr>
        <a:xfrm>
          <a:off x="0" y="0"/>
          <a:ext cx="0" cy="0"/>
          <a:chOff x="0" y="0"/>
          <a:chExt cx="0" cy="0"/>
        </a:xfrm>
      </p:grpSpPr>
      <p:sp>
        <p:nvSpPr>
          <p:cNvPr id="7525" name="Google Shape;7525;p255"/>
          <p:cNvSpPr txBox="1"/>
          <p:nvPr>
            <p:ph type="ctrTitle"/>
          </p:nvPr>
        </p:nvSpPr>
        <p:spPr>
          <a:xfrm>
            <a:off x="713225" y="1144500"/>
            <a:ext cx="4112100" cy="23787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5000">
                <a:latin typeface="Epilogue"/>
                <a:ea typeface="Epilogue"/>
                <a:cs typeface="Epilogue"/>
                <a:sym typeface="Epilogu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7526" name="Google Shape;7526;p255"/>
          <p:cNvSpPr txBox="1"/>
          <p:nvPr>
            <p:ph idx="1" type="subTitle"/>
          </p:nvPr>
        </p:nvSpPr>
        <p:spPr>
          <a:xfrm>
            <a:off x="713225" y="3523200"/>
            <a:ext cx="41121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latin typeface="Lato"/>
                <a:ea typeface="Lato"/>
                <a:cs typeface="Lato"/>
                <a:sym typeface="La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7527" name="Google Shape;7527;p255"/>
          <p:cNvSpPr/>
          <p:nvPr/>
        </p:nvSpPr>
        <p:spPr>
          <a:xfrm rot="10800000">
            <a:off x="-1604593" y="-845132"/>
            <a:ext cx="3281418" cy="21328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255"/>
          <p:cNvSpPr/>
          <p:nvPr/>
        </p:nvSpPr>
        <p:spPr>
          <a:xfrm flipH="1" rot="-9899992">
            <a:off x="-1515196" y="4121356"/>
            <a:ext cx="3953580" cy="192177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7529" name="Shape 7529"/>
        <p:cNvGrpSpPr/>
        <p:nvPr/>
      </p:nvGrpSpPr>
      <p:grpSpPr>
        <a:xfrm>
          <a:off x="0" y="0"/>
          <a:ext cx="0" cy="0"/>
          <a:chOff x="0" y="0"/>
          <a:chExt cx="0" cy="0"/>
        </a:xfrm>
      </p:grpSpPr>
      <p:sp>
        <p:nvSpPr>
          <p:cNvPr id="7530" name="Google Shape;7530;p256"/>
          <p:cNvSpPr txBox="1"/>
          <p:nvPr>
            <p:ph type="title"/>
          </p:nvPr>
        </p:nvSpPr>
        <p:spPr>
          <a:xfrm>
            <a:off x="4047175" y="2571975"/>
            <a:ext cx="43836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7531" name="Google Shape;7531;p256"/>
          <p:cNvSpPr txBox="1"/>
          <p:nvPr>
            <p:ph hasCustomPrompt="1" idx="2" type="title"/>
          </p:nvPr>
        </p:nvSpPr>
        <p:spPr>
          <a:xfrm>
            <a:off x="4047175" y="1321975"/>
            <a:ext cx="1235700" cy="841800"/>
          </a:xfrm>
          <a:prstGeom prst="rect">
            <a:avLst/>
          </a:prstGeom>
          <a:noFill/>
        </p:spPr>
        <p:txBody>
          <a:bodyPr anchorCtr="0" anchor="b"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7532" name="Google Shape;7532;p256"/>
          <p:cNvSpPr/>
          <p:nvPr>
            <p:ph idx="3" type="pic"/>
          </p:nvPr>
        </p:nvSpPr>
        <p:spPr>
          <a:xfrm>
            <a:off x="484625" y="1076550"/>
            <a:ext cx="2990400" cy="2990400"/>
          </a:xfrm>
          <a:prstGeom prst="roundRect">
            <a:avLst>
              <a:gd fmla="val 16667" name="adj"/>
            </a:avLst>
          </a:prstGeom>
          <a:noFill/>
          <a:ln>
            <a:noFill/>
          </a:ln>
        </p:spPr>
      </p:sp>
      <p:sp>
        <p:nvSpPr>
          <p:cNvPr id="7533" name="Google Shape;7533;p256"/>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256"/>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256"/>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7536" name="Shape 7536"/>
        <p:cNvGrpSpPr/>
        <p:nvPr/>
      </p:nvGrpSpPr>
      <p:grpSpPr>
        <a:xfrm>
          <a:off x="0" y="0"/>
          <a:ext cx="0" cy="0"/>
          <a:chOff x="0" y="0"/>
          <a:chExt cx="0" cy="0"/>
        </a:xfrm>
      </p:grpSpPr>
      <p:sp>
        <p:nvSpPr>
          <p:cNvPr id="7537" name="Google Shape;7537;p2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538" name="Google Shape;7538;p257"/>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7539" name="Google Shape;7539;p257"/>
          <p:cNvSpPr/>
          <p:nvPr/>
        </p:nvSpPr>
        <p:spPr>
          <a:xfrm flipH="1" rot="-4014673">
            <a:off x="-1798429" y="-1029372"/>
            <a:ext cx="3158476" cy="250963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257"/>
          <p:cNvSpPr/>
          <p:nvPr/>
        </p:nvSpPr>
        <p:spPr>
          <a:xfrm flipH="1">
            <a:off x="8355841" y="2667287"/>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541" name="Google Shape;7541;p257"/>
          <p:cNvGrpSpPr/>
          <p:nvPr/>
        </p:nvGrpSpPr>
        <p:grpSpPr>
          <a:xfrm flipH="1">
            <a:off x="8380540" y="1729933"/>
            <a:ext cx="668783" cy="959747"/>
            <a:chOff x="10519314" y="4728596"/>
            <a:chExt cx="751780" cy="1078731"/>
          </a:xfrm>
        </p:grpSpPr>
        <p:grpSp>
          <p:nvGrpSpPr>
            <p:cNvPr id="7542" name="Google Shape;7542;p257"/>
            <p:cNvGrpSpPr/>
            <p:nvPr/>
          </p:nvGrpSpPr>
          <p:grpSpPr>
            <a:xfrm>
              <a:off x="10519314" y="4728596"/>
              <a:ext cx="626662" cy="1078731"/>
              <a:chOff x="10519314" y="4728596"/>
              <a:chExt cx="626662" cy="1078731"/>
            </a:xfrm>
          </p:grpSpPr>
          <p:grpSp>
            <p:nvGrpSpPr>
              <p:cNvPr id="7543" name="Google Shape;7543;p257"/>
              <p:cNvGrpSpPr/>
              <p:nvPr/>
            </p:nvGrpSpPr>
            <p:grpSpPr>
              <a:xfrm>
                <a:off x="10903220" y="4888205"/>
                <a:ext cx="242756" cy="919122"/>
                <a:chOff x="10903220" y="4888205"/>
                <a:chExt cx="242756" cy="919122"/>
              </a:xfrm>
            </p:grpSpPr>
            <p:sp>
              <p:nvSpPr>
                <p:cNvPr id="7544" name="Google Shape;7544;p257"/>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5" name="Google Shape;7545;p257"/>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6" name="Google Shape;7546;p257"/>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547" name="Google Shape;7547;p257"/>
                <p:cNvGrpSpPr/>
                <p:nvPr/>
              </p:nvGrpSpPr>
              <p:grpSpPr>
                <a:xfrm>
                  <a:off x="11014221" y="5588618"/>
                  <a:ext cx="100021" cy="114784"/>
                  <a:chOff x="11014221" y="5588618"/>
                  <a:chExt cx="100021" cy="114784"/>
                </a:xfrm>
              </p:grpSpPr>
              <p:sp>
                <p:nvSpPr>
                  <p:cNvPr id="7548" name="Google Shape;7548;p257"/>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9" name="Google Shape;7549;p257"/>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0" name="Google Shape;7550;p257"/>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1" name="Google Shape;7551;p257"/>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552" name="Google Shape;7552;p257"/>
              <p:cNvGrpSpPr/>
              <p:nvPr/>
            </p:nvGrpSpPr>
            <p:grpSpPr>
              <a:xfrm>
                <a:off x="10718623" y="4728596"/>
                <a:ext cx="229169" cy="1075979"/>
                <a:chOff x="10718623" y="4728596"/>
                <a:chExt cx="229169" cy="1075979"/>
              </a:xfrm>
            </p:grpSpPr>
            <p:sp>
              <p:nvSpPr>
                <p:cNvPr id="7553" name="Google Shape;7553;p257"/>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4" name="Google Shape;7554;p257"/>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555" name="Google Shape;7555;p257"/>
                <p:cNvGrpSpPr/>
                <p:nvPr/>
              </p:nvGrpSpPr>
              <p:grpSpPr>
                <a:xfrm>
                  <a:off x="10765015" y="5040134"/>
                  <a:ext cx="116314" cy="49775"/>
                  <a:chOff x="10765015" y="5040134"/>
                  <a:chExt cx="116314" cy="49775"/>
                </a:xfrm>
              </p:grpSpPr>
              <p:sp>
                <p:nvSpPr>
                  <p:cNvPr id="7556" name="Google Shape;7556;p257"/>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7" name="Google Shape;7557;p257"/>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558" name="Google Shape;7558;p257"/>
                <p:cNvGrpSpPr/>
                <p:nvPr/>
              </p:nvGrpSpPr>
              <p:grpSpPr>
                <a:xfrm>
                  <a:off x="10784825" y="5436314"/>
                  <a:ext cx="116414" cy="49961"/>
                  <a:chOff x="10784825" y="5436314"/>
                  <a:chExt cx="116414" cy="49961"/>
                </a:xfrm>
              </p:grpSpPr>
              <p:sp>
                <p:nvSpPr>
                  <p:cNvPr id="7559" name="Google Shape;7559;p257"/>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0" name="Google Shape;7560;p257"/>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561" name="Google Shape;7561;p257"/>
              <p:cNvGrpSpPr/>
              <p:nvPr/>
            </p:nvGrpSpPr>
            <p:grpSpPr>
              <a:xfrm>
                <a:off x="10519314" y="4813458"/>
                <a:ext cx="202120" cy="992123"/>
                <a:chOff x="10519314" y="4813458"/>
                <a:chExt cx="202120" cy="992123"/>
              </a:xfrm>
            </p:grpSpPr>
            <p:sp>
              <p:nvSpPr>
                <p:cNvPr id="7562" name="Google Shape;7562;p257"/>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3" name="Google Shape;7563;p257"/>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564" name="Google Shape;7564;p257"/>
                <p:cNvGrpSpPr/>
                <p:nvPr/>
              </p:nvGrpSpPr>
              <p:grpSpPr>
                <a:xfrm>
                  <a:off x="10556176" y="5465730"/>
                  <a:ext cx="128397" cy="44196"/>
                  <a:chOff x="10556176" y="5465730"/>
                  <a:chExt cx="128397" cy="44196"/>
                </a:xfrm>
              </p:grpSpPr>
              <p:sp>
                <p:nvSpPr>
                  <p:cNvPr id="7565" name="Google Shape;7565;p257"/>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6" name="Google Shape;7566;p257"/>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567" name="Google Shape;7567;p257"/>
                <p:cNvGrpSpPr/>
                <p:nvPr/>
              </p:nvGrpSpPr>
              <p:grpSpPr>
                <a:xfrm>
                  <a:off x="10556176" y="5689187"/>
                  <a:ext cx="128397" cy="44196"/>
                  <a:chOff x="10556176" y="5689187"/>
                  <a:chExt cx="128397" cy="44196"/>
                </a:xfrm>
              </p:grpSpPr>
              <p:sp>
                <p:nvSpPr>
                  <p:cNvPr id="7568" name="Google Shape;7568;p257"/>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9" name="Google Shape;7569;p257"/>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7570" name="Google Shape;7570;p257"/>
            <p:cNvGrpSpPr/>
            <p:nvPr/>
          </p:nvGrpSpPr>
          <p:grpSpPr>
            <a:xfrm>
              <a:off x="11058042" y="5088325"/>
              <a:ext cx="213052" cy="717953"/>
              <a:chOff x="11058042" y="5088325"/>
              <a:chExt cx="213052" cy="717953"/>
            </a:xfrm>
          </p:grpSpPr>
          <p:sp>
            <p:nvSpPr>
              <p:cNvPr id="7571" name="Google Shape;7571;p257"/>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2" name="Google Shape;7572;p257"/>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573" name="Google Shape;7573;p257"/>
          <p:cNvGrpSpPr/>
          <p:nvPr/>
        </p:nvGrpSpPr>
        <p:grpSpPr>
          <a:xfrm flipH="1">
            <a:off x="8485925" y="662239"/>
            <a:ext cx="516117" cy="779220"/>
            <a:chOff x="10572463" y="3528536"/>
            <a:chExt cx="580168" cy="875823"/>
          </a:xfrm>
        </p:grpSpPr>
        <p:grpSp>
          <p:nvGrpSpPr>
            <p:cNvPr id="7574" name="Google Shape;7574;p257"/>
            <p:cNvGrpSpPr/>
            <p:nvPr/>
          </p:nvGrpSpPr>
          <p:grpSpPr>
            <a:xfrm>
              <a:off x="10713815" y="3528536"/>
              <a:ext cx="438816" cy="746664"/>
              <a:chOff x="10713815" y="3528536"/>
              <a:chExt cx="438816" cy="746664"/>
            </a:xfrm>
          </p:grpSpPr>
          <p:sp>
            <p:nvSpPr>
              <p:cNvPr id="7575" name="Google Shape;7575;p257"/>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576" name="Google Shape;7576;p257"/>
              <p:cNvGrpSpPr/>
              <p:nvPr/>
            </p:nvGrpSpPr>
            <p:grpSpPr>
              <a:xfrm>
                <a:off x="10776489" y="3625310"/>
                <a:ext cx="313848" cy="288226"/>
                <a:chOff x="10776489" y="3625310"/>
                <a:chExt cx="313848" cy="288226"/>
              </a:xfrm>
            </p:grpSpPr>
            <p:sp>
              <p:nvSpPr>
                <p:cNvPr id="7577" name="Google Shape;7577;p257"/>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8" name="Google Shape;7578;p257"/>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9" name="Google Shape;7579;p257"/>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0" name="Google Shape;7580;p257"/>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1" name="Google Shape;7581;p257"/>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2" name="Google Shape;7582;p257"/>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583" name="Google Shape;7583;p257"/>
              <p:cNvGrpSpPr/>
              <p:nvPr/>
            </p:nvGrpSpPr>
            <p:grpSpPr>
              <a:xfrm>
                <a:off x="10776489" y="3999547"/>
                <a:ext cx="313848" cy="181546"/>
                <a:chOff x="10776489" y="3999547"/>
                <a:chExt cx="313848" cy="181546"/>
              </a:xfrm>
            </p:grpSpPr>
            <p:sp>
              <p:nvSpPr>
                <p:cNvPr id="7584" name="Google Shape;7584;p257"/>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5" name="Google Shape;7585;p257"/>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6" name="Google Shape;7586;p257"/>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7" name="Google Shape;7587;p257"/>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588" name="Google Shape;7588;p257"/>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589" name="Google Shape;7589;p257"/>
            <p:cNvGrpSpPr/>
            <p:nvPr/>
          </p:nvGrpSpPr>
          <p:grpSpPr>
            <a:xfrm>
              <a:off x="10572463" y="3657790"/>
              <a:ext cx="438817" cy="746569"/>
              <a:chOff x="10572463" y="3657790"/>
              <a:chExt cx="438817" cy="746569"/>
            </a:xfrm>
          </p:grpSpPr>
          <p:sp>
            <p:nvSpPr>
              <p:cNvPr id="7590" name="Google Shape;7590;p257"/>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591" name="Google Shape;7591;p257"/>
              <p:cNvGrpSpPr/>
              <p:nvPr/>
            </p:nvGrpSpPr>
            <p:grpSpPr>
              <a:xfrm>
                <a:off x="10635138" y="3754469"/>
                <a:ext cx="313848" cy="288321"/>
                <a:chOff x="10635138" y="3754469"/>
                <a:chExt cx="313848" cy="288321"/>
              </a:xfrm>
            </p:grpSpPr>
            <p:sp>
              <p:nvSpPr>
                <p:cNvPr id="7592" name="Google Shape;7592;p257"/>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3" name="Google Shape;7593;p257"/>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4" name="Google Shape;7594;p257"/>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5" name="Google Shape;7595;p257"/>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6" name="Google Shape;7596;p257"/>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7" name="Google Shape;7597;p257"/>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598" name="Google Shape;7598;p257"/>
              <p:cNvGrpSpPr/>
              <p:nvPr/>
            </p:nvGrpSpPr>
            <p:grpSpPr>
              <a:xfrm>
                <a:off x="10635138" y="4128801"/>
                <a:ext cx="313848" cy="181547"/>
                <a:chOff x="10635138" y="4128801"/>
                <a:chExt cx="313848" cy="181547"/>
              </a:xfrm>
            </p:grpSpPr>
            <p:sp>
              <p:nvSpPr>
                <p:cNvPr id="7599" name="Google Shape;7599;p257"/>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0" name="Google Shape;7600;p257"/>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1" name="Google Shape;7601;p257"/>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2" name="Google Shape;7602;p257"/>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603" name="Google Shape;7603;p257"/>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604" name="Google Shape;7604;p257"/>
          <p:cNvGrpSpPr/>
          <p:nvPr/>
        </p:nvGrpSpPr>
        <p:grpSpPr>
          <a:xfrm flipH="1">
            <a:off x="8768853" y="1439765"/>
            <a:ext cx="22030" cy="294484"/>
            <a:chOff x="10809827" y="4402455"/>
            <a:chExt cx="24764" cy="330993"/>
          </a:xfrm>
        </p:grpSpPr>
        <p:sp>
          <p:nvSpPr>
            <p:cNvPr id="7605" name="Google Shape;7605;p257"/>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6" name="Google Shape;7606;p257"/>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7" name="Google Shape;7607;p257"/>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608" name="Google Shape;7608;p257"/>
          <p:cNvSpPr/>
          <p:nvPr/>
        </p:nvSpPr>
        <p:spPr>
          <a:xfrm flipH="1" rot="8662747">
            <a:off x="7370974" y="4168319"/>
            <a:ext cx="2746019" cy="19216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9" name="Google Shape;7609;p257"/>
          <p:cNvGrpSpPr/>
          <p:nvPr/>
        </p:nvGrpSpPr>
        <p:grpSpPr>
          <a:xfrm flipH="1">
            <a:off x="122956" y="4228558"/>
            <a:ext cx="829992" cy="750888"/>
            <a:chOff x="8114596" y="445039"/>
            <a:chExt cx="633002" cy="572716"/>
          </a:xfrm>
        </p:grpSpPr>
        <p:grpSp>
          <p:nvGrpSpPr>
            <p:cNvPr id="7610" name="Google Shape;7610;p257"/>
            <p:cNvGrpSpPr/>
            <p:nvPr/>
          </p:nvGrpSpPr>
          <p:grpSpPr>
            <a:xfrm>
              <a:off x="8114596" y="445039"/>
              <a:ext cx="633002" cy="572716"/>
              <a:chOff x="7189660" y="520827"/>
              <a:chExt cx="598074" cy="541115"/>
            </a:xfrm>
          </p:grpSpPr>
          <p:sp>
            <p:nvSpPr>
              <p:cNvPr id="7611" name="Google Shape;7611;p257"/>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612" name="Google Shape;7612;p257"/>
              <p:cNvGrpSpPr/>
              <p:nvPr/>
            </p:nvGrpSpPr>
            <p:grpSpPr>
              <a:xfrm>
                <a:off x="7579137" y="551973"/>
                <a:ext cx="164782" cy="41529"/>
                <a:chOff x="7579137" y="551973"/>
                <a:chExt cx="164782" cy="41529"/>
              </a:xfrm>
            </p:grpSpPr>
            <p:sp>
              <p:nvSpPr>
                <p:cNvPr id="7613" name="Google Shape;7613;p257"/>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4" name="Google Shape;7614;p257"/>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5" name="Google Shape;7615;p257"/>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616" name="Google Shape;7616;p257"/>
            <p:cNvGrpSpPr/>
            <p:nvPr/>
          </p:nvGrpSpPr>
          <p:grpSpPr>
            <a:xfrm>
              <a:off x="8184962" y="619646"/>
              <a:ext cx="498115" cy="257273"/>
              <a:chOff x="7256144" y="685800"/>
              <a:chExt cx="470630" cy="243077"/>
            </a:xfrm>
          </p:grpSpPr>
          <p:sp>
            <p:nvSpPr>
              <p:cNvPr id="7617" name="Google Shape;7617;p257"/>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618" name="Google Shape;7618;p257"/>
              <p:cNvGrpSpPr/>
              <p:nvPr/>
            </p:nvGrpSpPr>
            <p:grpSpPr>
              <a:xfrm>
                <a:off x="7512843" y="685800"/>
                <a:ext cx="213931" cy="243077"/>
                <a:chOff x="7512843" y="685800"/>
                <a:chExt cx="213931" cy="243077"/>
              </a:xfrm>
            </p:grpSpPr>
            <p:grpSp>
              <p:nvGrpSpPr>
                <p:cNvPr id="7619" name="Google Shape;7619;p257"/>
                <p:cNvGrpSpPr/>
                <p:nvPr/>
              </p:nvGrpSpPr>
              <p:grpSpPr>
                <a:xfrm>
                  <a:off x="7512843" y="836580"/>
                  <a:ext cx="213931" cy="92297"/>
                  <a:chOff x="7512843" y="836580"/>
                  <a:chExt cx="213931" cy="92297"/>
                </a:xfrm>
              </p:grpSpPr>
              <p:sp>
                <p:nvSpPr>
                  <p:cNvPr id="7620" name="Google Shape;7620;p257"/>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1" name="Google Shape;7621;p257"/>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622" name="Google Shape;7622;p257"/>
                <p:cNvGrpSpPr/>
                <p:nvPr/>
              </p:nvGrpSpPr>
              <p:grpSpPr>
                <a:xfrm>
                  <a:off x="7512843" y="761238"/>
                  <a:ext cx="213931" cy="92296"/>
                  <a:chOff x="7512843" y="761238"/>
                  <a:chExt cx="213931" cy="92296"/>
                </a:xfrm>
              </p:grpSpPr>
              <p:sp>
                <p:nvSpPr>
                  <p:cNvPr id="7623" name="Google Shape;7623;p257"/>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4" name="Google Shape;7624;p257"/>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625" name="Google Shape;7625;p257"/>
                <p:cNvGrpSpPr/>
                <p:nvPr/>
              </p:nvGrpSpPr>
              <p:grpSpPr>
                <a:xfrm>
                  <a:off x="7512843" y="685800"/>
                  <a:ext cx="213931" cy="92297"/>
                  <a:chOff x="7512843" y="685800"/>
                  <a:chExt cx="213931" cy="92297"/>
                </a:xfrm>
              </p:grpSpPr>
              <p:sp>
                <p:nvSpPr>
                  <p:cNvPr id="7626" name="Google Shape;7626;p257"/>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7" name="Google Shape;7627;p257"/>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7628" name="Shape 7628"/>
        <p:cNvGrpSpPr/>
        <p:nvPr/>
      </p:nvGrpSpPr>
      <p:grpSpPr>
        <a:xfrm>
          <a:off x="0" y="0"/>
          <a:ext cx="0" cy="0"/>
          <a:chOff x="0" y="0"/>
          <a:chExt cx="0" cy="0"/>
        </a:xfrm>
      </p:grpSpPr>
      <p:sp>
        <p:nvSpPr>
          <p:cNvPr id="7629" name="Google Shape;7629;p2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630" name="Google Shape;7630;p258"/>
          <p:cNvSpPr txBox="1"/>
          <p:nvPr>
            <p:ph idx="1" type="subTitle"/>
          </p:nvPr>
        </p:nvSpPr>
        <p:spPr>
          <a:xfrm>
            <a:off x="4679150"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7631" name="Google Shape;7631;p258"/>
          <p:cNvSpPr txBox="1"/>
          <p:nvPr>
            <p:ph idx="2" type="subTitle"/>
          </p:nvPr>
        </p:nvSpPr>
        <p:spPr>
          <a:xfrm>
            <a:off x="1080525"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7632" name="Google Shape;7632;p258"/>
          <p:cNvSpPr txBox="1"/>
          <p:nvPr>
            <p:ph idx="3" type="subTitle"/>
          </p:nvPr>
        </p:nvSpPr>
        <p:spPr>
          <a:xfrm>
            <a:off x="1080536"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633" name="Google Shape;7633;p258"/>
          <p:cNvSpPr txBox="1"/>
          <p:nvPr>
            <p:ph idx="4" type="subTitle"/>
          </p:nvPr>
        </p:nvSpPr>
        <p:spPr>
          <a:xfrm>
            <a:off x="4679164"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634" name="Google Shape;7634;p258"/>
          <p:cNvSpPr/>
          <p:nvPr/>
        </p:nvSpPr>
        <p:spPr>
          <a:xfrm rot="5551952">
            <a:off x="-721531" y="4084618"/>
            <a:ext cx="2053998" cy="17652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258"/>
          <p:cNvSpPr/>
          <p:nvPr/>
        </p:nvSpPr>
        <p:spPr>
          <a:xfrm rot="-460685">
            <a:off x="-850641" y="-888875"/>
            <a:ext cx="2082611" cy="168399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258"/>
          <p:cNvSpPr/>
          <p:nvPr/>
        </p:nvSpPr>
        <p:spPr>
          <a:xfrm rot="3259731">
            <a:off x="7063135" y="-804478"/>
            <a:ext cx="3168421" cy="25619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7637" name="Shape 7637"/>
        <p:cNvGrpSpPr/>
        <p:nvPr/>
      </p:nvGrpSpPr>
      <p:grpSpPr>
        <a:xfrm>
          <a:off x="0" y="0"/>
          <a:ext cx="0" cy="0"/>
          <a:chOff x="0" y="0"/>
          <a:chExt cx="0" cy="0"/>
        </a:xfrm>
      </p:grpSpPr>
      <p:sp>
        <p:nvSpPr>
          <p:cNvPr id="7638" name="Google Shape;7638;p2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639" name="Google Shape;7639;p259"/>
          <p:cNvSpPr/>
          <p:nvPr/>
        </p:nvSpPr>
        <p:spPr>
          <a:xfrm rot="-9076707">
            <a:off x="85462" y="-755109"/>
            <a:ext cx="1683799" cy="1313891"/>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0" name="Google Shape;7640;p259"/>
          <p:cNvGrpSpPr/>
          <p:nvPr/>
        </p:nvGrpSpPr>
        <p:grpSpPr>
          <a:xfrm>
            <a:off x="6779278" y="192982"/>
            <a:ext cx="2107998" cy="297419"/>
            <a:chOff x="6108096" y="3265836"/>
            <a:chExt cx="1633727" cy="230504"/>
          </a:xfrm>
        </p:grpSpPr>
        <p:sp>
          <p:nvSpPr>
            <p:cNvPr id="7641" name="Google Shape;7641;p259"/>
            <p:cNvSpPr/>
            <p:nvPr/>
          </p:nvSpPr>
          <p:spPr>
            <a:xfrm>
              <a:off x="6108096" y="3265836"/>
              <a:ext cx="1633727" cy="230504"/>
            </a:xfrm>
            <a:custGeom>
              <a:rect b="b" l="l" r="r" t="t"/>
              <a:pathLst>
                <a:path extrusionOk="0" h="230504" w="1633727">
                  <a:moveTo>
                    <a:pt x="1518476" y="0"/>
                  </a:moveTo>
                  <a:cubicBezTo>
                    <a:pt x="1582128" y="0"/>
                    <a:pt x="1633728" y="51600"/>
                    <a:pt x="1633728" y="115253"/>
                  </a:cubicBezTo>
                  <a:lnTo>
                    <a:pt x="1633728" y="115253"/>
                  </a:lnTo>
                  <a:cubicBezTo>
                    <a:pt x="1633728" y="178905"/>
                    <a:pt x="1582128" y="230505"/>
                    <a:pt x="1518476" y="230505"/>
                  </a:cubicBezTo>
                  <a:lnTo>
                    <a:pt x="115252" y="230505"/>
                  </a:lnTo>
                  <a:cubicBezTo>
                    <a:pt x="51601" y="230505"/>
                    <a:pt x="0" y="178905"/>
                    <a:pt x="0" y="115253"/>
                  </a:cubicBezTo>
                  <a:lnTo>
                    <a:pt x="0" y="115253"/>
                  </a:lnTo>
                  <a:cubicBezTo>
                    <a:pt x="0" y="51600"/>
                    <a:pt x="51601" y="0"/>
                    <a:pt x="115252"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2" name="Google Shape;7642;p259"/>
            <p:cNvSpPr/>
            <p:nvPr/>
          </p:nvSpPr>
          <p:spPr>
            <a:xfrm>
              <a:off x="7528381" y="3292292"/>
              <a:ext cx="166485" cy="165854"/>
            </a:xfrm>
            <a:custGeom>
              <a:rect b="b" l="l" r="r" t="t"/>
              <a:pathLst>
                <a:path extrusionOk="0" h="165854" w="166485">
                  <a:moveTo>
                    <a:pt x="161532" y="137469"/>
                  </a:moveTo>
                  <a:lnTo>
                    <a:pt x="120003" y="95941"/>
                  </a:lnTo>
                  <a:lnTo>
                    <a:pt x="113336" y="102608"/>
                  </a:lnTo>
                  <a:lnTo>
                    <a:pt x="105811" y="95083"/>
                  </a:lnTo>
                  <a:cubicBezTo>
                    <a:pt x="123622" y="71842"/>
                    <a:pt x="122194" y="38600"/>
                    <a:pt x="100953" y="17359"/>
                  </a:cubicBezTo>
                  <a:cubicBezTo>
                    <a:pt x="77807" y="-5786"/>
                    <a:pt x="40374" y="-5786"/>
                    <a:pt x="17324" y="17359"/>
                  </a:cubicBezTo>
                  <a:cubicBezTo>
                    <a:pt x="-5727" y="40505"/>
                    <a:pt x="-5822" y="77938"/>
                    <a:pt x="17324" y="100989"/>
                  </a:cubicBezTo>
                  <a:cubicBezTo>
                    <a:pt x="38850" y="122515"/>
                    <a:pt x="72568" y="123754"/>
                    <a:pt x="95809" y="105275"/>
                  </a:cubicBezTo>
                  <a:lnTo>
                    <a:pt x="103334" y="112800"/>
                  </a:lnTo>
                  <a:lnTo>
                    <a:pt x="96667" y="119467"/>
                  </a:lnTo>
                  <a:lnTo>
                    <a:pt x="138196" y="160996"/>
                  </a:lnTo>
                  <a:cubicBezTo>
                    <a:pt x="144673" y="167473"/>
                    <a:pt x="155150" y="167473"/>
                    <a:pt x="161627" y="160996"/>
                  </a:cubicBezTo>
                  <a:lnTo>
                    <a:pt x="161627" y="160996"/>
                  </a:lnTo>
                  <a:cubicBezTo>
                    <a:pt x="168104" y="154519"/>
                    <a:pt x="168104" y="144042"/>
                    <a:pt x="161627" y="137565"/>
                  </a:cubicBezTo>
                  <a:close/>
                  <a:moveTo>
                    <a:pt x="59138" y="102513"/>
                  </a:moveTo>
                  <a:cubicBezTo>
                    <a:pt x="54471" y="102513"/>
                    <a:pt x="49899" y="101751"/>
                    <a:pt x="45612" y="100417"/>
                  </a:cubicBezTo>
                  <a:cubicBezTo>
                    <a:pt x="33611" y="96512"/>
                    <a:pt x="23896" y="87463"/>
                    <a:pt x="19133" y="75938"/>
                  </a:cubicBezTo>
                  <a:cubicBezTo>
                    <a:pt x="16942" y="70794"/>
                    <a:pt x="15799" y="65175"/>
                    <a:pt x="15799" y="59269"/>
                  </a:cubicBezTo>
                  <a:cubicBezTo>
                    <a:pt x="15799" y="35361"/>
                    <a:pt x="35231" y="15931"/>
                    <a:pt x="59138" y="15931"/>
                  </a:cubicBezTo>
                  <a:cubicBezTo>
                    <a:pt x="65044" y="15931"/>
                    <a:pt x="70663" y="17074"/>
                    <a:pt x="75807" y="19264"/>
                  </a:cubicBezTo>
                  <a:cubicBezTo>
                    <a:pt x="87332" y="24122"/>
                    <a:pt x="96381" y="33742"/>
                    <a:pt x="100286" y="45744"/>
                  </a:cubicBezTo>
                  <a:cubicBezTo>
                    <a:pt x="101715" y="50030"/>
                    <a:pt x="102382" y="54507"/>
                    <a:pt x="102382" y="59269"/>
                  </a:cubicBezTo>
                  <a:cubicBezTo>
                    <a:pt x="102382" y="83177"/>
                    <a:pt x="83046" y="102513"/>
                    <a:pt x="59138" y="1025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3" name="Google Shape;7643;p259"/>
            <p:cNvSpPr/>
            <p:nvPr/>
          </p:nvSpPr>
          <p:spPr>
            <a:xfrm>
              <a:off x="7475124" y="3290220"/>
              <a:ext cx="7620" cy="174307"/>
            </a:xfrm>
            <a:custGeom>
              <a:rect b="b" l="l" r="r" t="t"/>
              <a:pathLst>
                <a:path extrusionOk="0" h="174307" w="7620">
                  <a:moveTo>
                    <a:pt x="3810" y="174308"/>
                  </a:moveTo>
                  <a:lnTo>
                    <a:pt x="3810" y="174308"/>
                  </a:lnTo>
                  <a:cubicBezTo>
                    <a:pt x="1714" y="174308"/>
                    <a:pt x="0" y="172593"/>
                    <a:pt x="0" y="170497"/>
                  </a:cubicBezTo>
                  <a:lnTo>
                    <a:pt x="0" y="3810"/>
                  </a:lnTo>
                  <a:cubicBezTo>
                    <a:pt x="0" y="1714"/>
                    <a:pt x="1714" y="0"/>
                    <a:pt x="3810" y="0"/>
                  </a:cubicBezTo>
                  <a:lnTo>
                    <a:pt x="3810" y="0"/>
                  </a:lnTo>
                  <a:cubicBezTo>
                    <a:pt x="5905" y="0"/>
                    <a:pt x="7620" y="1714"/>
                    <a:pt x="7620" y="3810"/>
                  </a:cubicBezTo>
                  <a:lnTo>
                    <a:pt x="7620" y="170497"/>
                  </a:lnTo>
                  <a:cubicBezTo>
                    <a:pt x="7620" y="172593"/>
                    <a:pt x="5905" y="174308"/>
                    <a:pt x="3810" y="17430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644" name="Google Shape;7644;p259"/>
          <p:cNvSpPr/>
          <p:nvPr/>
        </p:nvSpPr>
        <p:spPr>
          <a:xfrm flipH="1" rot="532502">
            <a:off x="-514115" y="4385276"/>
            <a:ext cx="1514959" cy="122499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5" name="Google Shape;7645;p259"/>
          <p:cNvGrpSpPr/>
          <p:nvPr/>
        </p:nvGrpSpPr>
        <p:grpSpPr>
          <a:xfrm>
            <a:off x="-148774" y="4544215"/>
            <a:ext cx="784225" cy="584398"/>
            <a:chOff x="1914620" y="1930431"/>
            <a:chExt cx="572929" cy="426911"/>
          </a:xfrm>
        </p:grpSpPr>
        <p:grpSp>
          <p:nvGrpSpPr>
            <p:cNvPr id="7646" name="Google Shape;7646;p259"/>
            <p:cNvGrpSpPr/>
            <p:nvPr/>
          </p:nvGrpSpPr>
          <p:grpSpPr>
            <a:xfrm>
              <a:off x="1914620" y="1930431"/>
              <a:ext cx="572929" cy="426911"/>
              <a:chOff x="1914620" y="1930431"/>
              <a:chExt cx="572929" cy="426911"/>
            </a:xfrm>
          </p:grpSpPr>
          <p:sp>
            <p:nvSpPr>
              <p:cNvPr id="7647" name="Google Shape;7647;p259"/>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8" name="Google Shape;7648;p259"/>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9" name="Google Shape;7649;p259"/>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650" name="Google Shape;7650;p259"/>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651" name="Google Shape;7651;p259"/>
          <p:cNvSpPr/>
          <p:nvPr/>
        </p:nvSpPr>
        <p:spPr>
          <a:xfrm rot="5844200">
            <a:off x="8030548" y="2339312"/>
            <a:ext cx="2404301" cy="131859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7652" name="Shape 7652"/>
        <p:cNvGrpSpPr/>
        <p:nvPr/>
      </p:nvGrpSpPr>
      <p:grpSpPr>
        <a:xfrm>
          <a:off x="0" y="0"/>
          <a:ext cx="0" cy="0"/>
          <a:chOff x="0" y="0"/>
          <a:chExt cx="0" cy="0"/>
        </a:xfrm>
      </p:grpSpPr>
      <p:sp>
        <p:nvSpPr>
          <p:cNvPr id="7653" name="Google Shape;7653;p260"/>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654" name="Google Shape;7654;p260"/>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7655" name="Google Shape;7655;p260"/>
          <p:cNvSpPr/>
          <p:nvPr>
            <p:ph idx="2" type="pic"/>
          </p:nvPr>
        </p:nvSpPr>
        <p:spPr>
          <a:xfrm>
            <a:off x="5668975" y="1076550"/>
            <a:ext cx="2990400" cy="2990400"/>
          </a:xfrm>
          <a:prstGeom prst="roundRect">
            <a:avLst>
              <a:gd fmla="val 16667" name="adj"/>
            </a:avLst>
          </a:prstGeom>
          <a:noFill/>
          <a:ln>
            <a:noFill/>
          </a:ln>
        </p:spPr>
      </p:sp>
      <p:sp>
        <p:nvSpPr>
          <p:cNvPr id="7656" name="Google Shape;7656;p260"/>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260"/>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8" name="Google Shape;7658;p260"/>
          <p:cNvGrpSpPr/>
          <p:nvPr/>
        </p:nvGrpSpPr>
        <p:grpSpPr>
          <a:xfrm>
            <a:off x="65066" y="4373044"/>
            <a:ext cx="878158" cy="654532"/>
            <a:chOff x="1114425" y="4361211"/>
            <a:chExt cx="573023" cy="427101"/>
          </a:xfrm>
        </p:grpSpPr>
        <p:grpSp>
          <p:nvGrpSpPr>
            <p:cNvPr id="7659" name="Google Shape;7659;p260"/>
            <p:cNvGrpSpPr/>
            <p:nvPr/>
          </p:nvGrpSpPr>
          <p:grpSpPr>
            <a:xfrm>
              <a:off x="1114425" y="4361211"/>
              <a:ext cx="573023" cy="427101"/>
              <a:chOff x="1114425" y="4361211"/>
              <a:chExt cx="573023" cy="427101"/>
            </a:xfrm>
          </p:grpSpPr>
          <p:sp>
            <p:nvSpPr>
              <p:cNvPr id="7660" name="Google Shape;7660;p260"/>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1" name="Google Shape;7661;p260"/>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2" name="Google Shape;7662;p260"/>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663" name="Google Shape;7663;p260"/>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7664" name="Shape 7664"/>
        <p:cNvGrpSpPr/>
        <p:nvPr/>
      </p:nvGrpSpPr>
      <p:grpSpPr>
        <a:xfrm>
          <a:off x="0" y="0"/>
          <a:ext cx="0" cy="0"/>
          <a:chOff x="0" y="0"/>
          <a:chExt cx="0" cy="0"/>
        </a:xfrm>
      </p:grpSpPr>
      <p:sp>
        <p:nvSpPr>
          <p:cNvPr id="7665" name="Google Shape;7665;p261"/>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7666" name="Google Shape;7666;p261"/>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261"/>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261"/>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7669" name="Shape 7669"/>
        <p:cNvGrpSpPr/>
        <p:nvPr/>
      </p:nvGrpSpPr>
      <p:grpSpPr>
        <a:xfrm>
          <a:off x="0" y="0"/>
          <a:ext cx="0" cy="0"/>
          <a:chOff x="0" y="0"/>
          <a:chExt cx="0" cy="0"/>
        </a:xfrm>
      </p:grpSpPr>
      <p:sp>
        <p:nvSpPr>
          <p:cNvPr id="7670" name="Google Shape;7670;p262"/>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15000"/>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7671" name="Google Shape;7671;p262"/>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7672" name="Google Shape;7672;p262"/>
          <p:cNvSpPr/>
          <p:nvPr/>
        </p:nvSpPr>
        <p:spPr>
          <a:xfrm rot="3263452">
            <a:off x="-163955"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262"/>
          <p:cNvSpPr/>
          <p:nvPr/>
        </p:nvSpPr>
        <p:spPr>
          <a:xfrm rot="-460623">
            <a:off x="-1793263"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262"/>
          <p:cNvSpPr/>
          <p:nvPr/>
        </p:nvSpPr>
        <p:spPr>
          <a:xfrm rot="4592047">
            <a:off x="7797256" y="593203"/>
            <a:ext cx="1475158" cy="11928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7675" name="Shape 7675"/>
        <p:cNvGrpSpPr/>
        <p:nvPr/>
      </p:nvGrpSpPr>
      <p:grpSpPr>
        <a:xfrm>
          <a:off x="0" y="0"/>
          <a:ext cx="0" cy="0"/>
          <a:chOff x="0" y="0"/>
          <a:chExt cx="0" cy="0"/>
        </a:xfrm>
      </p:grpSpPr>
      <p:sp>
        <p:nvSpPr>
          <p:cNvPr id="7676" name="Google Shape;7676;p263"/>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algn="ctr">
              <a:spcBef>
                <a:spcPts val="0"/>
              </a:spcBef>
              <a:spcAft>
                <a:spcPts val="0"/>
              </a:spcAft>
              <a:buSzPts val="3000"/>
              <a:buNone/>
              <a:defRPr>
                <a:solidFill>
                  <a:schemeClr val="lt1"/>
                </a:solidFill>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Tree>
  </p:cSld>
  <p:clrMapOvr>
    <a:masterClrMapping/>
  </p:clrMapOvr>
</p:sldLayout>
</file>

<file path=ppt/slideLayouts/slideLayout2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677" name="Shape 7677"/>
        <p:cNvGrpSpPr/>
        <p:nvPr/>
      </p:nvGrpSpPr>
      <p:grpSpPr>
        <a:xfrm>
          <a:off x="0" y="0"/>
          <a:ext cx="0" cy="0"/>
          <a:chOff x="0" y="0"/>
          <a:chExt cx="0" cy="0"/>
        </a:xfrm>
      </p:grpSpPr>
      <p:sp>
        <p:nvSpPr>
          <p:cNvPr id="7678" name="Google Shape;7678;p264"/>
          <p:cNvSpPr txBox="1"/>
          <p:nvPr>
            <p:ph hasCustomPrompt="1" type="title"/>
          </p:nvPr>
        </p:nvSpPr>
        <p:spPr>
          <a:xfrm>
            <a:off x="713225" y="1477363"/>
            <a:ext cx="6576000" cy="15267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679" name="Google Shape;7679;p264"/>
          <p:cNvSpPr txBox="1"/>
          <p:nvPr>
            <p:ph idx="1" type="subTitle"/>
          </p:nvPr>
        </p:nvSpPr>
        <p:spPr>
          <a:xfrm>
            <a:off x="713225" y="3169038"/>
            <a:ext cx="6576000" cy="497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7680" name="Google Shape;7680;p264"/>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264"/>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264"/>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264"/>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4" name="Google Shape;7684;p264"/>
          <p:cNvGrpSpPr/>
          <p:nvPr/>
        </p:nvGrpSpPr>
        <p:grpSpPr>
          <a:xfrm>
            <a:off x="7441503" y="289852"/>
            <a:ext cx="1366913" cy="1382099"/>
            <a:chOff x="6568493" y="8"/>
            <a:chExt cx="1820608" cy="1840590"/>
          </a:xfrm>
        </p:grpSpPr>
        <p:sp>
          <p:nvSpPr>
            <p:cNvPr id="7685" name="Google Shape;7685;p264"/>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6" name="Google Shape;7686;p264"/>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687" name="Google Shape;7687;p264"/>
            <p:cNvGrpSpPr/>
            <p:nvPr/>
          </p:nvGrpSpPr>
          <p:grpSpPr>
            <a:xfrm>
              <a:off x="6568493" y="84720"/>
              <a:ext cx="1649109" cy="1669065"/>
              <a:chOff x="8921020" y="472154"/>
              <a:chExt cx="1959958" cy="1983676"/>
            </a:xfrm>
          </p:grpSpPr>
          <p:sp>
            <p:nvSpPr>
              <p:cNvPr id="7688" name="Google Shape;7688;p264"/>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9" name="Google Shape;7689;p264"/>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690" name="Google Shape;7690;p264"/>
              <p:cNvGrpSpPr/>
              <p:nvPr/>
            </p:nvGrpSpPr>
            <p:grpSpPr>
              <a:xfrm>
                <a:off x="9011888" y="537781"/>
                <a:ext cx="255174" cy="64389"/>
                <a:chOff x="9011888" y="537781"/>
                <a:chExt cx="255174" cy="64389"/>
              </a:xfrm>
            </p:grpSpPr>
            <p:sp>
              <p:nvSpPr>
                <p:cNvPr id="7691" name="Google Shape;7691;p264"/>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2" name="Google Shape;7692;p264"/>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3" name="Google Shape;7693;p264"/>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694" name="Google Shape;7694;p264"/>
            <p:cNvGrpSpPr/>
            <p:nvPr/>
          </p:nvGrpSpPr>
          <p:grpSpPr>
            <a:xfrm>
              <a:off x="6795939" y="406335"/>
              <a:ext cx="1194216" cy="1228757"/>
              <a:chOff x="9191339" y="854392"/>
              <a:chExt cx="1419320" cy="1460372"/>
            </a:xfrm>
          </p:grpSpPr>
          <p:grpSp>
            <p:nvGrpSpPr>
              <p:cNvPr id="7695" name="Google Shape;7695;p264"/>
              <p:cNvGrpSpPr/>
              <p:nvPr/>
            </p:nvGrpSpPr>
            <p:grpSpPr>
              <a:xfrm>
                <a:off x="9191339" y="1884045"/>
                <a:ext cx="604932" cy="420243"/>
                <a:chOff x="9191339" y="1884045"/>
                <a:chExt cx="604932" cy="420243"/>
              </a:xfrm>
            </p:grpSpPr>
            <p:sp>
              <p:nvSpPr>
                <p:cNvPr id="7696" name="Google Shape;7696;p264"/>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7" name="Google Shape;7697;p264"/>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8" name="Google Shape;7698;p264"/>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9" name="Google Shape;7699;p264"/>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0" name="Google Shape;7700;p264"/>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1" name="Google Shape;7701;p264"/>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2" name="Google Shape;7702;p264"/>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3" name="Google Shape;7703;p264"/>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4" name="Google Shape;7704;p264"/>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5" name="Google Shape;7705;p264"/>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06" name="Google Shape;7706;p264"/>
              <p:cNvGrpSpPr/>
              <p:nvPr/>
            </p:nvGrpSpPr>
            <p:grpSpPr>
              <a:xfrm>
                <a:off x="10004774" y="854392"/>
                <a:ext cx="604932" cy="420243"/>
                <a:chOff x="10004774" y="854392"/>
                <a:chExt cx="604932" cy="420243"/>
              </a:xfrm>
            </p:grpSpPr>
            <p:sp>
              <p:nvSpPr>
                <p:cNvPr id="7707" name="Google Shape;7707;p264"/>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8" name="Google Shape;7708;p264"/>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9" name="Google Shape;7709;p264"/>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0" name="Google Shape;7710;p264"/>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1" name="Google Shape;7711;p264"/>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2" name="Google Shape;7712;p264"/>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3" name="Google Shape;7713;p264"/>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4" name="Google Shape;7714;p264"/>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5" name="Google Shape;7715;p264"/>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6" name="Google Shape;7716;p264"/>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17" name="Google Shape;7717;p264"/>
              <p:cNvGrpSpPr/>
              <p:nvPr/>
            </p:nvGrpSpPr>
            <p:grpSpPr>
              <a:xfrm>
                <a:off x="10004774" y="1374362"/>
                <a:ext cx="604932" cy="303466"/>
                <a:chOff x="10004774" y="1374362"/>
                <a:chExt cx="604932" cy="303466"/>
              </a:xfrm>
            </p:grpSpPr>
            <p:sp>
              <p:nvSpPr>
                <p:cNvPr id="7718" name="Google Shape;7718;p264"/>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9" name="Google Shape;7719;p264"/>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0" name="Google Shape;7720;p264"/>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1" name="Google Shape;7721;p264"/>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2" name="Google Shape;7722;p264"/>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3" name="Google Shape;7723;p264"/>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4" name="Google Shape;7724;p264"/>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5" name="Google Shape;7725;p264"/>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726" name="Google Shape;7726;p264"/>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7" name="Google Shape;7727;p264"/>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28" name="Google Shape;7728;p264"/>
            <p:cNvGrpSpPr/>
            <p:nvPr/>
          </p:nvGrpSpPr>
          <p:grpSpPr>
            <a:xfrm>
              <a:off x="6717319" y="354723"/>
              <a:ext cx="656533" cy="799751"/>
              <a:chOff x="9097899" y="793051"/>
              <a:chExt cx="780287" cy="950500"/>
            </a:xfrm>
          </p:grpSpPr>
          <p:grpSp>
            <p:nvGrpSpPr>
              <p:cNvPr id="7729" name="Google Shape;7729;p264"/>
              <p:cNvGrpSpPr/>
              <p:nvPr/>
            </p:nvGrpSpPr>
            <p:grpSpPr>
              <a:xfrm>
                <a:off x="9118758" y="814006"/>
                <a:ext cx="747999" cy="918020"/>
                <a:chOff x="9118758" y="814006"/>
                <a:chExt cx="747999" cy="918020"/>
              </a:xfrm>
            </p:grpSpPr>
            <p:sp>
              <p:nvSpPr>
                <p:cNvPr id="7730" name="Google Shape;7730;p264"/>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1" name="Google Shape;7731;p264"/>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2" name="Google Shape;7732;p264"/>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3" name="Google Shape;7733;p264"/>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34" name="Google Shape;7734;p264"/>
              <p:cNvGrpSpPr/>
              <p:nvPr/>
            </p:nvGrpSpPr>
            <p:grpSpPr>
              <a:xfrm>
                <a:off x="9097899" y="793051"/>
                <a:ext cx="780287" cy="950500"/>
                <a:chOff x="9097899" y="793051"/>
                <a:chExt cx="780287" cy="950500"/>
              </a:xfrm>
            </p:grpSpPr>
            <p:grpSp>
              <p:nvGrpSpPr>
                <p:cNvPr id="7735" name="Google Shape;7735;p264"/>
                <p:cNvGrpSpPr/>
                <p:nvPr/>
              </p:nvGrpSpPr>
              <p:grpSpPr>
                <a:xfrm>
                  <a:off x="9097899" y="793051"/>
                  <a:ext cx="780287" cy="41909"/>
                  <a:chOff x="9097899" y="793051"/>
                  <a:chExt cx="780287" cy="41909"/>
                </a:xfrm>
              </p:grpSpPr>
              <p:sp>
                <p:nvSpPr>
                  <p:cNvPr id="7736" name="Google Shape;7736;p264"/>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7" name="Google Shape;7737;p264"/>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8" name="Google Shape;7738;p264"/>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39" name="Google Shape;7739;p264"/>
                <p:cNvGrpSpPr/>
                <p:nvPr/>
              </p:nvGrpSpPr>
              <p:grpSpPr>
                <a:xfrm>
                  <a:off x="9097899" y="1247298"/>
                  <a:ext cx="780287" cy="41910"/>
                  <a:chOff x="9097899" y="1247298"/>
                  <a:chExt cx="780287" cy="41910"/>
                </a:xfrm>
              </p:grpSpPr>
              <p:sp>
                <p:nvSpPr>
                  <p:cNvPr id="7740" name="Google Shape;7740;p264"/>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1" name="Google Shape;7741;p264"/>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42" name="Google Shape;7742;p264"/>
                <p:cNvGrpSpPr/>
                <p:nvPr/>
              </p:nvGrpSpPr>
              <p:grpSpPr>
                <a:xfrm>
                  <a:off x="9097899" y="1701641"/>
                  <a:ext cx="780287" cy="41910"/>
                  <a:chOff x="9097899" y="1701641"/>
                  <a:chExt cx="780287" cy="41910"/>
                </a:xfrm>
              </p:grpSpPr>
              <p:sp>
                <p:nvSpPr>
                  <p:cNvPr id="7743" name="Google Shape;7743;p264"/>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4" name="Google Shape;7744;p264"/>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5" name="Google Shape;7745;p264"/>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7746" name="Google Shape;7746;p264"/>
            <p:cNvGrpSpPr/>
            <p:nvPr/>
          </p:nvGrpSpPr>
          <p:grpSpPr>
            <a:xfrm>
              <a:off x="7074117" y="956519"/>
              <a:ext cx="215826" cy="125825"/>
              <a:chOff x="9521952" y="1508283"/>
              <a:chExt cx="256508" cy="149542"/>
            </a:xfrm>
          </p:grpSpPr>
          <p:sp>
            <p:nvSpPr>
              <p:cNvPr id="7747" name="Google Shape;7747;p264"/>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748" name="Google Shape;7748;p264"/>
              <p:cNvGrpSpPr/>
              <p:nvPr/>
            </p:nvGrpSpPr>
            <p:grpSpPr>
              <a:xfrm>
                <a:off x="9556578" y="1534618"/>
                <a:ext cx="183763" cy="98921"/>
                <a:chOff x="9556578" y="1534618"/>
                <a:chExt cx="183763" cy="98921"/>
              </a:xfrm>
            </p:grpSpPr>
            <p:grpSp>
              <p:nvGrpSpPr>
                <p:cNvPr id="7749" name="Google Shape;7749;p264"/>
                <p:cNvGrpSpPr/>
                <p:nvPr/>
              </p:nvGrpSpPr>
              <p:grpSpPr>
                <a:xfrm>
                  <a:off x="9645396" y="1536115"/>
                  <a:ext cx="94945" cy="94946"/>
                  <a:chOff x="9645396" y="1536115"/>
                  <a:chExt cx="94945" cy="94946"/>
                </a:xfrm>
              </p:grpSpPr>
              <p:sp>
                <p:nvSpPr>
                  <p:cNvPr id="7750" name="Google Shape;7750;p264"/>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1" name="Google Shape;7751;p264"/>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52" name="Google Shape;7752;p264"/>
                <p:cNvGrpSpPr/>
                <p:nvPr/>
              </p:nvGrpSpPr>
              <p:grpSpPr>
                <a:xfrm>
                  <a:off x="9556578" y="1534618"/>
                  <a:ext cx="98773" cy="98921"/>
                  <a:chOff x="9556578" y="1534618"/>
                  <a:chExt cx="98773" cy="98921"/>
                </a:xfrm>
              </p:grpSpPr>
              <p:sp>
                <p:nvSpPr>
                  <p:cNvPr id="7753" name="Google Shape;7753;p264"/>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4" name="Google Shape;7754;p264"/>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7755" name="Shape 7755"/>
        <p:cNvGrpSpPr/>
        <p:nvPr/>
      </p:nvGrpSpPr>
      <p:grpSpPr>
        <a:xfrm>
          <a:off x="0" y="0"/>
          <a:ext cx="0" cy="0"/>
          <a:chOff x="0" y="0"/>
          <a:chExt cx="0" cy="0"/>
        </a:xfrm>
      </p:grpSpPr>
    </p:spTree>
  </p:cSld>
  <p:clrMapOvr>
    <a:masterClrMapping/>
  </p:clrMapOvr>
</p:sldLayout>
</file>

<file path=ppt/slideLayouts/slideLayout2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7756" name="Shape 7756"/>
        <p:cNvGrpSpPr/>
        <p:nvPr/>
      </p:nvGrpSpPr>
      <p:grpSpPr>
        <a:xfrm>
          <a:off x="0" y="0"/>
          <a:ext cx="0" cy="0"/>
          <a:chOff x="0" y="0"/>
          <a:chExt cx="0" cy="0"/>
        </a:xfrm>
      </p:grpSpPr>
      <p:sp>
        <p:nvSpPr>
          <p:cNvPr id="7757" name="Google Shape;7757;p2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758" name="Google Shape;7758;p266"/>
          <p:cNvSpPr txBox="1"/>
          <p:nvPr>
            <p:ph hasCustomPrompt="1" idx="2" type="title"/>
          </p:nvPr>
        </p:nvSpPr>
        <p:spPr>
          <a:xfrm>
            <a:off x="110097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759" name="Google Shape;7759;p266"/>
          <p:cNvSpPr txBox="1"/>
          <p:nvPr>
            <p:ph hasCustomPrompt="1" idx="3" type="title"/>
          </p:nvPr>
        </p:nvSpPr>
        <p:spPr>
          <a:xfrm>
            <a:off x="110097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760" name="Google Shape;7760;p266"/>
          <p:cNvSpPr txBox="1"/>
          <p:nvPr>
            <p:ph hasCustomPrompt="1" idx="4" type="title"/>
          </p:nvPr>
        </p:nvSpPr>
        <p:spPr>
          <a:xfrm>
            <a:off x="3419250"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761" name="Google Shape;7761;p266"/>
          <p:cNvSpPr txBox="1"/>
          <p:nvPr>
            <p:ph hasCustomPrompt="1" idx="5" type="title"/>
          </p:nvPr>
        </p:nvSpPr>
        <p:spPr>
          <a:xfrm>
            <a:off x="3419250"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762" name="Google Shape;7762;p266"/>
          <p:cNvSpPr txBox="1"/>
          <p:nvPr>
            <p:ph hasCustomPrompt="1" idx="6" type="title"/>
          </p:nvPr>
        </p:nvSpPr>
        <p:spPr>
          <a:xfrm>
            <a:off x="573752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763" name="Google Shape;7763;p266"/>
          <p:cNvSpPr txBox="1"/>
          <p:nvPr>
            <p:ph hasCustomPrompt="1" idx="7" type="title"/>
          </p:nvPr>
        </p:nvSpPr>
        <p:spPr>
          <a:xfrm>
            <a:off x="573752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764" name="Google Shape;7764;p266"/>
          <p:cNvSpPr txBox="1"/>
          <p:nvPr>
            <p:ph idx="1" type="subTitle"/>
          </p:nvPr>
        </p:nvSpPr>
        <p:spPr>
          <a:xfrm>
            <a:off x="110097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765" name="Google Shape;7765;p266"/>
          <p:cNvSpPr txBox="1"/>
          <p:nvPr>
            <p:ph idx="8" type="subTitle"/>
          </p:nvPr>
        </p:nvSpPr>
        <p:spPr>
          <a:xfrm>
            <a:off x="3419250"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766" name="Google Shape;7766;p266"/>
          <p:cNvSpPr txBox="1"/>
          <p:nvPr>
            <p:ph idx="9" type="subTitle"/>
          </p:nvPr>
        </p:nvSpPr>
        <p:spPr>
          <a:xfrm>
            <a:off x="573752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767" name="Google Shape;7767;p266"/>
          <p:cNvSpPr txBox="1"/>
          <p:nvPr>
            <p:ph idx="13" type="subTitle"/>
          </p:nvPr>
        </p:nvSpPr>
        <p:spPr>
          <a:xfrm>
            <a:off x="110097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768" name="Google Shape;7768;p266"/>
          <p:cNvSpPr txBox="1"/>
          <p:nvPr>
            <p:ph idx="14" type="subTitle"/>
          </p:nvPr>
        </p:nvSpPr>
        <p:spPr>
          <a:xfrm>
            <a:off x="3419250"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769" name="Google Shape;7769;p266"/>
          <p:cNvSpPr txBox="1"/>
          <p:nvPr>
            <p:ph idx="15" type="subTitle"/>
          </p:nvPr>
        </p:nvSpPr>
        <p:spPr>
          <a:xfrm>
            <a:off x="573752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770" name="Google Shape;7770;p266"/>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266"/>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2" name="Google Shape;7772;p266"/>
          <p:cNvGrpSpPr/>
          <p:nvPr/>
        </p:nvGrpSpPr>
        <p:grpSpPr>
          <a:xfrm>
            <a:off x="8114970" y="266839"/>
            <a:ext cx="829992" cy="750888"/>
            <a:chOff x="8114596" y="445039"/>
            <a:chExt cx="633002" cy="572716"/>
          </a:xfrm>
        </p:grpSpPr>
        <p:grpSp>
          <p:nvGrpSpPr>
            <p:cNvPr id="7773" name="Google Shape;7773;p266"/>
            <p:cNvGrpSpPr/>
            <p:nvPr/>
          </p:nvGrpSpPr>
          <p:grpSpPr>
            <a:xfrm>
              <a:off x="8114596" y="445039"/>
              <a:ext cx="633002" cy="572716"/>
              <a:chOff x="7189660" y="520827"/>
              <a:chExt cx="598074" cy="541115"/>
            </a:xfrm>
          </p:grpSpPr>
          <p:sp>
            <p:nvSpPr>
              <p:cNvPr id="7774" name="Google Shape;7774;p266"/>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775" name="Google Shape;7775;p266"/>
              <p:cNvGrpSpPr/>
              <p:nvPr/>
            </p:nvGrpSpPr>
            <p:grpSpPr>
              <a:xfrm>
                <a:off x="7579137" y="551973"/>
                <a:ext cx="164782" cy="41529"/>
                <a:chOff x="7579137" y="551973"/>
                <a:chExt cx="164782" cy="41529"/>
              </a:xfrm>
            </p:grpSpPr>
            <p:sp>
              <p:nvSpPr>
                <p:cNvPr id="7776" name="Google Shape;7776;p266"/>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7" name="Google Shape;7777;p266"/>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8" name="Google Shape;7778;p266"/>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779" name="Google Shape;7779;p266"/>
            <p:cNvGrpSpPr/>
            <p:nvPr/>
          </p:nvGrpSpPr>
          <p:grpSpPr>
            <a:xfrm>
              <a:off x="8184962" y="619646"/>
              <a:ext cx="498115" cy="257273"/>
              <a:chOff x="7256144" y="685800"/>
              <a:chExt cx="470630" cy="243077"/>
            </a:xfrm>
          </p:grpSpPr>
          <p:sp>
            <p:nvSpPr>
              <p:cNvPr id="7780" name="Google Shape;7780;p266"/>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781" name="Google Shape;7781;p266"/>
              <p:cNvGrpSpPr/>
              <p:nvPr/>
            </p:nvGrpSpPr>
            <p:grpSpPr>
              <a:xfrm>
                <a:off x="7512843" y="685800"/>
                <a:ext cx="213931" cy="243077"/>
                <a:chOff x="7512843" y="685800"/>
                <a:chExt cx="213931" cy="243077"/>
              </a:xfrm>
            </p:grpSpPr>
            <p:grpSp>
              <p:nvGrpSpPr>
                <p:cNvPr id="7782" name="Google Shape;7782;p266"/>
                <p:cNvGrpSpPr/>
                <p:nvPr/>
              </p:nvGrpSpPr>
              <p:grpSpPr>
                <a:xfrm>
                  <a:off x="7512843" y="836580"/>
                  <a:ext cx="213931" cy="92297"/>
                  <a:chOff x="7512843" y="836580"/>
                  <a:chExt cx="213931" cy="92297"/>
                </a:xfrm>
              </p:grpSpPr>
              <p:sp>
                <p:nvSpPr>
                  <p:cNvPr id="7783" name="Google Shape;7783;p266"/>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4" name="Google Shape;7784;p266"/>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85" name="Google Shape;7785;p266"/>
                <p:cNvGrpSpPr/>
                <p:nvPr/>
              </p:nvGrpSpPr>
              <p:grpSpPr>
                <a:xfrm>
                  <a:off x="7512843" y="761238"/>
                  <a:ext cx="213931" cy="92296"/>
                  <a:chOff x="7512843" y="761238"/>
                  <a:chExt cx="213931" cy="92296"/>
                </a:xfrm>
              </p:grpSpPr>
              <p:sp>
                <p:nvSpPr>
                  <p:cNvPr id="7786" name="Google Shape;7786;p266"/>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7" name="Google Shape;7787;p266"/>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88" name="Google Shape;7788;p266"/>
                <p:cNvGrpSpPr/>
                <p:nvPr/>
              </p:nvGrpSpPr>
              <p:grpSpPr>
                <a:xfrm>
                  <a:off x="7512843" y="685800"/>
                  <a:ext cx="213931" cy="92297"/>
                  <a:chOff x="7512843" y="685800"/>
                  <a:chExt cx="213931" cy="92297"/>
                </a:xfrm>
              </p:grpSpPr>
              <p:sp>
                <p:nvSpPr>
                  <p:cNvPr id="7789" name="Google Shape;7789;p266"/>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0" name="Google Shape;7790;p266"/>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
        <p:nvSpPr>
          <p:cNvPr id="7791" name="Google Shape;7791;p266"/>
          <p:cNvSpPr/>
          <p:nvPr/>
        </p:nvSpPr>
        <p:spPr>
          <a:xfrm>
            <a:off x="62832" y="4828541"/>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792" name="Google Shape;7792;p266"/>
          <p:cNvGrpSpPr/>
          <p:nvPr/>
        </p:nvGrpSpPr>
        <p:grpSpPr>
          <a:xfrm>
            <a:off x="103395" y="3891186"/>
            <a:ext cx="668783" cy="959747"/>
            <a:chOff x="10519314" y="4728596"/>
            <a:chExt cx="751780" cy="1078731"/>
          </a:xfrm>
        </p:grpSpPr>
        <p:grpSp>
          <p:nvGrpSpPr>
            <p:cNvPr id="7793" name="Google Shape;7793;p266"/>
            <p:cNvGrpSpPr/>
            <p:nvPr/>
          </p:nvGrpSpPr>
          <p:grpSpPr>
            <a:xfrm>
              <a:off x="10519314" y="4728596"/>
              <a:ext cx="626662" cy="1078731"/>
              <a:chOff x="10519314" y="4728596"/>
              <a:chExt cx="626662" cy="1078731"/>
            </a:xfrm>
          </p:grpSpPr>
          <p:grpSp>
            <p:nvGrpSpPr>
              <p:cNvPr id="7794" name="Google Shape;7794;p266"/>
              <p:cNvGrpSpPr/>
              <p:nvPr/>
            </p:nvGrpSpPr>
            <p:grpSpPr>
              <a:xfrm>
                <a:off x="10903220" y="4888205"/>
                <a:ext cx="242756" cy="919122"/>
                <a:chOff x="10903220" y="4888205"/>
                <a:chExt cx="242756" cy="919122"/>
              </a:xfrm>
            </p:grpSpPr>
            <p:sp>
              <p:nvSpPr>
                <p:cNvPr id="7795" name="Google Shape;7795;p266"/>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6" name="Google Shape;7796;p266"/>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7" name="Google Shape;7797;p266"/>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798" name="Google Shape;7798;p266"/>
                <p:cNvGrpSpPr/>
                <p:nvPr/>
              </p:nvGrpSpPr>
              <p:grpSpPr>
                <a:xfrm>
                  <a:off x="11014221" y="5588618"/>
                  <a:ext cx="100021" cy="114784"/>
                  <a:chOff x="11014221" y="5588618"/>
                  <a:chExt cx="100021" cy="114784"/>
                </a:xfrm>
              </p:grpSpPr>
              <p:sp>
                <p:nvSpPr>
                  <p:cNvPr id="7799" name="Google Shape;7799;p266"/>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0" name="Google Shape;7800;p266"/>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1" name="Google Shape;7801;p266"/>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2" name="Google Shape;7802;p266"/>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803" name="Google Shape;7803;p266"/>
              <p:cNvGrpSpPr/>
              <p:nvPr/>
            </p:nvGrpSpPr>
            <p:grpSpPr>
              <a:xfrm>
                <a:off x="10718623" y="4728596"/>
                <a:ext cx="229169" cy="1075979"/>
                <a:chOff x="10718623" y="4728596"/>
                <a:chExt cx="229169" cy="1075979"/>
              </a:xfrm>
            </p:grpSpPr>
            <p:sp>
              <p:nvSpPr>
                <p:cNvPr id="7804" name="Google Shape;7804;p266"/>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5" name="Google Shape;7805;p266"/>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806" name="Google Shape;7806;p266"/>
                <p:cNvGrpSpPr/>
                <p:nvPr/>
              </p:nvGrpSpPr>
              <p:grpSpPr>
                <a:xfrm>
                  <a:off x="10765015" y="5040134"/>
                  <a:ext cx="116314" cy="49775"/>
                  <a:chOff x="10765015" y="5040134"/>
                  <a:chExt cx="116314" cy="49775"/>
                </a:xfrm>
              </p:grpSpPr>
              <p:sp>
                <p:nvSpPr>
                  <p:cNvPr id="7807" name="Google Shape;7807;p266"/>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8" name="Google Shape;7808;p266"/>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09" name="Google Shape;7809;p266"/>
                <p:cNvGrpSpPr/>
                <p:nvPr/>
              </p:nvGrpSpPr>
              <p:grpSpPr>
                <a:xfrm>
                  <a:off x="10784825" y="5436314"/>
                  <a:ext cx="116414" cy="49961"/>
                  <a:chOff x="10784825" y="5436314"/>
                  <a:chExt cx="116414" cy="49961"/>
                </a:xfrm>
              </p:grpSpPr>
              <p:sp>
                <p:nvSpPr>
                  <p:cNvPr id="7810" name="Google Shape;7810;p266"/>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1" name="Google Shape;7811;p266"/>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812" name="Google Shape;7812;p266"/>
              <p:cNvGrpSpPr/>
              <p:nvPr/>
            </p:nvGrpSpPr>
            <p:grpSpPr>
              <a:xfrm>
                <a:off x="10519314" y="4813458"/>
                <a:ext cx="202120" cy="992123"/>
                <a:chOff x="10519314" y="4813458"/>
                <a:chExt cx="202120" cy="992123"/>
              </a:xfrm>
            </p:grpSpPr>
            <p:sp>
              <p:nvSpPr>
                <p:cNvPr id="7813" name="Google Shape;7813;p266"/>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4" name="Google Shape;7814;p266"/>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815" name="Google Shape;7815;p266"/>
                <p:cNvGrpSpPr/>
                <p:nvPr/>
              </p:nvGrpSpPr>
              <p:grpSpPr>
                <a:xfrm>
                  <a:off x="10556176" y="5465730"/>
                  <a:ext cx="128397" cy="44196"/>
                  <a:chOff x="10556176" y="5465730"/>
                  <a:chExt cx="128397" cy="44196"/>
                </a:xfrm>
              </p:grpSpPr>
              <p:sp>
                <p:nvSpPr>
                  <p:cNvPr id="7816" name="Google Shape;7816;p266"/>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7" name="Google Shape;7817;p266"/>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18" name="Google Shape;7818;p266"/>
                <p:cNvGrpSpPr/>
                <p:nvPr/>
              </p:nvGrpSpPr>
              <p:grpSpPr>
                <a:xfrm>
                  <a:off x="10556176" y="5689187"/>
                  <a:ext cx="128397" cy="44196"/>
                  <a:chOff x="10556176" y="5689187"/>
                  <a:chExt cx="128397" cy="44196"/>
                </a:xfrm>
              </p:grpSpPr>
              <p:sp>
                <p:nvSpPr>
                  <p:cNvPr id="7819" name="Google Shape;7819;p266"/>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0" name="Google Shape;7820;p266"/>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7821" name="Google Shape;7821;p266"/>
            <p:cNvGrpSpPr/>
            <p:nvPr/>
          </p:nvGrpSpPr>
          <p:grpSpPr>
            <a:xfrm>
              <a:off x="11058042" y="5088325"/>
              <a:ext cx="213052" cy="717953"/>
              <a:chOff x="11058042" y="5088325"/>
              <a:chExt cx="213052" cy="717953"/>
            </a:xfrm>
          </p:grpSpPr>
          <p:sp>
            <p:nvSpPr>
              <p:cNvPr id="7822" name="Google Shape;7822;p266"/>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3" name="Google Shape;7823;p266"/>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824" name="Google Shape;7824;p266"/>
          <p:cNvGrpSpPr/>
          <p:nvPr/>
        </p:nvGrpSpPr>
        <p:grpSpPr>
          <a:xfrm>
            <a:off x="150676" y="2823493"/>
            <a:ext cx="516117" cy="779220"/>
            <a:chOff x="10572463" y="3528536"/>
            <a:chExt cx="580168" cy="875823"/>
          </a:xfrm>
        </p:grpSpPr>
        <p:grpSp>
          <p:nvGrpSpPr>
            <p:cNvPr id="7825" name="Google Shape;7825;p266"/>
            <p:cNvGrpSpPr/>
            <p:nvPr/>
          </p:nvGrpSpPr>
          <p:grpSpPr>
            <a:xfrm>
              <a:off x="10713815" y="3528536"/>
              <a:ext cx="438816" cy="746664"/>
              <a:chOff x="10713815" y="3528536"/>
              <a:chExt cx="438816" cy="746664"/>
            </a:xfrm>
          </p:grpSpPr>
          <p:sp>
            <p:nvSpPr>
              <p:cNvPr id="7826" name="Google Shape;7826;p266"/>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827" name="Google Shape;7827;p266"/>
              <p:cNvGrpSpPr/>
              <p:nvPr/>
            </p:nvGrpSpPr>
            <p:grpSpPr>
              <a:xfrm>
                <a:off x="10776489" y="3625310"/>
                <a:ext cx="313848" cy="288226"/>
                <a:chOff x="10776489" y="3625310"/>
                <a:chExt cx="313848" cy="288226"/>
              </a:xfrm>
            </p:grpSpPr>
            <p:sp>
              <p:nvSpPr>
                <p:cNvPr id="7828" name="Google Shape;7828;p266"/>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9" name="Google Shape;7829;p266"/>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0" name="Google Shape;7830;p266"/>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1" name="Google Shape;7831;p266"/>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2" name="Google Shape;7832;p266"/>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3" name="Google Shape;7833;p266"/>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34" name="Google Shape;7834;p266"/>
              <p:cNvGrpSpPr/>
              <p:nvPr/>
            </p:nvGrpSpPr>
            <p:grpSpPr>
              <a:xfrm>
                <a:off x="10776489" y="3999547"/>
                <a:ext cx="313848" cy="181546"/>
                <a:chOff x="10776489" y="3999547"/>
                <a:chExt cx="313848" cy="181546"/>
              </a:xfrm>
            </p:grpSpPr>
            <p:sp>
              <p:nvSpPr>
                <p:cNvPr id="7835" name="Google Shape;7835;p266"/>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6" name="Google Shape;7836;p266"/>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7" name="Google Shape;7837;p266"/>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8" name="Google Shape;7838;p266"/>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839" name="Google Shape;7839;p266"/>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40" name="Google Shape;7840;p266"/>
            <p:cNvGrpSpPr/>
            <p:nvPr/>
          </p:nvGrpSpPr>
          <p:grpSpPr>
            <a:xfrm>
              <a:off x="10572463" y="3657790"/>
              <a:ext cx="438817" cy="746569"/>
              <a:chOff x="10572463" y="3657790"/>
              <a:chExt cx="438817" cy="746569"/>
            </a:xfrm>
          </p:grpSpPr>
          <p:sp>
            <p:nvSpPr>
              <p:cNvPr id="7841" name="Google Shape;7841;p266"/>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842" name="Google Shape;7842;p266"/>
              <p:cNvGrpSpPr/>
              <p:nvPr/>
            </p:nvGrpSpPr>
            <p:grpSpPr>
              <a:xfrm>
                <a:off x="10635138" y="3754469"/>
                <a:ext cx="313848" cy="288321"/>
                <a:chOff x="10635138" y="3754469"/>
                <a:chExt cx="313848" cy="288321"/>
              </a:xfrm>
            </p:grpSpPr>
            <p:sp>
              <p:nvSpPr>
                <p:cNvPr id="7843" name="Google Shape;7843;p266"/>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4" name="Google Shape;7844;p266"/>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5" name="Google Shape;7845;p266"/>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6" name="Google Shape;7846;p266"/>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7" name="Google Shape;7847;p266"/>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8" name="Google Shape;7848;p266"/>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49" name="Google Shape;7849;p266"/>
              <p:cNvGrpSpPr/>
              <p:nvPr/>
            </p:nvGrpSpPr>
            <p:grpSpPr>
              <a:xfrm>
                <a:off x="10635138" y="4128801"/>
                <a:ext cx="313848" cy="181547"/>
                <a:chOff x="10635138" y="4128801"/>
                <a:chExt cx="313848" cy="181547"/>
              </a:xfrm>
            </p:grpSpPr>
            <p:sp>
              <p:nvSpPr>
                <p:cNvPr id="7850" name="Google Shape;7850;p266"/>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1" name="Google Shape;7851;p266"/>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2" name="Google Shape;7852;p266"/>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3" name="Google Shape;7853;p266"/>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854" name="Google Shape;7854;p266"/>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855" name="Google Shape;7855;p266"/>
          <p:cNvGrpSpPr/>
          <p:nvPr/>
        </p:nvGrpSpPr>
        <p:grpSpPr>
          <a:xfrm>
            <a:off x="361835" y="3601018"/>
            <a:ext cx="22030" cy="294484"/>
            <a:chOff x="10809827" y="4402455"/>
            <a:chExt cx="24764" cy="330993"/>
          </a:xfrm>
        </p:grpSpPr>
        <p:sp>
          <p:nvSpPr>
            <p:cNvPr id="7856" name="Google Shape;7856;p266"/>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7" name="Google Shape;7857;p266"/>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8" name="Google Shape;7858;p266"/>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7859" name="Shape 7859"/>
        <p:cNvGrpSpPr/>
        <p:nvPr/>
      </p:nvGrpSpPr>
      <p:grpSpPr>
        <a:xfrm>
          <a:off x="0" y="0"/>
          <a:ext cx="0" cy="0"/>
          <a:chOff x="0" y="0"/>
          <a:chExt cx="0" cy="0"/>
        </a:xfrm>
      </p:grpSpPr>
      <p:sp>
        <p:nvSpPr>
          <p:cNvPr id="7860" name="Google Shape;7860;p267"/>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861" name="Google Shape;7861;p267"/>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7862" name="Google Shape;7862;p267"/>
          <p:cNvSpPr/>
          <p:nvPr>
            <p:ph idx="2" type="pic"/>
          </p:nvPr>
        </p:nvSpPr>
        <p:spPr>
          <a:xfrm>
            <a:off x="5668975" y="1076550"/>
            <a:ext cx="2990400" cy="2990400"/>
          </a:xfrm>
          <a:prstGeom prst="roundRect">
            <a:avLst>
              <a:gd fmla="val 16667" name="adj"/>
            </a:avLst>
          </a:prstGeom>
          <a:noFill/>
          <a:ln>
            <a:noFill/>
          </a:ln>
        </p:spPr>
      </p:sp>
      <p:sp>
        <p:nvSpPr>
          <p:cNvPr id="7863" name="Google Shape;7863;p267"/>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267"/>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5" name="Google Shape;7865;p267"/>
          <p:cNvGrpSpPr/>
          <p:nvPr/>
        </p:nvGrpSpPr>
        <p:grpSpPr>
          <a:xfrm>
            <a:off x="65066" y="4373044"/>
            <a:ext cx="878158" cy="654532"/>
            <a:chOff x="1114425" y="4361211"/>
            <a:chExt cx="573023" cy="427101"/>
          </a:xfrm>
        </p:grpSpPr>
        <p:grpSp>
          <p:nvGrpSpPr>
            <p:cNvPr id="7866" name="Google Shape;7866;p267"/>
            <p:cNvGrpSpPr/>
            <p:nvPr/>
          </p:nvGrpSpPr>
          <p:grpSpPr>
            <a:xfrm>
              <a:off x="1114425" y="4361211"/>
              <a:ext cx="573023" cy="427101"/>
              <a:chOff x="1114425" y="4361211"/>
              <a:chExt cx="573023" cy="427101"/>
            </a:xfrm>
          </p:grpSpPr>
          <p:sp>
            <p:nvSpPr>
              <p:cNvPr id="7867" name="Google Shape;7867;p267"/>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8" name="Google Shape;7868;p267"/>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9" name="Google Shape;7869;p267"/>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870" name="Google Shape;7870;p267"/>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_1">
    <p:spTree>
      <p:nvGrpSpPr>
        <p:cNvPr id="7871" name="Shape 7871"/>
        <p:cNvGrpSpPr/>
        <p:nvPr/>
      </p:nvGrpSpPr>
      <p:grpSpPr>
        <a:xfrm>
          <a:off x="0" y="0"/>
          <a:ext cx="0" cy="0"/>
          <a:chOff x="0" y="0"/>
          <a:chExt cx="0" cy="0"/>
        </a:xfrm>
      </p:grpSpPr>
      <p:sp>
        <p:nvSpPr>
          <p:cNvPr id="7872" name="Google Shape;7872;p268"/>
          <p:cNvSpPr txBox="1"/>
          <p:nvPr>
            <p:ph type="title"/>
          </p:nvPr>
        </p:nvSpPr>
        <p:spPr>
          <a:xfrm>
            <a:off x="2013850" y="841075"/>
            <a:ext cx="5116200" cy="13905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sz="4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873" name="Google Shape;7873;p268"/>
          <p:cNvSpPr txBox="1"/>
          <p:nvPr>
            <p:ph idx="1" type="subTitle"/>
          </p:nvPr>
        </p:nvSpPr>
        <p:spPr>
          <a:xfrm>
            <a:off x="2013850" y="2231525"/>
            <a:ext cx="51162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7874" name="Google Shape;7874;p268"/>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5" name="Google Shape;7875;p268"/>
          <p:cNvGrpSpPr/>
          <p:nvPr/>
        </p:nvGrpSpPr>
        <p:grpSpPr>
          <a:xfrm flipH="1">
            <a:off x="683048" y="4696520"/>
            <a:ext cx="325927" cy="404808"/>
            <a:chOff x="7385113" y="1535430"/>
            <a:chExt cx="435673" cy="541115"/>
          </a:xfrm>
        </p:grpSpPr>
        <p:sp>
          <p:nvSpPr>
            <p:cNvPr id="7876" name="Google Shape;7876;p268"/>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877" name="Google Shape;7877;p268"/>
            <p:cNvGrpSpPr/>
            <p:nvPr/>
          </p:nvGrpSpPr>
          <p:grpSpPr>
            <a:xfrm>
              <a:off x="7612094" y="1566576"/>
              <a:ext cx="164781" cy="41529"/>
              <a:chOff x="7612094" y="1566576"/>
              <a:chExt cx="164781" cy="41529"/>
            </a:xfrm>
          </p:grpSpPr>
          <p:sp>
            <p:nvSpPr>
              <p:cNvPr id="7878" name="Google Shape;7878;p268"/>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9" name="Google Shape;7879;p268"/>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0" name="Google Shape;7880;p268"/>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881" name="Google Shape;7881;p268"/>
          <p:cNvGrpSpPr/>
          <p:nvPr/>
        </p:nvGrpSpPr>
        <p:grpSpPr>
          <a:xfrm flipH="1">
            <a:off x="713902" y="4774546"/>
            <a:ext cx="268636" cy="280965"/>
            <a:chOff x="7420451" y="1639728"/>
            <a:chExt cx="359091" cy="375571"/>
          </a:xfrm>
        </p:grpSpPr>
        <p:sp>
          <p:nvSpPr>
            <p:cNvPr id="7882" name="Google Shape;7882;p268"/>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3" name="Google Shape;7883;p268"/>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84" name="Google Shape;7884;p268"/>
          <p:cNvGrpSpPr/>
          <p:nvPr/>
        </p:nvGrpSpPr>
        <p:grpSpPr>
          <a:xfrm flipH="1">
            <a:off x="96200" y="4469347"/>
            <a:ext cx="355444" cy="644072"/>
            <a:chOff x="1945386" y="5582316"/>
            <a:chExt cx="470725" cy="852963"/>
          </a:xfrm>
        </p:grpSpPr>
        <p:grpSp>
          <p:nvGrpSpPr>
            <p:cNvPr id="7885" name="Google Shape;7885;p268"/>
            <p:cNvGrpSpPr/>
            <p:nvPr/>
          </p:nvGrpSpPr>
          <p:grpSpPr>
            <a:xfrm>
              <a:off x="1945386" y="5582316"/>
              <a:ext cx="470725" cy="852963"/>
              <a:chOff x="1945386" y="5582316"/>
              <a:chExt cx="470725" cy="852963"/>
            </a:xfrm>
          </p:grpSpPr>
          <p:sp>
            <p:nvSpPr>
              <p:cNvPr id="7886" name="Google Shape;7886;p268"/>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7" name="Google Shape;7887;p268"/>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888" name="Google Shape;7888;p268"/>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89" name="Google Shape;7889;p268"/>
          <p:cNvGrpSpPr/>
          <p:nvPr/>
        </p:nvGrpSpPr>
        <p:grpSpPr>
          <a:xfrm>
            <a:off x="7975988" y="116167"/>
            <a:ext cx="1061979" cy="558999"/>
            <a:chOff x="3859815" y="2867310"/>
            <a:chExt cx="1262157" cy="664368"/>
          </a:xfrm>
        </p:grpSpPr>
        <p:sp>
          <p:nvSpPr>
            <p:cNvPr id="7890" name="Google Shape;7890;p268"/>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891" name="Google Shape;7891;p268"/>
            <p:cNvGrpSpPr/>
            <p:nvPr/>
          </p:nvGrpSpPr>
          <p:grpSpPr>
            <a:xfrm>
              <a:off x="4275677" y="3065525"/>
              <a:ext cx="334517" cy="380047"/>
              <a:chOff x="4275677" y="3065525"/>
              <a:chExt cx="334517" cy="380047"/>
            </a:xfrm>
          </p:grpSpPr>
          <p:grpSp>
            <p:nvGrpSpPr>
              <p:cNvPr id="7892" name="Google Shape;7892;p268"/>
              <p:cNvGrpSpPr/>
              <p:nvPr/>
            </p:nvGrpSpPr>
            <p:grpSpPr>
              <a:xfrm>
                <a:off x="4275677" y="3065525"/>
                <a:ext cx="334517" cy="380047"/>
                <a:chOff x="4275677" y="3065525"/>
                <a:chExt cx="334517" cy="380047"/>
              </a:xfrm>
            </p:grpSpPr>
            <p:grpSp>
              <p:nvGrpSpPr>
                <p:cNvPr id="7893" name="Google Shape;7893;p268"/>
                <p:cNvGrpSpPr/>
                <p:nvPr/>
              </p:nvGrpSpPr>
              <p:grpSpPr>
                <a:xfrm>
                  <a:off x="4275677" y="3301269"/>
                  <a:ext cx="334422" cy="144303"/>
                  <a:chOff x="4275677" y="3301269"/>
                  <a:chExt cx="334422" cy="144303"/>
                </a:xfrm>
              </p:grpSpPr>
              <p:sp>
                <p:nvSpPr>
                  <p:cNvPr id="7894" name="Google Shape;7894;p268"/>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5" name="Google Shape;7895;p268"/>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96" name="Google Shape;7896;p268"/>
                <p:cNvGrpSpPr/>
                <p:nvPr/>
              </p:nvGrpSpPr>
              <p:grpSpPr>
                <a:xfrm>
                  <a:off x="4275677" y="3183350"/>
                  <a:ext cx="334422" cy="144302"/>
                  <a:chOff x="4275677" y="3183350"/>
                  <a:chExt cx="334422" cy="144302"/>
                </a:xfrm>
              </p:grpSpPr>
              <p:sp>
                <p:nvSpPr>
                  <p:cNvPr id="7897" name="Google Shape;7897;p268"/>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8" name="Google Shape;7898;p268"/>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99" name="Google Shape;7899;p268"/>
                <p:cNvGrpSpPr/>
                <p:nvPr/>
              </p:nvGrpSpPr>
              <p:grpSpPr>
                <a:xfrm>
                  <a:off x="4275677" y="3065525"/>
                  <a:ext cx="334517" cy="144303"/>
                  <a:chOff x="4275677" y="3065525"/>
                  <a:chExt cx="334517" cy="144303"/>
                </a:xfrm>
              </p:grpSpPr>
              <p:sp>
                <p:nvSpPr>
                  <p:cNvPr id="7900" name="Google Shape;7900;p268"/>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1" name="Google Shape;7901;p268"/>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7902" name="Google Shape;7902;p268"/>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3" name="Google Shape;7903;p268"/>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4" name="Google Shape;7904;p268"/>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905" name="Google Shape;7905;p268"/>
          <p:cNvGrpSpPr/>
          <p:nvPr/>
        </p:nvGrpSpPr>
        <p:grpSpPr>
          <a:xfrm flipH="1" rot="5400000">
            <a:off x="557972" y="4696603"/>
            <a:ext cx="16329" cy="218290"/>
            <a:chOff x="10809827" y="4402455"/>
            <a:chExt cx="24764" cy="330993"/>
          </a:xfrm>
        </p:grpSpPr>
        <p:sp>
          <p:nvSpPr>
            <p:cNvPr id="7906" name="Google Shape;7906;p268"/>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7" name="Google Shape;7907;p268"/>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8" name="Google Shape;7908;p268"/>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909" name="Google Shape;7909;p268"/>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268"/>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7911" name="Shape 7911"/>
        <p:cNvGrpSpPr/>
        <p:nvPr/>
      </p:nvGrpSpPr>
      <p:grpSpPr>
        <a:xfrm>
          <a:off x="0" y="0"/>
          <a:ext cx="0" cy="0"/>
          <a:chOff x="0" y="0"/>
          <a:chExt cx="0" cy="0"/>
        </a:xfrm>
      </p:grpSpPr>
      <p:sp>
        <p:nvSpPr>
          <p:cNvPr id="7912" name="Google Shape;7912;p26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913" name="Google Shape;7913;p269"/>
          <p:cNvSpPr txBox="1"/>
          <p:nvPr>
            <p:ph idx="1" type="subTitle"/>
          </p:nvPr>
        </p:nvSpPr>
        <p:spPr>
          <a:xfrm>
            <a:off x="93762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7914" name="Google Shape;7914;p269"/>
          <p:cNvSpPr txBox="1"/>
          <p:nvPr>
            <p:ph idx="2" type="subTitle"/>
          </p:nvPr>
        </p:nvSpPr>
        <p:spPr>
          <a:xfrm>
            <a:off x="3484347"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7915" name="Google Shape;7915;p269"/>
          <p:cNvSpPr txBox="1"/>
          <p:nvPr>
            <p:ph idx="3" type="subTitle"/>
          </p:nvPr>
        </p:nvSpPr>
        <p:spPr>
          <a:xfrm>
            <a:off x="603107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7916" name="Google Shape;7916;p269"/>
          <p:cNvSpPr txBox="1"/>
          <p:nvPr>
            <p:ph idx="4" type="subTitle"/>
          </p:nvPr>
        </p:nvSpPr>
        <p:spPr>
          <a:xfrm>
            <a:off x="93762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917" name="Google Shape;7917;p269"/>
          <p:cNvSpPr txBox="1"/>
          <p:nvPr>
            <p:ph idx="5" type="subTitle"/>
          </p:nvPr>
        </p:nvSpPr>
        <p:spPr>
          <a:xfrm>
            <a:off x="3484350"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918" name="Google Shape;7918;p269"/>
          <p:cNvSpPr txBox="1"/>
          <p:nvPr>
            <p:ph idx="6" type="subTitle"/>
          </p:nvPr>
        </p:nvSpPr>
        <p:spPr>
          <a:xfrm>
            <a:off x="603107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919" name="Google Shape;7919;p269"/>
          <p:cNvSpPr/>
          <p:nvPr/>
        </p:nvSpPr>
        <p:spPr>
          <a:xfrm flipH="1" rot="8800738">
            <a:off x="7902412" y="4181666"/>
            <a:ext cx="1680262" cy="1358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269"/>
          <p:cNvSpPr/>
          <p:nvPr/>
        </p:nvSpPr>
        <p:spPr>
          <a:xfrm flipH="1" rot="-8942362">
            <a:off x="-983149" y="4040244"/>
            <a:ext cx="2474148" cy="2000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269"/>
          <p:cNvSpPr/>
          <p:nvPr/>
        </p:nvSpPr>
        <p:spPr>
          <a:xfrm flipH="1" rot="1554271">
            <a:off x="7563507" y="-664049"/>
            <a:ext cx="2112334" cy="200257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269"/>
          <p:cNvSpPr/>
          <p:nvPr/>
        </p:nvSpPr>
        <p:spPr>
          <a:xfrm>
            <a:off x="62825" y="1725386"/>
            <a:ext cx="606206" cy="37384"/>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923" name="Google Shape;7923;p269"/>
          <p:cNvGrpSpPr/>
          <p:nvPr/>
        </p:nvGrpSpPr>
        <p:grpSpPr>
          <a:xfrm>
            <a:off x="96399" y="951293"/>
            <a:ext cx="552408" cy="792759"/>
            <a:chOff x="10519314" y="4728596"/>
            <a:chExt cx="751780" cy="1078731"/>
          </a:xfrm>
        </p:grpSpPr>
        <p:grpSp>
          <p:nvGrpSpPr>
            <p:cNvPr id="7924" name="Google Shape;7924;p269"/>
            <p:cNvGrpSpPr/>
            <p:nvPr/>
          </p:nvGrpSpPr>
          <p:grpSpPr>
            <a:xfrm>
              <a:off x="10519314" y="4728596"/>
              <a:ext cx="626662" cy="1078731"/>
              <a:chOff x="10519314" y="4728596"/>
              <a:chExt cx="626662" cy="1078731"/>
            </a:xfrm>
          </p:grpSpPr>
          <p:grpSp>
            <p:nvGrpSpPr>
              <p:cNvPr id="7925" name="Google Shape;7925;p269"/>
              <p:cNvGrpSpPr/>
              <p:nvPr/>
            </p:nvGrpSpPr>
            <p:grpSpPr>
              <a:xfrm>
                <a:off x="10903220" y="4888205"/>
                <a:ext cx="242756" cy="919122"/>
                <a:chOff x="10903220" y="4888205"/>
                <a:chExt cx="242756" cy="919122"/>
              </a:xfrm>
            </p:grpSpPr>
            <p:sp>
              <p:nvSpPr>
                <p:cNvPr id="7926" name="Google Shape;7926;p269"/>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7" name="Google Shape;7927;p269"/>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8" name="Google Shape;7928;p269"/>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929" name="Google Shape;7929;p269"/>
                <p:cNvGrpSpPr/>
                <p:nvPr/>
              </p:nvGrpSpPr>
              <p:grpSpPr>
                <a:xfrm>
                  <a:off x="11014221" y="5588618"/>
                  <a:ext cx="100021" cy="114784"/>
                  <a:chOff x="11014221" y="5588618"/>
                  <a:chExt cx="100021" cy="114784"/>
                </a:xfrm>
              </p:grpSpPr>
              <p:sp>
                <p:nvSpPr>
                  <p:cNvPr id="7930" name="Google Shape;7930;p269"/>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1" name="Google Shape;7931;p269"/>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2" name="Google Shape;7932;p269"/>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3" name="Google Shape;7933;p269"/>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934" name="Google Shape;7934;p269"/>
              <p:cNvGrpSpPr/>
              <p:nvPr/>
            </p:nvGrpSpPr>
            <p:grpSpPr>
              <a:xfrm>
                <a:off x="10718623" y="4728596"/>
                <a:ext cx="229169" cy="1075979"/>
                <a:chOff x="10718623" y="4728596"/>
                <a:chExt cx="229169" cy="1075979"/>
              </a:xfrm>
            </p:grpSpPr>
            <p:sp>
              <p:nvSpPr>
                <p:cNvPr id="7935" name="Google Shape;7935;p269"/>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6" name="Google Shape;7936;p269"/>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937" name="Google Shape;7937;p269"/>
                <p:cNvGrpSpPr/>
                <p:nvPr/>
              </p:nvGrpSpPr>
              <p:grpSpPr>
                <a:xfrm>
                  <a:off x="10765015" y="5040134"/>
                  <a:ext cx="116314" cy="49775"/>
                  <a:chOff x="10765015" y="5040134"/>
                  <a:chExt cx="116314" cy="49775"/>
                </a:xfrm>
              </p:grpSpPr>
              <p:sp>
                <p:nvSpPr>
                  <p:cNvPr id="7938" name="Google Shape;7938;p269"/>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9" name="Google Shape;7939;p269"/>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40" name="Google Shape;7940;p269"/>
                <p:cNvGrpSpPr/>
                <p:nvPr/>
              </p:nvGrpSpPr>
              <p:grpSpPr>
                <a:xfrm>
                  <a:off x="10784825" y="5436314"/>
                  <a:ext cx="116414" cy="49961"/>
                  <a:chOff x="10784825" y="5436314"/>
                  <a:chExt cx="116414" cy="49961"/>
                </a:xfrm>
              </p:grpSpPr>
              <p:sp>
                <p:nvSpPr>
                  <p:cNvPr id="7941" name="Google Shape;7941;p269"/>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2" name="Google Shape;7942;p269"/>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943" name="Google Shape;7943;p269"/>
              <p:cNvGrpSpPr/>
              <p:nvPr/>
            </p:nvGrpSpPr>
            <p:grpSpPr>
              <a:xfrm>
                <a:off x="10519314" y="4813458"/>
                <a:ext cx="202120" cy="992123"/>
                <a:chOff x="10519314" y="4813458"/>
                <a:chExt cx="202120" cy="992123"/>
              </a:xfrm>
            </p:grpSpPr>
            <p:sp>
              <p:nvSpPr>
                <p:cNvPr id="7944" name="Google Shape;7944;p269"/>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5" name="Google Shape;7945;p269"/>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946" name="Google Shape;7946;p269"/>
                <p:cNvGrpSpPr/>
                <p:nvPr/>
              </p:nvGrpSpPr>
              <p:grpSpPr>
                <a:xfrm>
                  <a:off x="10556176" y="5465730"/>
                  <a:ext cx="128397" cy="44196"/>
                  <a:chOff x="10556176" y="5465730"/>
                  <a:chExt cx="128397" cy="44196"/>
                </a:xfrm>
              </p:grpSpPr>
              <p:sp>
                <p:nvSpPr>
                  <p:cNvPr id="7947" name="Google Shape;7947;p269"/>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8" name="Google Shape;7948;p269"/>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49" name="Google Shape;7949;p269"/>
                <p:cNvGrpSpPr/>
                <p:nvPr/>
              </p:nvGrpSpPr>
              <p:grpSpPr>
                <a:xfrm>
                  <a:off x="10556176" y="5689187"/>
                  <a:ext cx="128397" cy="44196"/>
                  <a:chOff x="10556176" y="5689187"/>
                  <a:chExt cx="128397" cy="44196"/>
                </a:xfrm>
              </p:grpSpPr>
              <p:sp>
                <p:nvSpPr>
                  <p:cNvPr id="7950" name="Google Shape;7950;p269"/>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51" name="Google Shape;7951;p269"/>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7952" name="Google Shape;7952;p269"/>
            <p:cNvGrpSpPr/>
            <p:nvPr/>
          </p:nvGrpSpPr>
          <p:grpSpPr>
            <a:xfrm>
              <a:off x="11058042" y="5088325"/>
              <a:ext cx="213052" cy="717953"/>
              <a:chOff x="11058042" y="5088325"/>
              <a:chExt cx="213052" cy="717953"/>
            </a:xfrm>
          </p:grpSpPr>
          <p:sp>
            <p:nvSpPr>
              <p:cNvPr id="7953" name="Google Shape;7953;p269"/>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54" name="Google Shape;7954;p269"/>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955" name="Google Shape;7955;p269"/>
          <p:cNvGrpSpPr/>
          <p:nvPr/>
        </p:nvGrpSpPr>
        <p:grpSpPr>
          <a:xfrm>
            <a:off x="135453" y="69369"/>
            <a:ext cx="426307" cy="643642"/>
            <a:chOff x="10572463" y="3528536"/>
            <a:chExt cx="580168" cy="875823"/>
          </a:xfrm>
        </p:grpSpPr>
        <p:grpSp>
          <p:nvGrpSpPr>
            <p:cNvPr id="7956" name="Google Shape;7956;p269"/>
            <p:cNvGrpSpPr/>
            <p:nvPr/>
          </p:nvGrpSpPr>
          <p:grpSpPr>
            <a:xfrm>
              <a:off x="10713815" y="3528536"/>
              <a:ext cx="438816" cy="746664"/>
              <a:chOff x="10713815" y="3528536"/>
              <a:chExt cx="438816" cy="746664"/>
            </a:xfrm>
          </p:grpSpPr>
          <p:sp>
            <p:nvSpPr>
              <p:cNvPr id="7957" name="Google Shape;7957;p269"/>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958" name="Google Shape;7958;p269"/>
              <p:cNvGrpSpPr/>
              <p:nvPr/>
            </p:nvGrpSpPr>
            <p:grpSpPr>
              <a:xfrm>
                <a:off x="10776489" y="3625310"/>
                <a:ext cx="313848" cy="288226"/>
                <a:chOff x="10776489" y="3625310"/>
                <a:chExt cx="313848" cy="288226"/>
              </a:xfrm>
            </p:grpSpPr>
            <p:sp>
              <p:nvSpPr>
                <p:cNvPr id="7959" name="Google Shape;7959;p269"/>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0" name="Google Shape;7960;p269"/>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1" name="Google Shape;7961;p269"/>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2" name="Google Shape;7962;p269"/>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3" name="Google Shape;7963;p269"/>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4" name="Google Shape;7964;p269"/>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65" name="Google Shape;7965;p269"/>
              <p:cNvGrpSpPr/>
              <p:nvPr/>
            </p:nvGrpSpPr>
            <p:grpSpPr>
              <a:xfrm>
                <a:off x="10776489" y="3999547"/>
                <a:ext cx="313848" cy="181546"/>
                <a:chOff x="10776489" y="3999547"/>
                <a:chExt cx="313848" cy="181546"/>
              </a:xfrm>
            </p:grpSpPr>
            <p:sp>
              <p:nvSpPr>
                <p:cNvPr id="7966" name="Google Shape;7966;p269"/>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7" name="Google Shape;7967;p269"/>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8" name="Google Shape;7968;p269"/>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9" name="Google Shape;7969;p269"/>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970" name="Google Shape;7970;p269"/>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71" name="Google Shape;7971;p269"/>
            <p:cNvGrpSpPr/>
            <p:nvPr/>
          </p:nvGrpSpPr>
          <p:grpSpPr>
            <a:xfrm>
              <a:off x="10572463" y="3657790"/>
              <a:ext cx="438817" cy="746569"/>
              <a:chOff x="10572463" y="3657790"/>
              <a:chExt cx="438817" cy="746569"/>
            </a:xfrm>
          </p:grpSpPr>
          <p:sp>
            <p:nvSpPr>
              <p:cNvPr id="7972" name="Google Shape;7972;p269"/>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973" name="Google Shape;7973;p269"/>
              <p:cNvGrpSpPr/>
              <p:nvPr/>
            </p:nvGrpSpPr>
            <p:grpSpPr>
              <a:xfrm>
                <a:off x="10635138" y="3754469"/>
                <a:ext cx="313848" cy="288321"/>
                <a:chOff x="10635138" y="3754469"/>
                <a:chExt cx="313848" cy="288321"/>
              </a:xfrm>
            </p:grpSpPr>
            <p:sp>
              <p:nvSpPr>
                <p:cNvPr id="7974" name="Google Shape;7974;p269"/>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5" name="Google Shape;7975;p269"/>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6" name="Google Shape;7976;p269"/>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7" name="Google Shape;7977;p269"/>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8" name="Google Shape;7978;p269"/>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9" name="Google Shape;7979;p269"/>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80" name="Google Shape;7980;p269"/>
              <p:cNvGrpSpPr/>
              <p:nvPr/>
            </p:nvGrpSpPr>
            <p:grpSpPr>
              <a:xfrm>
                <a:off x="10635138" y="4128801"/>
                <a:ext cx="313848" cy="181547"/>
                <a:chOff x="10635138" y="4128801"/>
                <a:chExt cx="313848" cy="181547"/>
              </a:xfrm>
            </p:grpSpPr>
            <p:sp>
              <p:nvSpPr>
                <p:cNvPr id="7981" name="Google Shape;7981;p269"/>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2" name="Google Shape;7982;p269"/>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3" name="Google Shape;7983;p269"/>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4" name="Google Shape;7984;p269"/>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985" name="Google Shape;7985;p269"/>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986" name="Google Shape;7986;p269"/>
          <p:cNvGrpSpPr/>
          <p:nvPr/>
        </p:nvGrpSpPr>
        <p:grpSpPr>
          <a:xfrm>
            <a:off x="309868" y="711612"/>
            <a:ext cx="18197" cy="243247"/>
            <a:chOff x="10809827" y="4402455"/>
            <a:chExt cx="24764" cy="330993"/>
          </a:xfrm>
        </p:grpSpPr>
        <p:sp>
          <p:nvSpPr>
            <p:cNvPr id="7987" name="Google Shape;7987;p269"/>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8" name="Google Shape;7988;p269"/>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9" name="Google Shape;7989;p269"/>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90" name="Google Shape;7990;p269"/>
          <p:cNvGrpSpPr/>
          <p:nvPr/>
        </p:nvGrpSpPr>
        <p:grpSpPr>
          <a:xfrm>
            <a:off x="8421644" y="1045085"/>
            <a:ext cx="396068" cy="717683"/>
            <a:chOff x="1945386" y="5582316"/>
            <a:chExt cx="470725" cy="852963"/>
          </a:xfrm>
        </p:grpSpPr>
        <p:grpSp>
          <p:nvGrpSpPr>
            <p:cNvPr id="7991" name="Google Shape;7991;p269"/>
            <p:cNvGrpSpPr/>
            <p:nvPr/>
          </p:nvGrpSpPr>
          <p:grpSpPr>
            <a:xfrm>
              <a:off x="1945386" y="5582316"/>
              <a:ext cx="470725" cy="852963"/>
              <a:chOff x="1945386" y="5582316"/>
              <a:chExt cx="470725" cy="852963"/>
            </a:xfrm>
          </p:grpSpPr>
          <p:sp>
            <p:nvSpPr>
              <p:cNvPr id="7992" name="Google Shape;7992;p269"/>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93" name="Google Shape;7993;p269"/>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994" name="Google Shape;7994;p269"/>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95" name="Google Shape;7995;p269"/>
          <p:cNvGrpSpPr/>
          <p:nvPr/>
        </p:nvGrpSpPr>
        <p:grpSpPr>
          <a:xfrm>
            <a:off x="8088695" y="57742"/>
            <a:ext cx="1061979" cy="558999"/>
            <a:chOff x="3859815" y="2867310"/>
            <a:chExt cx="1262157" cy="664368"/>
          </a:xfrm>
        </p:grpSpPr>
        <p:sp>
          <p:nvSpPr>
            <p:cNvPr id="7996" name="Google Shape;7996;p269"/>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997" name="Google Shape;7997;p269"/>
            <p:cNvGrpSpPr/>
            <p:nvPr/>
          </p:nvGrpSpPr>
          <p:grpSpPr>
            <a:xfrm>
              <a:off x="4275677" y="3065525"/>
              <a:ext cx="334517" cy="380047"/>
              <a:chOff x="4275677" y="3065525"/>
              <a:chExt cx="334517" cy="380047"/>
            </a:xfrm>
          </p:grpSpPr>
          <p:grpSp>
            <p:nvGrpSpPr>
              <p:cNvPr id="7998" name="Google Shape;7998;p269"/>
              <p:cNvGrpSpPr/>
              <p:nvPr/>
            </p:nvGrpSpPr>
            <p:grpSpPr>
              <a:xfrm>
                <a:off x="4275677" y="3065525"/>
                <a:ext cx="334517" cy="380047"/>
                <a:chOff x="4275677" y="3065525"/>
                <a:chExt cx="334517" cy="380047"/>
              </a:xfrm>
            </p:grpSpPr>
            <p:grpSp>
              <p:nvGrpSpPr>
                <p:cNvPr id="7999" name="Google Shape;7999;p269"/>
                <p:cNvGrpSpPr/>
                <p:nvPr/>
              </p:nvGrpSpPr>
              <p:grpSpPr>
                <a:xfrm>
                  <a:off x="4275677" y="3301269"/>
                  <a:ext cx="334422" cy="144303"/>
                  <a:chOff x="4275677" y="3301269"/>
                  <a:chExt cx="334422" cy="144303"/>
                </a:xfrm>
              </p:grpSpPr>
              <p:sp>
                <p:nvSpPr>
                  <p:cNvPr id="8000" name="Google Shape;8000;p269"/>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1" name="Google Shape;8001;p269"/>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002" name="Google Shape;8002;p269"/>
                <p:cNvGrpSpPr/>
                <p:nvPr/>
              </p:nvGrpSpPr>
              <p:grpSpPr>
                <a:xfrm>
                  <a:off x="4275677" y="3183350"/>
                  <a:ext cx="334422" cy="144302"/>
                  <a:chOff x="4275677" y="3183350"/>
                  <a:chExt cx="334422" cy="144302"/>
                </a:xfrm>
              </p:grpSpPr>
              <p:sp>
                <p:nvSpPr>
                  <p:cNvPr id="8003" name="Google Shape;8003;p269"/>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4" name="Google Shape;8004;p269"/>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005" name="Google Shape;8005;p269"/>
                <p:cNvGrpSpPr/>
                <p:nvPr/>
              </p:nvGrpSpPr>
              <p:grpSpPr>
                <a:xfrm>
                  <a:off x="4275677" y="3065525"/>
                  <a:ext cx="334517" cy="144303"/>
                  <a:chOff x="4275677" y="3065525"/>
                  <a:chExt cx="334517" cy="144303"/>
                </a:xfrm>
              </p:grpSpPr>
              <p:sp>
                <p:nvSpPr>
                  <p:cNvPr id="8006" name="Google Shape;8006;p269"/>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7" name="Google Shape;8007;p269"/>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8008" name="Google Shape;8008;p269"/>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9" name="Google Shape;8009;p269"/>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10" name="Google Shape;8010;p269"/>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011" name="Google Shape;8011;p269"/>
          <p:cNvGrpSpPr/>
          <p:nvPr/>
        </p:nvGrpSpPr>
        <p:grpSpPr>
          <a:xfrm>
            <a:off x="8582238" y="611818"/>
            <a:ext cx="33124" cy="442802"/>
            <a:chOff x="10809827" y="4402455"/>
            <a:chExt cx="24764" cy="330993"/>
          </a:xfrm>
        </p:grpSpPr>
        <p:sp>
          <p:nvSpPr>
            <p:cNvPr id="8012" name="Google Shape;8012;p269"/>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13" name="Google Shape;8013;p269"/>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14" name="Google Shape;8014;p269"/>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8015" name="Shape 8015"/>
        <p:cNvGrpSpPr/>
        <p:nvPr/>
      </p:nvGrpSpPr>
      <p:grpSpPr>
        <a:xfrm>
          <a:off x="0" y="0"/>
          <a:ext cx="0" cy="0"/>
          <a:chOff x="0" y="0"/>
          <a:chExt cx="0" cy="0"/>
        </a:xfrm>
      </p:grpSpPr>
      <p:sp>
        <p:nvSpPr>
          <p:cNvPr id="8016" name="Google Shape;8016;p27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017" name="Google Shape;8017;p270"/>
          <p:cNvSpPr txBox="1"/>
          <p:nvPr>
            <p:ph idx="1" type="subTitle"/>
          </p:nvPr>
        </p:nvSpPr>
        <p:spPr>
          <a:xfrm>
            <a:off x="1253225"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018" name="Google Shape;8018;p270"/>
          <p:cNvSpPr txBox="1"/>
          <p:nvPr>
            <p:ph idx="2" type="subTitle"/>
          </p:nvPr>
        </p:nvSpPr>
        <p:spPr>
          <a:xfrm>
            <a:off x="5079776"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019" name="Google Shape;8019;p270"/>
          <p:cNvSpPr txBox="1"/>
          <p:nvPr>
            <p:ph idx="3" type="subTitle"/>
          </p:nvPr>
        </p:nvSpPr>
        <p:spPr>
          <a:xfrm>
            <a:off x="1253225"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020" name="Google Shape;8020;p270"/>
          <p:cNvSpPr txBox="1"/>
          <p:nvPr>
            <p:ph idx="4" type="subTitle"/>
          </p:nvPr>
        </p:nvSpPr>
        <p:spPr>
          <a:xfrm>
            <a:off x="5079776"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021" name="Google Shape;8021;p270"/>
          <p:cNvSpPr txBox="1"/>
          <p:nvPr>
            <p:ph idx="5" type="subTitle"/>
          </p:nvPr>
        </p:nvSpPr>
        <p:spPr>
          <a:xfrm>
            <a:off x="1253225"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022" name="Google Shape;8022;p270"/>
          <p:cNvSpPr txBox="1"/>
          <p:nvPr>
            <p:ph idx="6" type="subTitle"/>
          </p:nvPr>
        </p:nvSpPr>
        <p:spPr>
          <a:xfrm>
            <a:off x="1253225"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023" name="Google Shape;8023;p270"/>
          <p:cNvSpPr txBox="1"/>
          <p:nvPr>
            <p:ph idx="7" type="subTitle"/>
          </p:nvPr>
        </p:nvSpPr>
        <p:spPr>
          <a:xfrm>
            <a:off x="5079750"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024" name="Google Shape;8024;p270"/>
          <p:cNvSpPr txBox="1"/>
          <p:nvPr>
            <p:ph idx="8" type="subTitle"/>
          </p:nvPr>
        </p:nvSpPr>
        <p:spPr>
          <a:xfrm>
            <a:off x="5079750"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025" name="Google Shape;8025;p270"/>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270"/>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7" name="Google Shape;8027;p270"/>
          <p:cNvGrpSpPr/>
          <p:nvPr/>
        </p:nvGrpSpPr>
        <p:grpSpPr>
          <a:xfrm>
            <a:off x="65066" y="4373044"/>
            <a:ext cx="878158" cy="654532"/>
            <a:chOff x="1114425" y="4361211"/>
            <a:chExt cx="573023" cy="427101"/>
          </a:xfrm>
        </p:grpSpPr>
        <p:grpSp>
          <p:nvGrpSpPr>
            <p:cNvPr id="8028" name="Google Shape;8028;p270"/>
            <p:cNvGrpSpPr/>
            <p:nvPr/>
          </p:nvGrpSpPr>
          <p:grpSpPr>
            <a:xfrm>
              <a:off x="1114425" y="4361211"/>
              <a:ext cx="573023" cy="427101"/>
              <a:chOff x="1114425" y="4361211"/>
              <a:chExt cx="573023" cy="427101"/>
            </a:xfrm>
          </p:grpSpPr>
          <p:sp>
            <p:nvSpPr>
              <p:cNvPr id="8029" name="Google Shape;8029;p270"/>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0" name="Google Shape;8030;p270"/>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1" name="Google Shape;8031;p270"/>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032" name="Google Shape;8032;p270"/>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033" name="Google Shape;8033;p270"/>
          <p:cNvGrpSpPr/>
          <p:nvPr/>
        </p:nvGrpSpPr>
        <p:grpSpPr>
          <a:xfrm>
            <a:off x="8114970" y="266839"/>
            <a:ext cx="829992" cy="750888"/>
            <a:chOff x="8114596" y="445039"/>
            <a:chExt cx="633002" cy="572716"/>
          </a:xfrm>
        </p:grpSpPr>
        <p:grpSp>
          <p:nvGrpSpPr>
            <p:cNvPr id="8034" name="Google Shape;8034;p270"/>
            <p:cNvGrpSpPr/>
            <p:nvPr/>
          </p:nvGrpSpPr>
          <p:grpSpPr>
            <a:xfrm>
              <a:off x="8114596" y="445039"/>
              <a:ext cx="633002" cy="572716"/>
              <a:chOff x="7189660" y="520827"/>
              <a:chExt cx="598074" cy="541115"/>
            </a:xfrm>
          </p:grpSpPr>
          <p:sp>
            <p:nvSpPr>
              <p:cNvPr id="8035" name="Google Shape;8035;p270"/>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036" name="Google Shape;8036;p270"/>
              <p:cNvGrpSpPr/>
              <p:nvPr/>
            </p:nvGrpSpPr>
            <p:grpSpPr>
              <a:xfrm>
                <a:off x="7579137" y="551973"/>
                <a:ext cx="164782" cy="41529"/>
                <a:chOff x="7579137" y="551973"/>
                <a:chExt cx="164782" cy="41529"/>
              </a:xfrm>
            </p:grpSpPr>
            <p:sp>
              <p:nvSpPr>
                <p:cNvPr id="8037" name="Google Shape;8037;p270"/>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8" name="Google Shape;8038;p270"/>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9" name="Google Shape;8039;p270"/>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040" name="Google Shape;8040;p270"/>
            <p:cNvGrpSpPr/>
            <p:nvPr/>
          </p:nvGrpSpPr>
          <p:grpSpPr>
            <a:xfrm>
              <a:off x="8184962" y="619646"/>
              <a:ext cx="498115" cy="257273"/>
              <a:chOff x="7256144" y="685800"/>
              <a:chExt cx="470630" cy="243077"/>
            </a:xfrm>
          </p:grpSpPr>
          <p:sp>
            <p:nvSpPr>
              <p:cNvPr id="8041" name="Google Shape;8041;p270"/>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042" name="Google Shape;8042;p270"/>
              <p:cNvGrpSpPr/>
              <p:nvPr/>
            </p:nvGrpSpPr>
            <p:grpSpPr>
              <a:xfrm>
                <a:off x="7512843" y="685800"/>
                <a:ext cx="213931" cy="243077"/>
                <a:chOff x="7512843" y="685800"/>
                <a:chExt cx="213931" cy="243077"/>
              </a:xfrm>
            </p:grpSpPr>
            <p:grpSp>
              <p:nvGrpSpPr>
                <p:cNvPr id="8043" name="Google Shape;8043;p270"/>
                <p:cNvGrpSpPr/>
                <p:nvPr/>
              </p:nvGrpSpPr>
              <p:grpSpPr>
                <a:xfrm>
                  <a:off x="7512843" y="836580"/>
                  <a:ext cx="213931" cy="92297"/>
                  <a:chOff x="7512843" y="836580"/>
                  <a:chExt cx="213931" cy="92297"/>
                </a:xfrm>
              </p:grpSpPr>
              <p:sp>
                <p:nvSpPr>
                  <p:cNvPr id="8044" name="Google Shape;8044;p270"/>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5" name="Google Shape;8045;p270"/>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046" name="Google Shape;8046;p270"/>
                <p:cNvGrpSpPr/>
                <p:nvPr/>
              </p:nvGrpSpPr>
              <p:grpSpPr>
                <a:xfrm>
                  <a:off x="7512843" y="761238"/>
                  <a:ext cx="213931" cy="92296"/>
                  <a:chOff x="7512843" y="761238"/>
                  <a:chExt cx="213931" cy="92296"/>
                </a:xfrm>
              </p:grpSpPr>
              <p:sp>
                <p:nvSpPr>
                  <p:cNvPr id="8047" name="Google Shape;8047;p270"/>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8" name="Google Shape;8048;p270"/>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049" name="Google Shape;8049;p270"/>
                <p:cNvGrpSpPr/>
                <p:nvPr/>
              </p:nvGrpSpPr>
              <p:grpSpPr>
                <a:xfrm>
                  <a:off x="7512843" y="685800"/>
                  <a:ext cx="213931" cy="92297"/>
                  <a:chOff x="7512843" y="685800"/>
                  <a:chExt cx="213931" cy="92297"/>
                </a:xfrm>
              </p:grpSpPr>
              <p:sp>
                <p:nvSpPr>
                  <p:cNvPr id="8050" name="Google Shape;8050;p270"/>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1" name="Google Shape;8051;p270"/>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8052" name="Shape 8052"/>
        <p:cNvGrpSpPr/>
        <p:nvPr/>
      </p:nvGrpSpPr>
      <p:grpSpPr>
        <a:xfrm>
          <a:off x="0" y="0"/>
          <a:ext cx="0" cy="0"/>
          <a:chOff x="0" y="0"/>
          <a:chExt cx="0" cy="0"/>
        </a:xfrm>
      </p:grpSpPr>
      <p:sp>
        <p:nvSpPr>
          <p:cNvPr id="8053" name="Google Shape;8053;p27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054" name="Google Shape;8054;p271"/>
          <p:cNvSpPr txBox="1"/>
          <p:nvPr>
            <p:ph idx="1" type="subTitle"/>
          </p:nvPr>
        </p:nvSpPr>
        <p:spPr>
          <a:xfrm>
            <a:off x="723900" y="171015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055" name="Google Shape;8055;p271"/>
          <p:cNvSpPr txBox="1"/>
          <p:nvPr>
            <p:ph idx="2" type="subTitle"/>
          </p:nvPr>
        </p:nvSpPr>
        <p:spPr>
          <a:xfrm>
            <a:off x="3577144"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056" name="Google Shape;8056;p271"/>
          <p:cNvSpPr txBox="1"/>
          <p:nvPr>
            <p:ph idx="3" type="subTitle"/>
          </p:nvPr>
        </p:nvSpPr>
        <p:spPr>
          <a:xfrm>
            <a:off x="723900"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057" name="Google Shape;8057;p271"/>
          <p:cNvSpPr txBox="1"/>
          <p:nvPr>
            <p:ph idx="4" type="subTitle"/>
          </p:nvPr>
        </p:nvSpPr>
        <p:spPr>
          <a:xfrm>
            <a:off x="3577144"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058" name="Google Shape;8058;p271"/>
          <p:cNvSpPr txBox="1"/>
          <p:nvPr>
            <p:ph idx="5" type="subTitle"/>
          </p:nvPr>
        </p:nvSpPr>
        <p:spPr>
          <a:xfrm>
            <a:off x="6430388"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059" name="Google Shape;8059;p271"/>
          <p:cNvSpPr txBox="1"/>
          <p:nvPr>
            <p:ph idx="6" type="subTitle"/>
          </p:nvPr>
        </p:nvSpPr>
        <p:spPr>
          <a:xfrm>
            <a:off x="6430388"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060" name="Google Shape;8060;p271"/>
          <p:cNvSpPr txBox="1"/>
          <p:nvPr>
            <p:ph idx="7" type="subTitle"/>
          </p:nvPr>
        </p:nvSpPr>
        <p:spPr>
          <a:xfrm>
            <a:off x="731700" y="1060275"/>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061" name="Google Shape;8061;p271"/>
          <p:cNvSpPr txBox="1"/>
          <p:nvPr>
            <p:ph idx="8" type="subTitle"/>
          </p:nvPr>
        </p:nvSpPr>
        <p:spPr>
          <a:xfrm>
            <a:off x="3582994"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062" name="Google Shape;8062;p271"/>
          <p:cNvSpPr txBox="1"/>
          <p:nvPr>
            <p:ph idx="9" type="subTitle"/>
          </p:nvPr>
        </p:nvSpPr>
        <p:spPr>
          <a:xfrm>
            <a:off x="6434288"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063" name="Google Shape;8063;p271"/>
          <p:cNvSpPr txBox="1"/>
          <p:nvPr>
            <p:ph idx="13" type="subTitle"/>
          </p:nvPr>
        </p:nvSpPr>
        <p:spPr>
          <a:xfrm>
            <a:off x="723900" y="2845800"/>
            <a:ext cx="19860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064" name="Google Shape;8064;p271"/>
          <p:cNvSpPr txBox="1"/>
          <p:nvPr>
            <p:ph idx="14" type="subTitle"/>
          </p:nvPr>
        </p:nvSpPr>
        <p:spPr>
          <a:xfrm>
            <a:off x="3582995"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065" name="Google Shape;8065;p271"/>
          <p:cNvSpPr txBox="1"/>
          <p:nvPr>
            <p:ph idx="15" type="subTitle"/>
          </p:nvPr>
        </p:nvSpPr>
        <p:spPr>
          <a:xfrm>
            <a:off x="6434290"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066" name="Google Shape;8066;p271"/>
          <p:cNvSpPr/>
          <p:nvPr/>
        </p:nvSpPr>
        <p:spPr>
          <a:xfrm flipH="1" rot="-3263452">
            <a:off x="7372110" y="40383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271"/>
          <p:cNvSpPr/>
          <p:nvPr/>
        </p:nvSpPr>
        <p:spPr>
          <a:xfrm flipH="1" rot="531647">
            <a:off x="-1621232" y="4095570"/>
            <a:ext cx="2581069" cy="208704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271"/>
          <p:cNvSpPr/>
          <p:nvPr/>
        </p:nvSpPr>
        <p:spPr>
          <a:xfrm flipH="1" rot="460658">
            <a:off x="7344116" y="-1448948"/>
            <a:ext cx="3053845" cy="246933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9" name="Google Shape;8069;p271"/>
          <p:cNvGrpSpPr/>
          <p:nvPr/>
        </p:nvGrpSpPr>
        <p:grpSpPr>
          <a:xfrm>
            <a:off x="7931872" y="177093"/>
            <a:ext cx="997823" cy="737095"/>
            <a:chOff x="7931872" y="177093"/>
            <a:chExt cx="997823" cy="737095"/>
          </a:xfrm>
        </p:grpSpPr>
        <p:grpSp>
          <p:nvGrpSpPr>
            <p:cNvPr id="8070" name="Google Shape;8070;p271"/>
            <p:cNvGrpSpPr/>
            <p:nvPr/>
          </p:nvGrpSpPr>
          <p:grpSpPr>
            <a:xfrm>
              <a:off x="7931872" y="177093"/>
              <a:ext cx="919725" cy="318025"/>
              <a:chOff x="7230903" y="4635722"/>
              <a:chExt cx="652843" cy="225742"/>
            </a:xfrm>
          </p:grpSpPr>
          <p:sp>
            <p:nvSpPr>
              <p:cNvPr id="8071" name="Google Shape;8071;p271"/>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2" name="Google Shape;8072;p271"/>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073" name="Google Shape;8073;p271"/>
              <p:cNvGrpSpPr/>
              <p:nvPr/>
            </p:nvGrpSpPr>
            <p:grpSpPr>
              <a:xfrm>
                <a:off x="7487126" y="4676394"/>
                <a:ext cx="332041" cy="142684"/>
                <a:chOff x="7487126" y="4676394"/>
                <a:chExt cx="332041" cy="142684"/>
              </a:xfrm>
            </p:grpSpPr>
            <p:sp>
              <p:nvSpPr>
                <p:cNvPr id="8074" name="Google Shape;8074;p271"/>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5" name="Google Shape;8075;p271"/>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6" name="Google Shape;8076;p271"/>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7" name="Google Shape;8077;p271"/>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078" name="Google Shape;8078;p271"/>
            <p:cNvGrpSpPr/>
            <p:nvPr/>
          </p:nvGrpSpPr>
          <p:grpSpPr>
            <a:xfrm>
              <a:off x="7931872" y="596163"/>
              <a:ext cx="919725" cy="318025"/>
              <a:chOff x="7230903" y="4933188"/>
              <a:chExt cx="652843" cy="225742"/>
            </a:xfrm>
          </p:grpSpPr>
          <p:grpSp>
            <p:nvGrpSpPr>
              <p:cNvPr id="8079" name="Google Shape;8079;p271"/>
              <p:cNvGrpSpPr/>
              <p:nvPr/>
            </p:nvGrpSpPr>
            <p:grpSpPr>
              <a:xfrm>
                <a:off x="7230903" y="4933188"/>
                <a:ext cx="652843" cy="225742"/>
                <a:chOff x="7230903" y="4933188"/>
                <a:chExt cx="652843" cy="225742"/>
              </a:xfrm>
            </p:grpSpPr>
            <p:sp>
              <p:nvSpPr>
                <p:cNvPr id="8080" name="Google Shape;8080;p271"/>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1" name="Google Shape;8081;p271"/>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082" name="Google Shape;8082;p271"/>
                <p:cNvGrpSpPr/>
                <p:nvPr/>
              </p:nvGrpSpPr>
              <p:grpSpPr>
                <a:xfrm>
                  <a:off x="7487126" y="4973859"/>
                  <a:ext cx="332041" cy="142684"/>
                  <a:chOff x="7487126" y="4973859"/>
                  <a:chExt cx="332041" cy="142684"/>
                </a:xfrm>
              </p:grpSpPr>
              <p:sp>
                <p:nvSpPr>
                  <p:cNvPr id="8083" name="Google Shape;8083;p271"/>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4" name="Google Shape;8084;p271"/>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5" name="Google Shape;8085;p271"/>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6" name="Google Shape;8086;p271"/>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8087" name="Google Shape;8087;p271"/>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088" name="Google Shape;8088;p271"/>
            <p:cNvGrpSpPr/>
            <p:nvPr/>
          </p:nvGrpSpPr>
          <p:grpSpPr>
            <a:xfrm>
              <a:off x="8756326" y="539537"/>
              <a:ext cx="173370" cy="112691"/>
              <a:chOff x="7816120" y="4892994"/>
              <a:chExt cx="123062" cy="79991"/>
            </a:xfrm>
          </p:grpSpPr>
          <p:grpSp>
            <p:nvGrpSpPr>
              <p:cNvPr id="8089" name="Google Shape;8089;p271"/>
              <p:cNvGrpSpPr/>
              <p:nvPr/>
            </p:nvGrpSpPr>
            <p:grpSpPr>
              <a:xfrm>
                <a:off x="7816120" y="4902803"/>
                <a:ext cx="123062" cy="63817"/>
                <a:chOff x="7816120" y="4902803"/>
                <a:chExt cx="123062" cy="63817"/>
              </a:xfrm>
            </p:grpSpPr>
            <p:sp>
              <p:nvSpPr>
                <p:cNvPr id="8090" name="Google Shape;8090;p271"/>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1" name="Google Shape;8091;p271"/>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092" name="Google Shape;8092;p271"/>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8093" name="Shape 8093"/>
        <p:cNvGrpSpPr/>
        <p:nvPr/>
      </p:nvGrpSpPr>
      <p:grpSpPr>
        <a:xfrm>
          <a:off x="0" y="0"/>
          <a:ext cx="0" cy="0"/>
          <a:chOff x="0" y="0"/>
          <a:chExt cx="0" cy="0"/>
        </a:xfrm>
      </p:grpSpPr>
      <p:sp>
        <p:nvSpPr>
          <p:cNvPr id="8094" name="Google Shape;8094;p272"/>
          <p:cNvSpPr txBox="1"/>
          <p:nvPr>
            <p:ph hasCustomPrompt="1" type="title"/>
          </p:nvPr>
        </p:nvSpPr>
        <p:spPr>
          <a:xfrm>
            <a:off x="798388"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8095" name="Google Shape;8095;p272"/>
          <p:cNvSpPr txBox="1"/>
          <p:nvPr>
            <p:ph idx="1" type="subTitle"/>
          </p:nvPr>
        </p:nvSpPr>
        <p:spPr>
          <a:xfrm>
            <a:off x="798388"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8096" name="Google Shape;8096;p272"/>
          <p:cNvSpPr txBox="1"/>
          <p:nvPr>
            <p:ph hasCustomPrompt="1" idx="2" type="title"/>
          </p:nvPr>
        </p:nvSpPr>
        <p:spPr>
          <a:xfrm>
            <a:off x="2825700" y="1029535"/>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8097" name="Google Shape;8097;p272"/>
          <p:cNvSpPr txBox="1"/>
          <p:nvPr>
            <p:ph idx="3" type="subTitle"/>
          </p:nvPr>
        </p:nvSpPr>
        <p:spPr>
          <a:xfrm>
            <a:off x="2825700" y="1804473"/>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8098" name="Google Shape;8098;p272"/>
          <p:cNvSpPr txBox="1"/>
          <p:nvPr>
            <p:ph hasCustomPrompt="1" idx="4" type="title"/>
          </p:nvPr>
        </p:nvSpPr>
        <p:spPr>
          <a:xfrm>
            <a:off x="4853013"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8099" name="Google Shape;8099;p272"/>
          <p:cNvSpPr txBox="1"/>
          <p:nvPr>
            <p:ph idx="5" type="subTitle"/>
          </p:nvPr>
        </p:nvSpPr>
        <p:spPr>
          <a:xfrm>
            <a:off x="4853013"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8100" name="Google Shape;8100;p272"/>
          <p:cNvSpPr/>
          <p:nvPr/>
        </p:nvSpPr>
        <p:spPr>
          <a:xfrm rot="-5710536">
            <a:off x="-1869285" y="3438573"/>
            <a:ext cx="3168438" cy="23079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272"/>
          <p:cNvSpPr/>
          <p:nvPr/>
        </p:nvSpPr>
        <p:spPr>
          <a:xfrm rot="-294905">
            <a:off x="7350387" y="3903245"/>
            <a:ext cx="3168449" cy="256199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8102" name="Shape 8102"/>
        <p:cNvGrpSpPr/>
        <p:nvPr/>
      </p:nvGrpSpPr>
      <p:grpSpPr>
        <a:xfrm>
          <a:off x="0" y="0"/>
          <a:ext cx="0" cy="0"/>
          <a:chOff x="0" y="0"/>
          <a:chExt cx="0" cy="0"/>
        </a:xfrm>
      </p:grpSpPr>
      <p:sp>
        <p:nvSpPr>
          <p:cNvPr id="8103" name="Google Shape;8103;p27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104" name="Google Shape;8104;p273"/>
          <p:cNvSpPr/>
          <p:nvPr/>
        </p:nvSpPr>
        <p:spPr>
          <a:xfrm flipH="1" rot="337739">
            <a:off x="8212271" y="3187242"/>
            <a:ext cx="3158465" cy="3518480"/>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5" name="Google Shape;8105;p273"/>
          <p:cNvGrpSpPr/>
          <p:nvPr/>
        </p:nvGrpSpPr>
        <p:grpSpPr>
          <a:xfrm>
            <a:off x="90200" y="4214393"/>
            <a:ext cx="516117" cy="779220"/>
            <a:chOff x="10572463" y="3528536"/>
            <a:chExt cx="580168" cy="875823"/>
          </a:xfrm>
        </p:grpSpPr>
        <p:grpSp>
          <p:nvGrpSpPr>
            <p:cNvPr id="8106" name="Google Shape;8106;p273"/>
            <p:cNvGrpSpPr/>
            <p:nvPr/>
          </p:nvGrpSpPr>
          <p:grpSpPr>
            <a:xfrm>
              <a:off x="10713815" y="3528536"/>
              <a:ext cx="438816" cy="746664"/>
              <a:chOff x="10713815" y="3528536"/>
              <a:chExt cx="438816" cy="746664"/>
            </a:xfrm>
          </p:grpSpPr>
          <p:sp>
            <p:nvSpPr>
              <p:cNvPr id="8107" name="Google Shape;8107;p273"/>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108" name="Google Shape;8108;p273"/>
              <p:cNvGrpSpPr/>
              <p:nvPr/>
            </p:nvGrpSpPr>
            <p:grpSpPr>
              <a:xfrm>
                <a:off x="10776489" y="3625310"/>
                <a:ext cx="313848" cy="288226"/>
                <a:chOff x="10776489" y="3625310"/>
                <a:chExt cx="313848" cy="288226"/>
              </a:xfrm>
            </p:grpSpPr>
            <p:sp>
              <p:nvSpPr>
                <p:cNvPr id="8109" name="Google Shape;8109;p273"/>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0" name="Google Shape;8110;p273"/>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1" name="Google Shape;8111;p273"/>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2" name="Google Shape;8112;p273"/>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3" name="Google Shape;8113;p273"/>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4" name="Google Shape;8114;p273"/>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115" name="Google Shape;8115;p273"/>
              <p:cNvGrpSpPr/>
              <p:nvPr/>
            </p:nvGrpSpPr>
            <p:grpSpPr>
              <a:xfrm>
                <a:off x="10776489" y="3999547"/>
                <a:ext cx="313848" cy="181546"/>
                <a:chOff x="10776489" y="3999547"/>
                <a:chExt cx="313848" cy="181546"/>
              </a:xfrm>
            </p:grpSpPr>
            <p:sp>
              <p:nvSpPr>
                <p:cNvPr id="8116" name="Google Shape;8116;p273"/>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7" name="Google Shape;8117;p273"/>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8" name="Google Shape;8118;p273"/>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9" name="Google Shape;8119;p273"/>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120" name="Google Shape;8120;p273"/>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121" name="Google Shape;8121;p273"/>
            <p:cNvGrpSpPr/>
            <p:nvPr/>
          </p:nvGrpSpPr>
          <p:grpSpPr>
            <a:xfrm>
              <a:off x="10572463" y="3657790"/>
              <a:ext cx="438817" cy="746569"/>
              <a:chOff x="10572463" y="3657790"/>
              <a:chExt cx="438817" cy="746569"/>
            </a:xfrm>
          </p:grpSpPr>
          <p:sp>
            <p:nvSpPr>
              <p:cNvPr id="8122" name="Google Shape;8122;p273"/>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123" name="Google Shape;8123;p273"/>
              <p:cNvGrpSpPr/>
              <p:nvPr/>
            </p:nvGrpSpPr>
            <p:grpSpPr>
              <a:xfrm>
                <a:off x="10635138" y="3754469"/>
                <a:ext cx="313848" cy="288321"/>
                <a:chOff x="10635138" y="3754469"/>
                <a:chExt cx="313848" cy="288321"/>
              </a:xfrm>
            </p:grpSpPr>
            <p:sp>
              <p:nvSpPr>
                <p:cNvPr id="8124" name="Google Shape;8124;p273"/>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5" name="Google Shape;8125;p273"/>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6" name="Google Shape;8126;p273"/>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7" name="Google Shape;8127;p273"/>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8" name="Google Shape;8128;p273"/>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9" name="Google Shape;8129;p273"/>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130" name="Google Shape;8130;p273"/>
              <p:cNvGrpSpPr/>
              <p:nvPr/>
            </p:nvGrpSpPr>
            <p:grpSpPr>
              <a:xfrm>
                <a:off x="10635138" y="4128801"/>
                <a:ext cx="313848" cy="181547"/>
                <a:chOff x="10635138" y="4128801"/>
                <a:chExt cx="313848" cy="181547"/>
              </a:xfrm>
            </p:grpSpPr>
            <p:sp>
              <p:nvSpPr>
                <p:cNvPr id="8131" name="Google Shape;8131;p273"/>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2" name="Google Shape;8132;p273"/>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3" name="Google Shape;8133;p273"/>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4" name="Google Shape;8134;p273"/>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135" name="Google Shape;8135;p273"/>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8136" name="Google Shape;8136;p273"/>
          <p:cNvSpPr/>
          <p:nvPr/>
        </p:nvSpPr>
        <p:spPr>
          <a:xfrm flipH="1" rot="-3657034">
            <a:off x="-1404232" y="-737971"/>
            <a:ext cx="2746020" cy="16278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7" name="Google Shape;8137;p273"/>
          <p:cNvGrpSpPr/>
          <p:nvPr/>
        </p:nvGrpSpPr>
        <p:grpSpPr>
          <a:xfrm>
            <a:off x="8114970" y="266839"/>
            <a:ext cx="829992" cy="750888"/>
            <a:chOff x="8114596" y="445039"/>
            <a:chExt cx="633002" cy="572716"/>
          </a:xfrm>
        </p:grpSpPr>
        <p:grpSp>
          <p:nvGrpSpPr>
            <p:cNvPr id="8138" name="Google Shape;8138;p273"/>
            <p:cNvGrpSpPr/>
            <p:nvPr/>
          </p:nvGrpSpPr>
          <p:grpSpPr>
            <a:xfrm>
              <a:off x="8114596" y="445039"/>
              <a:ext cx="633002" cy="572716"/>
              <a:chOff x="7189660" y="520827"/>
              <a:chExt cx="598074" cy="541115"/>
            </a:xfrm>
          </p:grpSpPr>
          <p:sp>
            <p:nvSpPr>
              <p:cNvPr id="8139" name="Google Shape;8139;p273"/>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140" name="Google Shape;8140;p273"/>
              <p:cNvGrpSpPr/>
              <p:nvPr/>
            </p:nvGrpSpPr>
            <p:grpSpPr>
              <a:xfrm>
                <a:off x="7579137" y="551973"/>
                <a:ext cx="164782" cy="41529"/>
                <a:chOff x="7579137" y="551973"/>
                <a:chExt cx="164782" cy="41529"/>
              </a:xfrm>
            </p:grpSpPr>
            <p:sp>
              <p:nvSpPr>
                <p:cNvPr id="8141" name="Google Shape;8141;p273"/>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2" name="Google Shape;8142;p273"/>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3" name="Google Shape;8143;p273"/>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144" name="Google Shape;8144;p273"/>
            <p:cNvGrpSpPr/>
            <p:nvPr/>
          </p:nvGrpSpPr>
          <p:grpSpPr>
            <a:xfrm>
              <a:off x="8184962" y="619646"/>
              <a:ext cx="498115" cy="257273"/>
              <a:chOff x="7256144" y="685800"/>
              <a:chExt cx="470630" cy="243077"/>
            </a:xfrm>
          </p:grpSpPr>
          <p:sp>
            <p:nvSpPr>
              <p:cNvPr id="8145" name="Google Shape;8145;p273"/>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146" name="Google Shape;8146;p273"/>
              <p:cNvGrpSpPr/>
              <p:nvPr/>
            </p:nvGrpSpPr>
            <p:grpSpPr>
              <a:xfrm>
                <a:off x="7512843" y="685800"/>
                <a:ext cx="213931" cy="243077"/>
                <a:chOff x="7512843" y="685800"/>
                <a:chExt cx="213931" cy="243077"/>
              </a:xfrm>
            </p:grpSpPr>
            <p:grpSp>
              <p:nvGrpSpPr>
                <p:cNvPr id="8147" name="Google Shape;8147;p273"/>
                <p:cNvGrpSpPr/>
                <p:nvPr/>
              </p:nvGrpSpPr>
              <p:grpSpPr>
                <a:xfrm>
                  <a:off x="7512843" y="836580"/>
                  <a:ext cx="213931" cy="92297"/>
                  <a:chOff x="7512843" y="836580"/>
                  <a:chExt cx="213931" cy="92297"/>
                </a:xfrm>
              </p:grpSpPr>
              <p:sp>
                <p:nvSpPr>
                  <p:cNvPr id="8148" name="Google Shape;8148;p273"/>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9" name="Google Shape;8149;p273"/>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150" name="Google Shape;8150;p273"/>
                <p:cNvGrpSpPr/>
                <p:nvPr/>
              </p:nvGrpSpPr>
              <p:grpSpPr>
                <a:xfrm>
                  <a:off x="7512843" y="761238"/>
                  <a:ext cx="213931" cy="92296"/>
                  <a:chOff x="7512843" y="761238"/>
                  <a:chExt cx="213931" cy="92296"/>
                </a:xfrm>
              </p:grpSpPr>
              <p:sp>
                <p:nvSpPr>
                  <p:cNvPr id="8151" name="Google Shape;8151;p273"/>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2" name="Google Shape;8152;p273"/>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153" name="Google Shape;8153;p273"/>
                <p:cNvGrpSpPr/>
                <p:nvPr/>
              </p:nvGrpSpPr>
              <p:grpSpPr>
                <a:xfrm>
                  <a:off x="7512843" y="685800"/>
                  <a:ext cx="213931" cy="92297"/>
                  <a:chOff x="7512843" y="685800"/>
                  <a:chExt cx="213931" cy="92297"/>
                </a:xfrm>
              </p:grpSpPr>
              <p:sp>
                <p:nvSpPr>
                  <p:cNvPr id="8154" name="Google Shape;8154;p273"/>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5" name="Google Shape;8155;p273"/>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8156" name="Shape 8156"/>
        <p:cNvGrpSpPr/>
        <p:nvPr/>
      </p:nvGrpSpPr>
      <p:grpSpPr>
        <a:xfrm>
          <a:off x="0" y="0"/>
          <a:ext cx="0" cy="0"/>
          <a:chOff x="0" y="0"/>
          <a:chExt cx="0" cy="0"/>
        </a:xfrm>
      </p:grpSpPr>
      <p:sp>
        <p:nvSpPr>
          <p:cNvPr id="8157" name="Google Shape;8157;p274"/>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27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8159" name="Google Shape;8159;p274"/>
          <p:cNvGrpSpPr/>
          <p:nvPr/>
        </p:nvGrpSpPr>
        <p:grpSpPr>
          <a:xfrm flipH="1">
            <a:off x="683048" y="4696520"/>
            <a:ext cx="325927" cy="404808"/>
            <a:chOff x="7385113" y="1535430"/>
            <a:chExt cx="435673" cy="541115"/>
          </a:xfrm>
        </p:grpSpPr>
        <p:sp>
          <p:nvSpPr>
            <p:cNvPr id="8160" name="Google Shape;8160;p274"/>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161" name="Google Shape;8161;p274"/>
            <p:cNvGrpSpPr/>
            <p:nvPr/>
          </p:nvGrpSpPr>
          <p:grpSpPr>
            <a:xfrm>
              <a:off x="7612094" y="1566576"/>
              <a:ext cx="164781" cy="41529"/>
              <a:chOff x="7612094" y="1566576"/>
              <a:chExt cx="164781" cy="41529"/>
            </a:xfrm>
          </p:grpSpPr>
          <p:sp>
            <p:nvSpPr>
              <p:cNvPr id="8162" name="Google Shape;8162;p274"/>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3" name="Google Shape;8163;p274"/>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4" name="Google Shape;8164;p274"/>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165" name="Google Shape;8165;p274"/>
          <p:cNvGrpSpPr/>
          <p:nvPr/>
        </p:nvGrpSpPr>
        <p:grpSpPr>
          <a:xfrm flipH="1">
            <a:off x="713902" y="4774546"/>
            <a:ext cx="268636" cy="280965"/>
            <a:chOff x="7420451" y="1639728"/>
            <a:chExt cx="359091" cy="375571"/>
          </a:xfrm>
        </p:grpSpPr>
        <p:sp>
          <p:nvSpPr>
            <p:cNvPr id="8166" name="Google Shape;8166;p274"/>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7" name="Google Shape;8167;p274"/>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168" name="Google Shape;8168;p274"/>
          <p:cNvGrpSpPr/>
          <p:nvPr/>
        </p:nvGrpSpPr>
        <p:grpSpPr>
          <a:xfrm flipH="1">
            <a:off x="96200" y="4469347"/>
            <a:ext cx="355444" cy="644072"/>
            <a:chOff x="1945386" y="5582316"/>
            <a:chExt cx="470725" cy="852963"/>
          </a:xfrm>
        </p:grpSpPr>
        <p:grpSp>
          <p:nvGrpSpPr>
            <p:cNvPr id="8169" name="Google Shape;8169;p274"/>
            <p:cNvGrpSpPr/>
            <p:nvPr/>
          </p:nvGrpSpPr>
          <p:grpSpPr>
            <a:xfrm>
              <a:off x="1945386" y="5582316"/>
              <a:ext cx="470725" cy="852963"/>
              <a:chOff x="1945386" y="5582316"/>
              <a:chExt cx="470725" cy="852963"/>
            </a:xfrm>
          </p:grpSpPr>
          <p:sp>
            <p:nvSpPr>
              <p:cNvPr id="8170" name="Google Shape;8170;p274"/>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1" name="Google Shape;8171;p274"/>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172" name="Google Shape;8172;p274"/>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173" name="Google Shape;8173;p274"/>
          <p:cNvGrpSpPr/>
          <p:nvPr/>
        </p:nvGrpSpPr>
        <p:grpSpPr>
          <a:xfrm>
            <a:off x="7975988" y="116167"/>
            <a:ext cx="1061979" cy="558999"/>
            <a:chOff x="3859815" y="2867310"/>
            <a:chExt cx="1262157" cy="664368"/>
          </a:xfrm>
        </p:grpSpPr>
        <p:sp>
          <p:nvSpPr>
            <p:cNvPr id="8174" name="Google Shape;8174;p274"/>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175" name="Google Shape;8175;p274"/>
            <p:cNvGrpSpPr/>
            <p:nvPr/>
          </p:nvGrpSpPr>
          <p:grpSpPr>
            <a:xfrm>
              <a:off x="4275677" y="3065525"/>
              <a:ext cx="334517" cy="380047"/>
              <a:chOff x="4275677" y="3065525"/>
              <a:chExt cx="334517" cy="380047"/>
            </a:xfrm>
          </p:grpSpPr>
          <p:grpSp>
            <p:nvGrpSpPr>
              <p:cNvPr id="8176" name="Google Shape;8176;p274"/>
              <p:cNvGrpSpPr/>
              <p:nvPr/>
            </p:nvGrpSpPr>
            <p:grpSpPr>
              <a:xfrm>
                <a:off x="4275677" y="3065525"/>
                <a:ext cx="334517" cy="380047"/>
                <a:chOff x="4275677" y="3065525"/>
                <a:chExt cx="334517" cy="380047"/>
              </a:xfrm>
            </p:grpSpPr>
            <p:grpSp>
              <p:nvGrpSpPr>
                <p:cNvPr id="8177" name="Google Shape;8177;p274"/>
                <p:cNvGrpSpPr/>
                <p:nvPr/>
              </p:nvGrpSpPr>
              <p:grpSpPr>
                <a:xfrm>
                  <a:off x="4275677" y="3301269"/>
                  <a:ext cx="334422" cy="144303"/>
                  <a:chOff x="4275677" y="3301269"/>
                  <a:chExt cx="334422" cy="144303"/>
                </a:xfrm>
              </p:grpSpPr>
              <p:sp>
                <p:nvSpPr>
                  <p:cNvPr id="8178" name="Google Shape;8178;p274"/>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9" name="Google Shape;8179;p274"/>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180" name="Google Shape;8180;p274"/>
                <p:cNvGrpSpPr/>
                <p:nvPr/>
              </p:nvGrpSpPr>
              <p:grpSpPr>
                <a:xfrm>
                  <a:off x="4275677" y="3183350"/>
                  <a:ext cx="334422" cy="144302"/>
                  <a:chOff x="4275677" y="3183350"/>
                  <a:chExt cx="334422" cy="144302"/>
                </a:xfrm>
              </p:grpSpPr>
              <p:sp>
                <p:nvSpPr>
                  <p:cNvPr id="8181" name="Google Shape;8181;p274"/>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2" name="Google Shape;8182;p274"/>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183" name="Google Shape;8183;p274"/>
                <p:cNvGrpSpPr/>
                <p:nvPr/>
              </p:nvGrpSpPr>
              <p:grpSpPr>
                <a:xfrm>
                  <a:off x="4275677" y="3065525"/>
                  <a:ext cx="334517" cy="144303"/>
                  <a:chOff x="4275677" y="3065525"/>
                  <a:chExt cx="334517" cy="144303"/>
                </a:xfrm>
              </p:grpSpPr>
              <p:sp>
                <p:nvSpPr>
                  <p:cNvPr id="8184" name="Google Shape;8184;p274"/>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5" name="Google Shape;8185;p274"/>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8186" name="Google Shape;8186;p274"/>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7" name="Google Shape;8187;p274"/>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8" name="Google Shape;8188;p274"/>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189" name="Google Shape;8189;p274"/>
          <p:cNvGrpSpPr/>
          <p:nvPr/>
        </p:nvGrpSpPr>
        <p:grpSpPr>
          <a:xfrm flipH="1" rot="5400000">
            <a:off x="557972" y="4696603"/>
            <a:ext cx="16329" cy="218290"/>
            <a:chOff x="10809827" y="4402455"/>
            <a:chExt cx="24764" cy="330993"/>
          </a:xfrm>
        </p:grpSpPr>
        <p:sp>
          <p:nvSpPr>
            <p:cNvPr id="8190" name="Google Shape;8190;p274"/>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1" name="Google Shape;8191;p274"/>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2" name="Google Shape;8192;p274"/>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193" name="Google Shape;8193;p274"/>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274"/>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8195" name="Shape 8195"/>
        <p:cNvGrpSpPr/>
        <p:nvPr/>
      </p:nvGrpSpPr>
      <p:grpSpPr>
        <a:xfrm>
          <a:off x="0" y="0"/>
          <a:ext cx="0" cy="0"/>
          <a:chOff x="0" y="0"/>
          <a:chExt cx="0" cy="0"/>
        </a:xfrm>
      </p:grpSpPr>
      <p:sp>
        <p:nvSpPr>
          <p:cNvPr id="8196" name="Google Shape;8196;p275"/>
          <p:cNvSpPr txBox="1"/>
          <p:nvPr>
            <p:ph type="title"/>
          </p:nvPr>
        </p:nvSpPr>
        <p:spPr>
          <a:xfrm>
            <a:off x="2347938" y="997200"/>
            <a:ext cx="4448100" cy="10587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sz="85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197" name="Google Shape;8197;p275"/>
          <p:cNvSpPr txBox="1"/>
          <p:nvPr>
            <p:ph idx="1" type="subTitle"/>
          </p:nvPr>
        </p:nvSpPr>
        <p:spPr>
          <a:xfrm>
            <a:off x="2347900" y="1841450"/>
            <a:ext cx="4448100" cy="105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198" name="Google Shape;8198;p275"/>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Open Sans"/>
                <a:ea typeface="Open Sans"/>
                <a:cs typeface="Open Sans"/>
                <a:sym typeface="Open Sans"/>
              </a:rPr>
              <a:t>CREDITS:</a:t>
            </a:r>
            <a:r>
              <a:rPr lang="en" sz="1200">
                <a:solidFill>
                  <a:schemeClr val="dk1"/>
                </a:solidFill>
                <a:latin typeface="Open Sans"/>
                <a:ea typeface="Open Sans"/>
                <a:cs typeface="Open Sans"/>
                <a:sym typeface="Open Sans"/>
              </a:rPr>
              <a:t> This presentation template was created by </a:t>
            </a:r>
            <a:r>
              <a:rPr b="1" lang="en" sz="1200" u="sng">
                <a:solidFill>
                  <a:schemeClr val="hlink"/>
                </a:solidFill>
                <a:latin typeface="Open Sans"/>
                <a:ea typeface="Open Sans"/>
                <a:cs typeface="Open Sans"/>
                <a:sym typeface="Open Sans"/>
                <a:hlinkClick r:id="rId2"/>
              </a:rPr>
              <a:t>Slidesgo</a:t>
            </a:r>
            <a:r>
              <a:rPr lang="en" sz="1200">
                <a:solidFill>
                  <a:schemeClr val="dk1"/>
                </a:solidFill>
                <a:latin typeface="Open Sans"/>
                <a:ea typeface="Open Sans"/>
                <a:cs typeface="Open Sans"/>
                <a:sym typeface="Open Sans"/>
              </a:rPr>
              <a:t>, and includes icons, infographics &amp; images by </a:t>
            </a:r>
            <a:r>
              <a:rPr b="1" lang="en" sz="1200" u="sng">
                <a:solidFill>
                  <a:schemeClr val="dk1"/>
                </a:solidFill>
                <a:latin typeface="Open Sans"/>
                <a:ea typeface="Open Sans"/>
                <a:cs typeface="Open Sans"/>
                <a:sym typeface="Open Sans"/>
                <a:hlinkClick r:id="rId3">
                  <a:extLst>
                    <a:ext uri="{A12FA001-AC4F-418D-AE19-62706E023703}">
                      <ahyp:hlinkClr val="tx"/>
                    </a:ext>
                  </a:extLst>
                </a:hlinkClick>
              </a:rPr>
              <a:t>Freepik</a:t>
            </a:r>
            <a:r>
              <a:rPr lang="en" sz="1200" u="sng">
                <a:solidFill>
                  <a:schemeClr val="dk1"/>
                </a:solidFill>
                <a:latin typeface="Open Sans"/>
                <a:ea typeface="Open Sans"/>
                <a:cs typeface="Open Sans"/>
                <a:sym typeface="Open Sans"/>
              </a:rPr>
              <a:t> </a:t>
            </a:r>
            <a:endParaRPr b="1" sz="1200" u="sng">
              <a:solidFill>
                <a:schemeClr val="dk1"/>
              </a:solidFill>
              <a:latin typeface="Open Sans"/>
              <a:ea typeface="Open Sans"/>
              <a:cs typeface="Open Sans"/>
              <a:sym typeface="Open Sans"/>
            </a:endParaRPr>
          </a:p>
        </p:txBody>
      </p:sp>
      <p:sp>
        <p:nvSpPr>
          <p:cNvPr id="8199" name="Google Shape;8199;p275"/>
          <p:cNvSpPr/>
          <p:nvPr/>
        </p:nvSpPr>
        <p:spPr>
          <a:xfrm flipH="1" rot="-2493044">
            <a:off x="-1086706" y="-570280"/>
            <a:ext cx="2902912" cy="23472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275"/>
          <p:cNvSpPr/>
          <p:nvPr/>
        </p:nvSpPr>
        <p:spPr>
          <a:xfrm flipH="1" rot="-5051288">
            <a:off x="7227752" y="3451481"/>
            <a:ext cx="2997828" cy="2576307"/>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275"/>
          <p:cNvSpPr/>
          <p:nvPr/>
        </p:nvSpPr>
        <p:spPr>
          <a:xfrm flipH="1" rot="460638">
            <a:off x="178423" y="3742788"/>
            <a:ext cx="1359611" cy="122255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275"/>
          <p:cNvSpPr/>
          <p:nvPr/>
        </p:nvSpPr>
        <p:spPr>
          <a:xfrm flipH="1" rot="460623">
            <a:off x="6683138" y="-2074210"/>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8203" name="Shape 8203"/>
        <p:cNvGrpSpPr/>
        <p:nvPr/>
      </p:nvGrpSpPr>
      <p:grpSpPr>
        <a:xfrm>
          <a:off x="0" y="0"/>
          <a:ext cx="0" cy="0"/>
          <a:chOff x="0" y="0"/>
          <a:chExt cx="0" cy="0"/>
        </a:xfrm>
      </p:grpSpPr>
      <p:sp>
        <p:nvSpPr>
          <p:cNvPr id="8204" name="Google Shape;8204;p276"/>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276"/>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276"/>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276"/>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8" name="Google Shape;8208;p276"/>
          <p:cNvGrpSpPr/>
          <p:nvPr/>
        </p:nvGrpSpPr>
        <p:grpSpPr>
          <a:xfrm>
            <a:off x="7931872" y="177093"/>
            <a:ext cx="997823" cy="737095"/>
            <a:chOff x="7931872" y="177093"/>
            <a:chExt cx="997823" cy="737095"/>
          </a:xfrm>
        </p:grpSpPr>
        <p:grpSp>
          <p:nvGrpSpPr>
            <p:cNvPr id="8209" name="Google Shape;8209;p276"/>
            <p:cNvGrpSpPr/>
            <p:nvPr/>
          </p:nvGrpSpPr>
          <p:grpSpPr>
            <a:xfrm>
              <a:off x="7931872" y="177093"/>
              <a:ext cx="919725" cy="318025"/>
              <a:chOff x="7230903" y="4635722"/>
              <a:chExt cx="652843" cy="225742"/>
            </a:xfrm>
          </p:grpSpPr>
          <p:sp>
            <p:nvSpPr>
              <p:cNvPr id="8210" name="Google Shape;8210;p276"/>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1" name="Google Shape;8211;p276"/>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212" name="Google Shape;8212;p276"/>
              <p:cNvGrpSpPr/>
              <p:nvPr/>
            </p:nvGrpSpPr>
            <p:grpSpPr>
              <a:xfrm>
                <a:off x="7487126" y="4676394"/>
                <a:ext cx="332041" cy="142684"/>
                <a:chOff x="7487126" y="4676394"/>
                <a:chExt cx="332041" cy="142684"/>
              </a:xfrm>
            </p:grpSpPr>
            <p:sp>
              <p:nvSpPr>
                <p:cNvPr id="8213" name="Google Shape;8213;p276"/>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4" name="Google Shape;8214;p276"/>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5" name="Google Shape;8215;p276"/>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6" name="Google Shape;8216;p276"/>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217" name="Google Shape;8217;p276"/>
            <p:cNvGrpSpPr/>
            <p:nvPr/>
          </p:nvGrpSpPr>
          <p:grpSpPr>
            <a:xfrm>
              <a:off x="7931872" y="596163"/>
              <a:ext cx="919725" cy="318025"/>
              <a:chOff x="7230903" y="4933188"/>
              <a:chExt cx="652843" cy="225742"/>
            </a:xfrm>
          </p:grpSpPr>
          <p:grpSp>
            <p:nvGrpSpPr>
              <p:cNvPr id="8218" name="Google Shape;8218;p276"/>
              <p:cNvGrpSpPr/>
              <p:nvPr/>
            </p:nvGrpSpPr>
            <p:grpSpPr>
              <a:xfrm>
                <a:off x="7230903" y="4933188"/>
                <a:ext cx="652843" cy="225742"/>
                <a:chOff x="7230903" y="4933188"/>
                <a:chExt cx="652843" cy="225742"/>
              </a:xfrm>
            </p:grpSpPr>
            <p:sp>
              <p:nvSpPr>
                <p:cNvPr id="8219" name="Google Shape;8219;p276"/>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0" name="Google Shape;8220;p276"/>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221" name="Google Shape;8221;p276"/>
                <p:cNvGrpSpPr/>
                <p:nvPr/>
              </p:nvGrpSpPr>
              <p:grpSpPr>
                <a:xfrm>
                  <a:off x="7487126" y="4973859"/>
                  <a:ext cx="332041" cy="142684"/>
                  <a:chOff x="7487126" y="4973859"/>
                  <a:chExt cx="332041" cy="142684"/>
                </a:xfrm>
              </p:grpSpPr>
              <p:sp>
                <p:nvSpPr>
                  <p:cNvPr id="8222" name="Google Shape;8222;p276"/>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3" name="Google Shape;8223;p276"/>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4" name="Google Shape;8224;p276"/>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5" name="Google Shape;8225;p276"/>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8226" name="Google Shape;8226;p276"/>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227" name="Google Shape;8227;p276"/>
            <p:cNvGrpSpPr/>
            <p:nvPr/>
          </p:nvGrpSpPr>
          <p:grpSpPr>
            <a:xfrm>
              <a:off x="8756326" y="539537"/>
              <a:ext cx="173370" cy="112691"/>
              <a:chOff x="7816120" y="4892994"/>
              <a:chExt cx="123062" cy="79991"/>
            </a:xfrm>
          </p:grpSpPr>
          <p:grpSp>
            <p:nvGrpSpPr>
              <p:cNvPr id="8228" name="Google Shape;8228;p276"/>
              <p:cNvGrpSpPr/>
              <p:nvPr/>
            </p:nvGrpSpPr>
            <p:grpSpPr>
              <a:xfrm>
                <a:off x="7816120" y="4902803"/>
                <a:ext cx="123062" cy="63817"/>
                <a:chOff x="7816120" y="4902803"/>
                <a:chExt cx="123062" cy="63817"/>
              </a:xfrm>
            </p:grpSpPr>
            <p:sp>
              <p:nvSpPr>
                <p:cNvPr id="8229" name="Google Shape;8229;p276"/>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0" name="Google Shape;8230;p276"/>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231" name="Google Shape;8231;p276"/>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8232" name="Shape 8232"/>
        <p:cNvGrpSpPr/>
        <p:nvPr/>
      </p:nvGrpSpPr>
      <p:grpSpPr>
        <a:xfrm>
          <a:off x="0" y="0"/>
          <a:ext cx="0" cy="0"/>
          <a:chOff x="0" y="0"/>
          <a:chExt cx="0" cy="0"/>
        </a:xfrm>
      </p:grpSpPr>
      <p:sp>
        <p:nvSpPr>
          <p:cNvPr id="8233" name="Google Shape;8233;p277"/>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277"/>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5" name="Google Shape;8235;p277"/>
          <p:cNvGrpSpPr/>
          <p:nvPr/>
        </p:nvGrpSpPr>
        <p:grpSpPr>
          <a:xfrm>
            <a:off x="65066" y="4373044"/>
            <a:ext cx="878158" cy="654532"/>
            <a:chOff x="1114425" y="4361211"/>
            <a:chExt cx="573023" cy="427101"/>
          </a:xfrm>
        </p:grpSpPr>
        <p:grpSp>
          <p:nvGrpSpPr>
            <p:cNvPr id="8236" name="Google Shape;8236;p277"/>
            <p:cNvGrpSpPr/>
            <p:nvPr/>
          </p:nvGrpSpPr>
          <p:grpSpPr>
            <a:xfrm>
              <a:off x="1114425" y="4361211"/>
              <a:ext cx="573023" cy="427101"/>
              <a:chOff x="1114425" y="4361211"/>
              <a:chExt cx="573023" cy="427101"/>
            </a:xfrm>
          </p:grpSpPr>
          <p:sp>
            <p:nvSpPr>
              <p:cNvPr id="8237" name="Google Shape;8237;p277"/>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8" name="Google Shape;8238;p277"/>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9" name="Google Shape;8239;p277"/>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240" name="Google Shape;8240;p277"/>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241" name="Google Shape;8241;p277"/>
          <p:cNvGrpSpPr/>
          <p:nvPr/>
        </p:nvGrpSpPr>
        <p:grpSpPr>
          <a:xfrm>
            <a:off x="8114970" y="266839"/>
            <a:ext cx="829992" cy="750888"/>
            <a:chOff x="8114596" y="445039"/>
            <a:chExt cx="633002" cy="572716"/>
          </a:xfrm>
        </p:grpSpPr>
        <p:grpSp>
          <p:nvGrpSpPr>
            <p:cNvPr id="8242" name="Google Shape;8242;p277"/>
            <p:cNvGrpSpPr/>
            <p:nvPr/>
          </p:nvGrpSpPr>
          <p:grpSpPr>
            <a:xfrm>
              <a:off x="8114596" y="445039"/>
              <a:ext cx="633002" cy="572716"/>
              <a:chOff x="7189660" y="520827"/>
              <a:chExt cx="598074" cy="541115"/>
            </a:xfrm>
          </p:grpSpPr>
          <p:sp>
            <p:nvSpPr>
              <p:cNvPr id="8243" name="Google Shape;8243;p277"/>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244" name="Google Shape;8244;p277"/>
              <p:cNvGrpSpPr/>
              <p:nvPr/>
            </p:nvGrpSpPr>
            <p:grpSpPr>
              <a:xfrm>
                <a:off x="7579137" y="551973"/>
                <a:ext cx="164782" cy="41529"/>
                <a:chOff x="7579137" y="551973"/>
                <a:chExt cx="164782" cy="41529"/>
              </a:xfrm>
            </p:grpSpPr>
            <p:sp>
              <p:nvSpPr>
                <p:cNvPr id="8245" name="Google Shape;8245;p277"/>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46" name="Google Shape;8246;p277"/>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47" name="Google Shape;8247;p277"/>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248" name="Google Shape;8248;p277"/>
            <p:cNvGrpSpPr/>
            <p:nvPr/>
          </p:nvGrpSpPr>
          <p:grpSpPr>
            <a:xfrm>
              <a:off x="8184962" y="619646"/>
              <a:ext cx="498115" cy="257273"/>
              <a:chOff x="7256144" y="685800"/>
              <a:chExt cx="470630" cy="243077"/>
            </a:xfrm>
          </p:grpSpPr>
          <p:sp>
            <p:nvSpPr>
              <p:cNvPr id="8249" name="Google Shape;8249;p277"/>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250" name="Google Shape;8250;p277"/>
              <p:cNvGrpSpPr/>
              <p:nvPr/>
            </p:nvGrpSpPr>
            <p:grpSpPr>
              <a:xfrm>
                <a:off x="7512843" y="685800"/>
                <a:ext cx="213931" cy="243077"/>
                <a:chOff x="7512843" y="685800"/>
                <a:chExt cx="213931" cy="243077"/>
              </a:xfrm>
            </p:grpSpPr>
            <p:grpSp>
              <p:nvGrpSpPr>
                <p:cNvPr id="8251" name="Google Shape;8251;p277"/>
                <p:cNvGrpSpPr/>
                <p:nvPr/>
              </p:nvGrpSpPr>
              <p:grpSpPr>
                <a:xfrm>
                  <a:off x="7512843" y="836580"/>
                  <a:ext cx="213931" cy="92297"/>
                  <a:chOff x="7512843" y="836580"/>
                  <a:chExt cx="213931" cy="92297"/>
                </a:xfrm>
              </p:grpSpPr>
              <p:sp>
                <p:nvSpPr>
                  <p:cNvPr id="8252" name="Google Shape;8252;p277"/>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53" name="Google Shape;8253;p277"/>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254" name="Google Shape;8254;p277"/>
                <p:cNvGrpSpPr/>
                <p:nvPr/>
              </p:nvGrpSpPr>
              <p:grpSpPr>
                <a:xfrm>
                  <a:off x="7512843" y="761238"/>
                  <a:ext cx="213931" cy="92296"/>
                  <a:chOff x="7512843" y="761238"/>
                  <a:chExt cx="213931" cy="92296"/>
                </a:xfrm>
              </p:grpSpPr>
              <p:sp>
                <p:nvSpPr>
                  <p:cNvPr id="8255" name="Google Shape;8255;p277"/>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56" name="Google Shape;8256;p277"/>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257" name="Google Shape;8257;p277"/>
                <p:cNvGrpSpPr/>
                <p:nvPr/>
              </p:nvGrpSpPr>
              <p:grpSpPr>
                <a:xfrm>
                  <a:off x="7512843" y="685800"/>
                  <a:ext cx="213931" cy="92297"/>
                  <a:chOff x="7512843" y="685800"/>
                  <a:chExt cx="213931" cy="92297"/>
                </a:xfrm>
              </p:grpSpPr>
              <p:sp>
                <p:nvSpPr>
                  <p:cNvPr id="8258" name="Google Shape;8258;p277"/>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59" name="Google Shape;8259;p277"/>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263" name="Shape 8263"/>
        <p:cNvGrpSpPr/>
        <p:nvPr/>
      </p:nvGrpSpPr>
      <p:grpSpPr>
        <a:xfrm>
          <a:off x="0" y="0"/>
          <a:ext cx="0" cy="0"/>
          <a:chOff x="0" y="0"/>
          <a:chExt cx="0" cy="0"/>
        </a:xfrm>
      </p:grpSpPr>
      <p:sp>
        <p:nvSpPr>
          <p:cNvPr id="8264" name="Google Shape;8264;p279"/>
          <p:cNvSpPr txBox="1"/>
          <p:nvPr>
            <p:ph type="ctrTitle"/>
          </p:nvPr>
        </p:nvSpPr>
        <p:spPr>
          <a:xfrm>
            <a:off x="713225" y="1144500"/>
            <a:ext cx="4112100" cy="23787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5000">
                <a:latin typeface="Epilogue"/>
                <a:ea typeface="Epilogue"/>
                <a:cs typeface="Epilogue"/>
                <a:sym typeface="Epilogu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8265" name="Google Shape;8265;p279"/>
          <p:cNvSpPr txBox="1"/>
          <p:nvPr>
            <p:ph idx="1" type="subTitle"/>
          </p:nvPr>
        </p:nvSpPr>
        <p:spPr>
          <a:xfrm>
            <a:off x="713225" y="3523200"/>
            <a:ext cx="41121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latin typeface="Lato"/>
                <a:ea typeface="Lato"/>
                <a:cs typeface="Lato"/>
                <a:sym typeface="La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8266" name="Google Shape;8266;p279"/>
          <p:cNvSpPr/>
          <p:nvPr/>
        </p:nvSpPr>
        <p:spPr>
          <a:xfrm rot="10800000">
            <a:off x="-1604593" y="-845132"/>
            <a:ext cx="3281418" cy="21328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279"/>
          <p:cNvSpPr/>
          <p:nvPr/>
        </p:nvSpPr>
        <p:spPr>
          <a:xfrm flipH="1" rot="-9899992">
            <a:off x="-1515196" y="4121356"/>
            <a:ext cx="3953580" cy="192177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8268" name="Shape 8268"/>
        <p:cNvGrpSpPr/>
        <p:nvPr/>
      </p:nvGrpSpPr>
      <p:grpSpPr>
        <a:xfrm>
          <a:off x="0" y="0"/>
          <a:ext cx="0" cy="0"/>
          <a:chOff x="0" y="0"/>
          <a:chExt cx="0" cy="0"/>
        </a:xfrm>
      </p:grpSpPr>
      <p:sp>
        <p:nvSpPr>
          <p:cNvPr id="8269" name="Google Shape;8269;p280"/>
          <p:cNvSpPr txBox="1"/>
          <p:nvPr>
            <p:ph type="title"/>
          </p:nvPr>
        </p:nvSpPr>
        <p:spPr>
          <a:xfrm>
            <a:off x="4047175" y="2571975"/>
            <a:ext cx="43836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8270" name="Google Shape;8270;p280"/>
          <p:cNvSpPr txBox="1"/>
          <p:nvPr>
            <p:ph hasCustomPrompt="1" idx="2" type="title"/>
          </p:nvPr>
        </p:nvSpPr>
        <p:spPr>
          <a:xfrm>
            <a:off x="4047175" y="1321975"/>
            <a:ext cx="1235700" cy="841800"/>
          </a:xfrm>
          <a:prstGeom prst="rect">
            <a:avLst/>
          </a:prstGeom>
          <a:noFill/>
        </p:spPr>
        <p:txBody>
          <a:bodyPr anchorCtr="0" anchor="b"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8271" name="Google Shape;8271;p280"/>
          <p:cNvSpPr/>
          <p:nvPr>
            <p:ph idx="3" type="pic"/>
          </p:nvPr>
        </p:nvSpPr>
        <p:spPr>
          <a:xfrm>
            <a:off x="484625" y="1076550"/>
            <a:ext cx="2990400" cy="2990400"/>
          </a:xfrm>
          <a:prstGeom prst="roundRect">
            <a:avLst>
              <a:gd fmla="val 16667" name="adj"/>
            </a:avLst>
          </a:prstGeom>
          <a:noFill/>
          <a:ln>
            <a:noFill/>
          </a:ln>
        </p:spPr>
      </p:sp>
      <p:sp>
        <p:nvSpPr>
          <p:cNvPr id="8272" name="Google Shape;8272;p280"/>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280"/>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280"/>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8275" name="Shape 8275"/>
        <p:cNvGrpSpPr/>
        <p:nvPr/>
      </p:nvGrpSpPr>
      <p:grpSpPr>
        <a:xfrm>
          <a:off x="0" y="0"/>
          <a:ext cx="0" cy="0"/>
          <a:chOff x="0" y="0"/>
          <a:chExt cx="0" cy="0"/>
        </a:xfrm>
      </p:grpSpPr>
      <p:sp>
        <p:nvSpPr>
          <p:cNvPr id="8276" name="Google Shape;8276;p28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277" name="Google Shape;8277;p281"/>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8278" name="Google Shape;8278;p281"/>
          <p:cNvSpPr/>
          <p:nvPr/>
        </p:nvSpPr>
        <p:spPr>
          <a:xfrm flipH="1" rot="-4014673">
            <a:off x="-1798429" y="-1029372"/>
            <a:ext cx="3158476" cy="250963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281"/>
          <p:cNvSpPr/>
          <p:nvPr/>
        </p:nvSpPr>
        <p:spPr>
          <a:xfrm flipH="1">
            <a:off x="8355841" y="2667287"/>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280" name="Google Shape;8280;p281"/>
          <p:cNvGrpSpPr/>
          <p:nvPr/>
        </p:nvGrpSpPr>
        <p:grpSpPr>
          <a:xfrm flipH="1">
            <a:off x="8380540" y="1729933"/>
            <a:ext cx="668783" cy="959747"/>
            <a:chOff x="10519314" y="4728596"/>
            <a:chExt cx="751780" cy="1078731"/>
          </a:xfrm>
        </p:grpSpPr>
        <p:grpSp>
          <p:nvGrpSpPr>
            <p:cNvPr id="8281" name="Google Shape;8281;p281"/>
            <p:cNvGrpSpPr/>
            <p:nvPr/>
          </p:nvGrpSpPr>
          <p:grpSpPr>
            <a:xfrm>
              <a:off x="10519314" y="4728596"/>
              <a:ext cx="626662" cy="1078731"/>
              <a:chOff x="10519314" y="4728596"/>
              <a:chExt cx="626662" cy="1078731"/>
            </a:xfrm>
          </p:grpSpPr>
          <p:grpSp>
            <p:nvGrpSpPr>
              <p:cNvPr id="8282" name="Google Shape;8282;p281"/>
              <p:cNvGrpSpPr/>
              <p:nvPr/>
            </p:nvGrpSpPr>
            <p:grpSpPr>
              <a:xfrm>
                <a:off x="10903220" y="4888205"/>
                <a:ext cx="242756" cy="919122"/>
                <a:chOff x="10903220" y="4888205"/>
                <a:chExt cx="242756" cy="919122"/>
              </a:xfrm>
            </p:grpSpPr>
            <p:sp>
              <p:nvSpPr>
                <p:cNvPr id="8283" name="Google Shape;8283;p281"/>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4" name="Google Shape;8284;p281"/>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5" name="Google Shape;8285;p281"/>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286" name="Google Shape;8286;p281"/>
                <p:cNvGrpSpPr/>
                <p:nvPr/>
              </p:nvGrpSpPr>
              <p:grpSpPr>
                <a:xfrm>
                  <a:off x="11014221" y="5588618"/>
                  <a:ext cx="100021" cy="114784"/>
                  <a:chOff x="11014221" y="5588618"/>
                  <a:chExt cx="100021" cy="114784"/>
                </a:xfrm>
              </p:grpSpPr>
              <p:sp>
                <p:nvSpPr>
                  <p:cNvPr id="8287" name="Google Shape;8287;p281"/>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8" name="Google Shape;8288;p281"/>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9" name="Google Shape;8289;p281"/>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0" name="Google Shape;8290;p281"/>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291" name="Google Shape;8291;p281"/>
              <p:cNvGrpSpPr/>
              <p:nvPr/>
            </p:nvGrpSpPr>
            <p:grpSpPr>
              <a:xfrm>
                <a:off x="10718623" y="4728596"/>
                <a:ext cx="229169" cy="1075979"/>
                <a:chOff x="10718623" y="4728596"/>
                <a:chExt cx="229169" cy="1075979"/>
              </a:xfrm>
            </p:grpSpPr>
            <p:sp>
              <p:nvSpPr>
                <p:cNvPr id="8292" name="Google Shape;8292;p281"/>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3" name="Google Shape;8293;p281"/>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294" name="Google Shape;8294;p281"/>
                <p:cNvGrpSpPr/>
                <p:nvPr/>
              </p:nvGrpSpPr>
              <p:grpSpPr>
                <a:xfrm>
                  <a:off x="10765015" y="5040134"/>
                  <a:ext cx="116314" cy="49775"/>
                  <a:chOff x="10765015" y="5040134"/>
                  <a:chExt cx="116314" cy="49775"/>
                </a:xfrm>
              </p:grpSpPr>
              <p:sp>
                <p:nvSpPr>
                  <p:cNvPr id="8295" name="Google Shape;8295;p281"/>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6" name="Google Shape;8296;p281"/>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297" name="Google Shape;8297;p281"/>
                <p:cNvGrpSpPr/>
                <p:nvPr/>
              </p:nvGrpSpPr>
              <p:grpSpPr>
                <a:xfrm>
                  <a:off x="10784825" y="5436314"/>
                  <a:ext cx="116414" cy="49961"/>
                  <a:chOff x="10784825" y="5436314"/>
                  <a:chExt cx="116414" cy="49961"/>
                </a:xfrm>
              </p:grpSpPr>
              <p:sp>
                <p:nvSpPr>
                  <p:cNvPr id="8298" name="Google Shape;8298;p281"/>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9" name="Google Shape;8299;p281"/>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300" name="Google Shape;8300;p281"/>
              <p:cNvGrpSpPr/>
              <p:nvPr/>
            </p:nvGrpSpPr>
            <p:grpSpPr>
              <a:xfrm>
                <a:off x="10519314" y="4813458"/>
                <a:ext cx="202120" cy="992123"/>
                <a:chOff x="10519314" y="4813458"/>
                <a:chExt cx="202120" cy="992123"/>
              </a:xfrm>
            </p:grpSpPr>
            <p:sp>
              <p:nvSpPr>
                <p:cNvPr id="8301" name="Google Shape;8301;p281"/>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2" name="Google Shape;8302;p281"/>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303" name="Google Shape;8303;p281"/>
                <p:cNvGrpSpPr/>
                <p:nvPr/>
              </p:nvGrpSpPr>
              <p:grpSpPr>
                <a:xfrm>
                  <a:off x="10556176" y="5465730"/>
                  <a:ext cx="128397" cy="44196"/>
                  <a:chOff x="10556176" y="5465730"/>
                  <a:chExt cx="128397" cy="44196"/>
                </a:xfrm>
              </p:grpSpPr>
              <p:sp>
                <p:nvSpPr>
                  <p:cNvPr id="8304" name="Google Shape;8304;p281"/>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5" name="Google Shape;8305;p281"/>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306" name="Google Shape;8306;p281"/>
                <p:cNvGrpSpPr/>
                <p:nvPr/>
              </p:nvGrpSpPr>
              <p:grpSpPr>
                <a:xfrm>
                  <a:off x="10556176" y="5689187"/>
                  <a:ext cx="128397" cy="44196"/>
                  <a:chOff x="10556176" y="5689187"/>
                  <a:chExt cx="128397" cy="44196"/>
                </a:xfrm>
              </p:grpSpPr>
              <p:sp>
                <p:nvSpPr>
                  <p:cNvPr id="8307" name="Google Shape;8307;p281"/>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8" name="Google Shape;8308;p281"/>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8309" name="Google Shape;8309;p281"/>
            <p:cNvGrpSpPr/>
            <p:nvPr/>
          </p:nvGrpSpPr>
          <p:grpSpPr>
            <a:xfrm>
              <a:off x="11058042" y="5088325"/>
              <a:ext cx="213052" cy="717953"/>
              <a:chOff x="11058042" y="5088325"/>
              <a:chExt cx="213052" cy="717953"/>
            </a:xfrm>
          </p:grpSpPr>
          <p:sp>
            <p:nvSpPr>
              <p:cNvPr id="8310" name="Google Shape;8310;p281"/>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1" name="Google Shape;8311;p281"/>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312" name="Google Shape;8312;p281"/>
          <p:cNvGrpSpPr/>
          <p:nvPr/>
        </p:nvGrpSpPr>
        <p:grpSpPr>
          <a:xfrm flipH="1">
            <a:off x="8485925" y="662239"/>
            <a:ext cx="516117" cy="779220"/>
            <a:chOff x="10572463" y="3528536"/>
            <a:chExt cx="580168" cy="875823"/>
          </a:xfrm>
        </p:grpSpPr>
        <p:grpSp>
          <p:nvGrpSpPr>
            <p:cNvPr id="8313" name="Google Shape;8313;p281"/>
            <p:cNvGrpSpPr/>
            <p:nvPr/>
          </p:nvGrpSpPr>
          <p:grpSpPr>
            <a:xfrm>
              <a:off x="10713815" y="3528536"/>
              <a:ext cx="438816" cy="746664"/>
              <a:chOff x="10713815" y="3528536"/>
              <a:chExt cx="438816" cy="746664"/>
            </a:xfrm>
          </p:grpSpPr>
          <p:sp>
            <p:nvSpPr>
              <p:cNvPr id="8314" name="Google Shape;8314;p281"/>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315" name="Google Shape;8315;p281"/>
              <p:cNvGrpSpPr/>
              <p:nvPr/>
            </p:nvGrpSpPr>
            <p:grpSpPr>
              <a:xfrm>
                <a:off x="10776489" y="3625310"/>
                <a:ext cx="313848" cy="288226"/>
                <a:chOff x="10776489" y="3625310"/>
                <a:chExt cx="313848" cy="288226"/>
              </a:xfrm>
            </p:grpSpPr>
            <p:sp>
              <p:nvSpPr>
                <p:cNvPr id="8316" name="Google Shape;8316;p281"/>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7" name="Google Shape;8317;p281"/>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8" name="Google Shape;8318;p281"/>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9" name="Google Shape;8319;p281"/>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0" name="Google Shape;8320;p281"/>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1" name="Google Shape;8321;p281"/>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322" name="Google Shape;8322;p281"/>
              <p:cNvGrpSpPr/>
              <p:nvPr/>
            </p:nvGrpSpPr>
            <p:grpSpPr>
              <a:xfrm>
                <a:off x="10776489" y="3999547"/>
                <a:ext cx="313848" cy="181546"/>
                <a:chOff x="10776489" y="3999547"/>
                <a:chExt cx="313848" cy="181546"/>
              </a:xfrm>
            </p:grpSpPr>
            <p:sp>
              <p:nvSpPr>
                <p:cNvPr id="8323" name="Google Shape;8323;p281"/>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4" name="Google Shape;8324;p281"/>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5" name="Google Shape;8325;p281"/>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6" name="Google Shape;8326;p281"/>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327" name="Google Shape;8327;p281"/>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328" name="Google Shape;8328;p281"/>
            <p:cNvGrpSpPr/>
            <p:nvPr/>
          </p:nvGrpSpPr>
          <p:grpSpPr>
            <a:xfrm>
              <a:off x="10572463" y="3657790"/>
              <a:ext cx="438817" cy="746569"/>
              <a:chOff x="10572463" y="3657790"/>
              <a:chExt cx="438817" cy="746569"/>
            </a:xfrm>
          </p:grpSpPr>
          <p:sp>
            <p:nvSpPr>
              <p:cNvPr id="8329" name="Google Shape;8329;p281"/>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330" name="Google Shape;8330;p281"/>
              <p:cNvGrpSpPr/>
              <p:nvPr/>
            </p:nvGrpSpPr>
            <p:grpSpPr>
              <a:xfrm>
                <a:off x="10635138" y="3754469"/>
                <a:ext cx="313848" cy="288321"/>
                <a:chOff x="10635138" y="3754469"/>
                <a:chExt cx="313848" cy="288321"/>
              </a:xfrm>
            </p:grpSpPr>
            <p:sp>
              <p:nvSpPr>
                <p:cNvPr id="8331" name="Google Shape;8331;p281"/>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2" name="Google Shape;8332;p281"/>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3" name="Google Shape;8333;p281"/>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4" name="Google Shape;8334;p281"/>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5" name="Google Shape;8335;p281"/>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6" name="Google Shape;8336;p281"/>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337" name="Google Shape;8337;p281"/>
              <p:cNvGrpSpPr/>
              <p:nvPr/>
            </p:nvGrpSpPr>
            <p:grpSpPr>
              <a:xfrm>
                <a:off x="10635138" y="4128801"/>
                <a:ext cx="313848" cy="181547"/>
                <a:chOff x="10635138" y="4128801"/>
                <a:chExt cx="313848" cy="181547"/>
              </a:xfrm>
            </p:grpSpPr>
            <p:sp>
              <p:nvSpPr>
                <p:cNvPr id="8338" name="Google Shape;8338;p281"/>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9" name="Google Shape;8339;p281"/>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0" name="Google Shape;8340;p281"/>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1" name="Google Shape;8341;p281"/>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342" name="Google Shape;8342;p281"/>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343" name="Google Shape;8343;p281"/>
          <p:cNvGrpSpPr/>
          <p:nvPr/>
        </p:nvGrpSpPr>
        <p:grpSpPr>
          <a:xfrm flipH="1">
            <a:off x="8768853" y="1439765"/>
            <a:ext cx="22030" cy="294484"/>
            <a:chOff x="10809827" y="4402455"/>
            <a:chExt cx="24764" cy="330993"/>
          </a:xfrm>
        </p:grpSpPr>
        <p:sp>
          <p:nvSpPr>
            <p:cNvPr id="8344" name="Google Shape;8344;p281"/>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5" name="Google Shape;8345;p281"/>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6" name="Google Shape;8346;p281"/>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347" name="Google Shape;8347;p281"/>
          <p:cNvSpPr/>
          <p:nvPr/>
        </p:nvSpPr>
        <p:spPr>
          <a:xfrm flipH="1" rot="8662747">
            <a:off x="7370974" y="4168319"/>
            <a:ext cx="2746019" cy="19216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8" name="Google Shape;8348;p281"/>
          <p:cNvGrpSpPr/>
          <p:nvPr/>
        </p:nvGrpSpPr>
        <p:grpSpPr>
          <a:xfrm flipH="1">
            <a:off x="122956" y="4228558"/>
            <a:ext cx="829992" cy="750888"/>
            <a:chOff x="8114596" y="445039"/>
            <a:chExt cx="633002" cy="572716"/>
          </a:xfrm>
        </p:grpSpPr>
        <p:grpSp>
          <p:nvGrpSpPr>
            <p:cNvPr id="8349" name="Google Shape;8349;p281"/>
            <p:cNvGrpSpPr/>
            <p:nvPr/>
          </p:nvGrpSpPr>
          <p:grpSpPr>
            <a:xfrm>
              <a:off x="8114596" y="445039"/>
              <a:ext cx="633002" cy="572716"/>
              <a:chOff x="7189660" y="520827"/>
              <a:chExt cx="598074" cy="541115"/>
            </a:xfrm>
          </p:grpSpPr>
          <p:sp>
            <p:nvSpPr>
              <p:cNvPr id="8350" name="Google Shape;8350;p281"/>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351" name="Google Shape;8351;p281"/>
              <p:cNvGrpSpPr/>
              <p:nvPr/>
            </p:nvGrpSpPr>
            <p:grpSpPr>
              <a:xfrm>
                <a:off x="7579137" y="551973"/>
                <a:ext cx="164782" cy="41529"/>
                <a:chOff x="7579137" y="551973"/>
                <a:chExt cx="164782" cy="41529"/>
              </a:xfrm>
            </p:grpSpPr>
            <p:sp>
              <p:nvSpPr>
                <p:cNvPr id="8352" name="Google Shape;8352;p281"/>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3" name="Google Shape;8353;p281"/>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4" name="Google Shape;8354;p281"/>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355" name="Google Shape;8355;p281"/>
            <p:cNvGrpSpPr/>
            <p:nvPr/>
          </p:nvGrpSpPr>
          <p:grpSpPr>
            <a:xfrm>
              <a:off x="8184962" y="619646"/>
              <a:ext cx="498115" cy="257273"/>
              <a:chOff x="7256144" y="685800"/>
              <a:chExt cx="470630" cy="243077"/>
            </a:xfrm>
          </p:grpSpPr>
          <p:sp>
            <p:nvSpPr>
              <p:cNvPr id="8356" name="Google Shape;8356;p281"/>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357" name="Google Shape;8357;p281"/>
              <p:cNvGrpSpPr/>
              <p:nvPr/>
            </p:nvGrpSpPr>
            <p:grpSpPr>
              <a:xfrm>
                <a:off x="7512843" y="685800"/>
                <a:ext cx="213931" cy="243077"/>
                <a:chOff x="7512843" y="685800"/>
                <a:chExt cx="213931" cy="243077"/>
              </a:xfrm>
            </p:grpSpPr>
            <p:grpSp>
              <p:nvGrpSpPr>
                <p:cNvPr id="8358" name="Google Shape;8358;p281"/>
                <p:cNvGrpSpPr/>
                <p:nvPr/>
              </p:nvGrpSpPr>
              <p:grpSpPr>
                <a:xfrm>
                  <a:off x="7512843" y="836580"/>
                  <a:ext cx="213931" cy="92297"/>
                  <a:chOff x="7512843" y="836580"/>
                  <a:chExt cx="213931" cy="92297"/>
                </a:xfrm>
              </p:grpSpPr>
              <p:sp>
                <p:nvSpPr>
                  <p:cNvPr id="8359" name="Google Shape;8359;p281"/>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0" name="Google Shape;8360;p281"/>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361" name="Google Shape;8361;p281"/>
                <p:cNvGrpSpPr/>
                <p:nvPr/>
              </p:nvGrpSpPr>
              <p:grpSpPr>
                <a:xfrm>
                  <a:off x="7512843" y="761238"/>
                  <a:ext cx="213931" cy="92296"/>
                  <a:chOff x="7512843" y="761238"/>
                  <a:chExt cx="213931" cy="92296"/>
                </a:xfrm>
              </p:grpSpPr>
              <p:sp>
                <p:nvSpPr>
                  <p:cNvPr id="8362" name="Google Shape;8362;p281"/>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3" name="Google Shape;8363;p281"/>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364" name="Google Shape;8364;p281"/>
                <p:cNvGrpSpPr/>
                <p:nvPr/>
              </p:nvGrpSpPr>
              <p:grpSpPr>
                <a:xfrm>
                  <a:off x="7512843" y="685800"/>
                  <a:ext cx="213931" cy="92297"/>
                  <a:chOff x="7512843" y="685800"/>
                  <a:chExt cx="213931" cy="92297"/>
                </a:xfrm>
              </p:grpSpPr>
              <p:sp>
                <p:nvSpPr>
                  <p:cNvPr id="8365" name="Google Shape;8365;p281"/>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6" name="Google Shape;8366;p281"/>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8367" name="Shape 8367"/>
        <p:cNvGrpSpPr/>
        <p:nvPr/>
      </p:nvGrpSpPr>
      <p:grpSpPr>
        <a:xfrm>
          <a:off x="0" y="0"/>
          <a:ext cx="0" cy="0"/>
          <a:chOff x="0" y="0"/>
          <a:chExt cx="0" cy="0"/>
        </a:xfrm>
      </p:grpSpPr>
      <p:sp>
        <p:nvSpPr>
          <p:cNvPr id="8368" name="Google Shape;8368;p28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369" name="Google Shape;8369;p282"/>
          <p:cNvSpPr txBox="1"/>
          <p:nvPr>
            <p:ph idx="1" type="subTitle"/>
          </p:nvPr>
        </p:nvSpPr>
        <p:spPr>
          <a:xfrm>
            <a:off x="4679150"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370" name="Google Shape;8370;p282"/>
          <p:cNvSpPr txBox="1"/>
          <p:nvPr>
            <p:ph idx="2" type="subTitle"/>
          </p:nvPr>
        </p:nvSpPr>
        <p:spPr>
          <a:xfrm>
            <a:off x="1080525"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371" name="Google Shape;8371;p282"/>
          <p:cNvSpPr txBox="1"/>
          <p:nvPr>
            <p:ph idx="3" type="subTitle"/>
          </p:nvPr>
        </p:nvSpPr>
        <p:spPr>
          <a:xfrm>
            <a:off x="1080536"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372" name="Google Shape;8372;p282"/>
          <p:cNvSpPr txBox="1"/>
          <p:nvPr>
            <p:ph idx="4" type="subTitle"/>
          </p:nvPr>
        </p:nvSpPr>
        <p:spPr>
          <a:xfrm>
            <a:off x="4679164"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373" name="Google Shape;8373;p282"/>
          <p:cNvSpPr/>
          <p:nvPr/>
        </p:nvSpPr>
        <p:spPr>
          <a:xfrm rot="5551952">
            <a:off x="-721531" y="4084618"/>
            <a:ext cx="2053998" cy="17652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282"/>
          <p:cNvSpPr/>
          <p:nvPr/>
        </p:nvSpPr>
        <p:spPr>
          <a:xfrm rot="-460685">
            <a:off x="-850641" y="-888875"/>
            <a:ext cx="2082611" cy="168399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282"/>
          <p:cNvSpPr/>
          <p:nvPr/>
        </p:nvSpPr>
        <p:spPr>
          <a:xfrm rot="3259731">
            <a:off x="7063135" y="-804478"/>
            <a:ext cx="3168421" cy="25619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8376" name="Shape 8376"/>
        <p:cNvGrpSpPr/>
        <p:nvPr/>
      </p:nvGrpSpPr>
      <p:grpSpPr>
        <a:xfrm>
          <a:off x="0" y="0"/>
          <a:ext cx="0" cy="0"/>
          <a:chOff x="0" y="0"/>
          <a:chExt cx="0" cy="0"/>
        </a:xfrm>
      </p:grpSpPr>
      <p:sp>
        <p:nvSpPr>
          <p:cNvPr id="8377" name="Google Shape;8377;p28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378" name="Google Shape;8378;p283"/>
          <p:cNvSpPr/>
          <p:nvPr/>
        </p:nvSpPr>
        <p:spPr>
          <a:xfrm rot="-9076707">
            <a:off x="85462" y="-755109"/>
            <a:ext cx="1683799" cy="1313891"/>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9" name="Google Shape;8379;p283"/>
          <p:cNvGrpSpPr/>
          <p:nvPr/>
        </p:nvGrpSpPr>
        <p:grpSpPr>
          <a:xfrm>
            <a:off x="6779278" y="192982"/>
            <a:ext cx="2107998" cy="297419"/>
            <a:chOff x="6108096" y="3265836"/>
            <a:chExt cx="1633727" cy="230504"/>
          </a:xfrm>
        </p:grpSpPr>
        <p:sp>
          <p:nvSpPr>
            <p:cNvPr id="8380" name="Google Shape;8380;p283"/>
            <p:cNvSpPr/>
            <p:nvPr/>
          </p:nvSpPr>
          <p:spPr>
            <a:xfrm>
              <a:off x="6108096" y="3265836"/>
              <a:ext cx="1633727" cy="230504"/>
            </a:xfrm>
            <a:custGeom>
              <a:rect b="b" l="l" r="r" t="t"/>
              <a:pathLst>
                <a:path extrusionOk="0" h="230504" w="1633727">
                  <a:moveTo>
                    <a:pt x="1518476" y="0"/>
                  </a:moveTo>
                  <a:cubicBezTo>
                    <a:pt x="1582128" y="0"/>
                    <a:pt x="1633728" y="51600"/>
                    <a:pt x="1633728" y="115253"/>
                  </a:cubicBezTo>
                  <a:lnTo>
                    <a:pt x="1633728" y="115253"/>
                  </a:lnTo>
                  <a:cubicBezTo>
                    <a:pt x="1633728" y="178905"/>
                    <a:pt x="1582128" y="230505"/>
                    <a:pt x="1518476" y="230505"/>
                  </a:cubicBezTo>
                  <a:lnTo>
                    <a:pt x="115252" y="230505"/>
                  </a:lnTo>
                  <a:cubicBezTo>
                    <a:pt x="51601" y="230505"/>
                    <a:pt x="0" y="178905"/>
                    <a:pt x="0" y="115253"/>
                  </a:cubicBezTo>
                  <a:lnTo>
                    <a:pt x="0" y="115253"/>
                  </a:lnTo>
                  <a:cubicBezTo>
                    <a:pt x="0" y="51600"/>
                    <a:pt x="51601" y="0"/>
                    <a:pt x="115252"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1" name="Google Shape;8381;p283"/>
            <p:cNvSpPr/>
            <p:nvPr/>
          </p:nvSpPr>
          <p:spPr>
            <a:xfrm>
              <a:off x="7528381" y="3292292"/>
              <a:ext cx="166485" cy="165854"/>
            </a:xfrm>
            <a:custGeom>
              <a:rect b="b" l="l" r="r" t="t"/>
              <a:pathLst>
                <a:path extrusionOk="0" h="165854" w="166485">
                  <a:moveTo>
                    <a:pt x="161532" y="137469"/>
                  </a:moveTo>
                  <a:lnTo>
                    <a:pt x="120003" y="95941"/>
                  </a:lnTo>
                  <a:lnTo>
                    <a:pt x="113336" y="102608"/>
                  </a:lnTo>
                  <a:lnTo>
                    <a:pt x="105811" y="95083"/>
                  </a:lnTo>
                  <a:cubicBezTo>
                    <a:pt x="123622" y="71842"/>
                    <a:pt x="122194" y="38600"/>
                    <a:pt x="100953" y="17359"/>
                  </a:cubicBezTo>
                  <a:cubicBezTo>
                    <a:pt x="77807" y="-5786"/>
                    <a:pt x="40374" y="-5786"/>
                    <a:pt x="17324" y="17359"/>
                  </a:cubicBezTo>
                  <a:cubicBezTo>
                    <a:pt x="-5727" y="40505"/>
                    <a:pt x="-5822" y="77938"/>
                    <a:pt x="17324" y="100989"/>
                  </a:cubicBezTo>
                  <a:cubicBezTo>
                    <a:pt x="38850" y="122515"/>
                    <a:pt x="72568" y="123754"/>
                    <a:pt x="95809" y="105275"/>
                  </a:cubicBezTo>
                  <a:lnTo>
                    <a:pt x="103334" y="112800"/>
                  </a:lnTo>
                  <a:lnTo>
                    <a:pt x="96667" y="119467"/>
                  </a:lnTo>
                  <a:lnTo>
                    <a:pt x="138196" y="160996"/>
                  </a:lnTo>
                  <a:cubicBezTo>
                    <a:pt x="144673" y="167473"/>
                    <a:pt x="155150" y="167473"/>
                    <a:pt x="161627" y="160996"/>
                  </a:cubicBezTo>
                  <a:lnTo>
                    <a:pt x="161627" y="160996"/>
                  </a:lnTo>
                  <a:cubicBezTo>
                    <a:pt x="168104" y="154519"/>
                    <a:pt x="168104" y="144042"/>
                    <a:pt x="161627" y="137565"/>
                  </a:cubicBezTo>
                  <a:close/>
                  <a:moveTo>
                    <a:pt x="59138" y="102513"/>
                  </a:moveTo>
                  <a:cubicBezTo>
                    <a:pt x="54471" y="102513"/>
                    <a:pt x="49899" y="101751"/>
                    <a:pt x="45612" y="100417"/>
                  </a:cubicBezTo>
                  <a:cubicBezTo>
                    <a:pt x="33611" y="96512"/>
                    <a:pt x="23896" y="87463"/>
                    <a:pt x="19133" y="75938"/>
                  </a:cubicBezTo>
                  <a:cubicBezTo>
                    <a:pt x="16942" y="70794"/>
                    <a:pt x="15799" y="65175"/>
                    <a:pt x="15799" y="59269"/>
                  </a:cubicBezTo>
                  <a:cubicBezTo>
                    <a:pt x="15799" y="35361"/>
                    <a:pt x="35231" y="15931"/>
                    <a:pt x="59138" y="15931"/>
                  </a:cubicBezTo>
                  <a:cubicBezTo>
                    <a:pt x="65044" y="15931"/>
                    <a:pt x="70663" y="17074"/>
                    <a:pt x="75807" y="19264"/>
                  </a:cubicBezTo>
                  <a:cubicBezTo>
                    <a:pt x="87332" y="24122"/>
                    <a:pt x="96381" y="33742"/>
                    <a:pt x="100286" y="45744"/>
                  </a:cubicBezTo>
                  <a:cubicBezTo>
                    <a:pt x="101715" y="50030"/>
                    <a:pt x="102382" y="54507"/>
                    <a:pt x="102382" y="59269"/>
                  </a:cubicBezTo>
                  <a:cubicBezTo>
                    <a:pt x="102382" y="83177"/>
                    <a:pt x="83046" y="102513"/>
                    <a:pt x="59138" y="1025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2" name="Google Shape;8382;p283"/>
            <p:cNvSpPr/>
            <p:nvPr/>
          </p:nvSpPr>
          <p:spPr>
            <a:xfrm>
              <a:off x="7475124" y="3290220"/>
              <a:ext cx="7620" cy="174307"/>
            </a:xfrm>
            <a:custGeom>
              <a:rect b="b" l="l" r="r" t="t"/>
              <a:pathLst>
                <a:path extrusionOk="0" h="174307" w="7620">
                  <a:moveTo>
                    <a:pt x="3810" y="174308"/>
                  </a:moveTo>
                  <a:lnTo>
                    <a:pt x="3810" y="174308"/>
                  </a:lnTo>
                  <a:cubicBezTo>
                    <a:pt x="1714" y="174308"/>
                    <a:pt x="0" y="172593"/>
                    <a:pt x="0" y="170497"/>
                  </a:cubicBezTo>
                  <a:lnTo>
                    <a:pt x="0" y="3810"/>
                  </a:lnTo>
                  <a:cubicBezTo>
                    <a:pt x="0" y="1714"/>
                    <a:pt x="1714" y="0"/>
                    <a:pt x="3810" y="0"/>
                  </a:cubicBezTo>
                  <a:lnTo>
                    <a:pt x="3810" y="0"/>
                  </a:lnTo>
                  <a:cubicBezTo>
                    <a:pt x="5905" y="0"/>
                    <a:pt x="7620" y="1714"/>
                    <a:pt x="7620" y="3810"/>
                  </a:cubicBezTo>
                  <a:lnTo>
                    <a:pt x="7620" y="170497"/>
                  </a:lnTo>
                  <a:cubicBezTo>
                    <a:pt x="7620" y="172593"/>
                    <a:pt x="5905" y="174308"/>
                    <a:pt x="3810" y="17430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383" name="Google Shape;8383;p283"/>
          <p:cNvSpPr/>
          <p:nvPr/>
        </p:nvSpPr>
        <p:spPr>
          <a:xfrm flipH="1" rot="532502">
            <a:off x="-514115" y="4385276"/>
            <a:ext cx="1514959" cy="122499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4" name="Google Shape;8384;p283"/>
          <p:cNvGrpSpPr/>
          <p:nvPr/>
        </p:nvGrpSpPr>
        <p:grpSpPr>
          <a:xfrm>
            <a:off x="-148774" y="4544215"/>
            <a:ext cx="784225" cy="584398"/>
            <a:chOff x="1914620" y="1930431"/>
            <a:chExt cx="572929" cy="426911"/>
          </a:xfrm>
        </p:grpSpPr>
        <p:grpSp>
          <p:nvGrpSpPr>
            <p:cNvPr id="8385" name="Google Shape;8385;p283"/>
            <p:cNvGrpSpPr/>
            <p:nvPr/>
          </p:nvGrpSpPr>
          <p:grpSpPr>
            <a:xfrm>
              <a:off x="1914620" y="1930431"/>
              <a:ext cx="572929" cy="426911"/>
              <a:chOff x="1914620" y="1930431"/>
              <a:chExt cx="572929" cy="426911"/>
            </a:xfrm>
          </p:grpSpPr>
          <p:sp>
            <p:nvSpPr>
              <p:cNvPr id="8386" name="Google Shape;8386;p283"/>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7" name="Google Shape;8387;p283"/>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8" name="Google Shape;8388;p283"/>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389" name="Google Shape;8389;p283"/>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390" name="Google Shape;8390;p283"/>
          <p:cNvSpPr/>
          <p:nvPr/>
        </p:nvSpPr>
        <p:spPr>
          <a:xfrm rot="5844200">
            <a:off x="8030548" y="2339312"/>
            <a:ext cx="2404301" cy="131859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8391" name="Shape 8391"/>
        <p:cNvGrpSpPr/>
        <p:nvPr/>
      </p:nvGrpSpPr>
      <p:grpSpPr>
        <a:xfrm>
          <a:off x="0" y="0"/>
          <a:ext cx="0" cy="0"/>
          <a:chOff x="0" y="0"/>
          <a:chExt cx="0" cy="0"/>
        </a:xfrm>
      </p:grpSpPr>
      <p:sp>
        <p:nvSpPr>
          <p:cNvPr id="8392" name="Google Shape;8392;p284"/>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393" name="Google Shape;8393;p284"/>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8394" name="Google Shape;8394;p284"/>
          <p:cNvSpPr/>
          <p:nvPr>
            <p:ph idx="2" type="pic"/>
          </p:nvPr>
        </p:nvSpPr>
        <p:spPr>
          <a:xfrm>
            <a:off x="5668975" y="1076550"/>
            <a:ext cx="2990400" cy="2990400"/>
          </a:xfrm>
          <a:prstGeom prst="roundRect">
            <a:avLst>
              <a:gd fmla="val 16667" name="adj"/>
            </a:avLst>
          </a:prstGeom>
          <a:noFill/>
          <a:ln>
            <a:noFill/>
          </a:ln>
        </p:spPr>
      </p:sp>
      <p:sp>
        <p:nvSpPr>
          <p:cNvPr id="8395" name="Google Shape;8395;p284"/>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284"/>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7" name="Google Shape;8397;p284"/>
          <p:cNvGrpSpPr/>
          <p:nvPr/>
        </p:nvGrpSpPr>
        <p:grpSpPr>
          <a:xfrm>
            <a:off x="65066" y="4373044"/>
            <a:ext cx="878158" cy="654532"/>
            <a:chOff x="1114425" y="4361211"/>
            <a:chExt cx="573023" cy="427101"/>
          </a:xfrm>
        </p:grpSpPr>
        <p:grpSp>
          <p:nvGrpSpPr>
            <p:cNvPr id="8398" name="Google Shape;8398;p284"/>
            <p:cNvGrpSpPr/>
            <p:nvPr/>
          </p:nvGrpSpPr>
          <p:grpSpPr>
            <a:xfrm>
              <a:off x="1114425" y="4361211"/>
              <a:ext cx="573023" cy="427101"/>
              <a:chOff x="1114425" y="4361211"/>
              <a:chExt cx="573023" cy="427101"/>
            </a:xfrm>
          </p:grpSpPr>
          <p:sp>
            <p:nvSpPr>
              <p:cNvPr id="8399" name="Google Shape;8399;p284"/>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0" name="Google Shape;8400;p284"/>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1" name="Google Shape;8401;p284"/>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402" name="Google Shape;8402;p284"/>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8403" name="Shape 8403"/>
        <p:cNvGrpSpPr/>
        <p:nvPr/>
      </p:nvGrpSpPr>
      <p:grpSpPr>
        <a:xfrm>
          <a:off x="0" y="0"/>
          <a:ext cx="0" cy="0"/>
          <a:chOff x="0" y="0"/>
          <a:chExt cx="0" cy="0"/>
        </a:xfrm>
      </p:grpSpPr>
      <p:sp>
        <p:nvSpPr>
          <p:cNvPr id="8404" name="Google Shape;8404;p285"/>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8405" name="Google Shape;8405;p285"/>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285"/>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285"/>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8408" name="Shape 8408"/>
        <p:cNvGrpSpPr/>
        <p:nvPr/>
      </p:nvGrpSpPr>
      <p:grpSpPr>
        <a:xfrm>
          <a:off x="0" y="0"/>
          <a:ext cx="0" cy="0"/>
          <a:chOff x="0" y="0"/>
          <a:chExt cx="0" cy="0"/>
        </a:xfrm>
      </p:grpSpPr>
      <p:sp>
        <p:nvSpPr>
          <p:cNvPr id="8409" name="Google Shape;8409;p286"/>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15000"/>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8410" name="Google Shape;8410;p286"/>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411" name="Google Shape;8411;p286"/>
          <p:cNvSpPr/>
          <p:nvPr/>
        </p:nvSpPr>
        <p:spPr>
          <a:xfrm rot="3263452">
            <a:off x="-163955"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286"/>
          <p:cNvSpPr/>
          <p:nvPr/>
        </p:nvSpPr>
        <p:spPr>
          <a:xfrm rot="-460623">
            <a:off x="-1793263"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286"/>
          <p:cNvSpPr/>
          <p:nvPr/>
        </p:nvSpPr>
        <p:spPr>
          <a:xfrm rot="4592047">
            <a:off x="7797256" y="593203"/>
            <a:ext cx="1475158" cy="11928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8414" name="Shape 8414"/>
        <p:cNvGrpSpPr/>
        <p:nvPr/>
      </p:nvGrpSpPr>
      <p:grpSpPr>
        <a:xfrm>
          <a:off x="0" y="0"/>
          <a:ext cx="0" cy="0"/>
          <a:chOff x="0" y="0"/>
          <a:chExt cx="0" cy="0"/>
        </a:xfrm>
      </p:grpSpPr>
      <p:sp>
        <p:nvSpPr>
          <p:cNvPr id="8415" name="Google Shape;8415;p287"/>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algn="ctr">
              <a:spcBef>
                <a:spcPts val="0"/>
              </a:spcBef>
              <a:spcAft>
                <a:spcPts val="0"/>
              </a:spcAft>
              <a:buSzPts val="3000"/>
              <a:buNone/>
              <a:defRPr>
                <a:solidFill>
                  <a:schemeClr val="lt1"/>
                </a:solidFill>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Tree>
  </p:cSld>
  <p:clrMapOvr>
    <a:masterClrMapping/>
  </p:clrMapOvr>
</p:sldLayout>
</file>

<file path=ppt/slideLayouts/slideLayout2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8416" name="Shape 8416"/>
        <p:cNvGrpSpPr/>
        <p:nvPr/>
      </p:nvGrpSpPr>
      <p:grpSpPr>
        <a:xfrm>
          <a:off x="0" y="0"/>
          <a:ext cx="0" cy="0"/>
          <a:chOff x="0" y="0"/>
          <a:chExt cx="0" cy="0"/>
        </a:xfrm>
      </p:grpSpPr>
      <p:sp>
        <p:nvSpPr>
          <p:cNvPr id="8417" name="Google Shape;8417;p288"/>
          <p:cNvSpPr txBox="1"/>
          <p:nvPr>
            <p:ph hasCustomPrompt="1" type="title"/>
          </p:nvPr>
        </p:nvSpPr>
        <p:spPr>
          <a:xfrm>
            <a:off x="713225" y="1477363"/>
            <a:ext cx="6576000" cy="15267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8418" name="Google Shape;8418;p288"/>
          <p:cNvSpPr txBox="1"/>
          <p:nvPr>
            <p:ph idx="1" type="subTitle"/>
          </p:nvPr>
        </p:nvSpPr>
        <p:spPr>
          <a:xfrm>
            <a:off x="713225" y="3169038"/>
            <a:ext cx="6576000" cy="497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8419" name="Google Shape;8419;p288"/>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288"/>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288"/>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288"/>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3" name="Google Shape;8423;p288"/>
          <p:cNvGrpSpPr/>
          <p:nvPr/>
        </p:nvGrpSpPr>
        <p:grpSpPr>
          <a:xfrm>
            <a:off x="7441503" y="289852"/>
            <a:ext cx="1366913" cy="1382099"/>
            <a:chOff x="6568493" y="8"/>
            <a:chExt cx="1820608" cy="1840590"/>
          </a:xfrm>
        </p:grpSpPr>
        <p:sp>
          <p:nvSpPr>
            <p:cNvPr id="8424" name="Google Shape;8424;p288"/>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5" name="Google Shape;8425;p288"/>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426" name="Google Shape;8426;p288"/>
            <p:cNvGrpSpPr/>
            <p:nvPr/>
          </p:nvGrpSpPr>
          <p:grpSpPr>
            <a:xfrm>
              <a:off x="6568493" y="84720"/>
              <a:ext cx="1649109" cy="1669065"/>
              <a:chOff x="8921020" y="472154"/>
              <a:chExt cx="1959958" cy="1983676"/>
            </a:xfrm>
          </p:grpSpPr>
          <p:sp>
            <p:nvSpPr>
              <p:cNvPr id="8427" name="Google Shape;8427;p288"/>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8" name="Google Shape;8428;p288"/>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429" name="Google Shape;8429;p288"/>
              <p:cNvGrpSpPr/>
              <p:nvPr/>
            </p:nvGrpSpPr>
            <p:grpSpPr>
              <a:xfrm>
                <a:off x="9011888" y="537781"/>
                <a:ext cx="255174" cy="64389"/>
                <a:chOff x="9011888" y="537781"/>
                <a:chExt cx="255174" cy="64389"/>
              </a:xfrm>
            </p:grpSpPr>
            <p:sp>
              <p:nvSpPr>
                <p:cNvPr id="8430" name="Google Shape;8430;p288"/>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1" name="Google Shape;8431;p288"/>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2" name="Google Shape;8432;p288"/>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433" name="Google Shape;8433;p288"/>
            <p:cNvGrpSpPr/>
            <p:nvPr/>
          </p:nvGrpSpPr>
          <p:grpSpPr>
            <a:xfrm>
              <a:off x="6795939" y="406335"/>
              <a:ext cx="1194216" cy="1228757"/>
              <a:chOff x="9191339" y="854392"/>
              <a:chExt cx="1419320" cy="1460372"/>
            </a:xfrm>
          </p:grpSpPr>
          <p:grpSp>
            <p:nvGrpSpPr>
              <p:cNvPr id="8434" name="Google Shape;8434;p288"/>
              <p:cNvGrpSpPr/>
              <p:nvPr/>
            </p:nvGrpSpPr>
            <p:grpSpPr>
              <a:xfrm>
                <a:off x="9191339" y="1884045"/>
                <a:ext cx="604932" cy="420243"/>
                <a:chOff x="9191339" y="1884045"/>
                <a:chExt cx="604932" cy="420243"/>
              </a:xfrm>
            </p:grpSpPr>
            <p:sp>
              <p:nvSpPr>
                <p:cNvPr id="8435" name="Google Shape;8435;p288"/>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6" name="Google Shape;8436;p288"/>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7" name="Google Shape;8437;p288"/>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8" name="Google Shape;8438;p288"/>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9" name="Google Shape;8439;p288"/>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0" name="Google Shape;8440;p288"/>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1" name="Google Shape;8441;p288"/>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2" name="Google Shape;8442;p288"/>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3" name="Google Shape;8443;p288"/>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4" name="Google Shape;8444;p288"/>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445" name="Google Shape;8445;p288"/>
              <p:cNvGrpSpPr/>
              <p:nvPr/>
            </p:nvGrpSpPr>
            <p:grpSpPr>
              <a:xfrm>
                <a:off x="10004774" y="854392"/>
                <a:ext cx="604932" cy="420243"/>
                <a:chOff x="10004774" y="854392"/>
                <a:chExt cx="604932" cy="420243"/>
              </a:xfrm>
            </p:grpSpPr>
            <p:sp>
              <p:nvSpPr>
                <p:cNvPr id="8446" name="Google Shape;8446;p288"/>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7" name="Google Shape;8447;p288"/>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8" name="Google Shape;8448;p288"/>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9" name="Google Shape;8449;p288"/>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0" name="Google Shape;8450;p288"/>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1" name="Google Shape;8451;p288"/>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2" name="Google Shape;8452;p288"/>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3" name="Google Shape;8453;p288"/>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4" name="Google Shape;8454;p288"/>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5" name="Google Shape;8455;p288"/>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456" name="Google Shape;8456;p288"/>
              <p:cNvGrpSpPr/>
              <p:nvPr/>
            </p:nvGrpSpPr>
            <p:grpSpPr>
              <a:xfrm>
                <a:off x="10004774" y="1374362"/>
                <a:ext cx="604932" cy="303466"/>
                <a:chOff x="10004774" y="1374362"/>
                <a:chExt cx="604932" cy="303466"/>
              </a:xfrm>
            </p:grpSpPr>
            <p:sp>
              <p:nvSpPr>
                <p:cNvPr id="8457" name="Google Shape;8457;p288"/>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8" name="Google Shape;8458;p288"/>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9" name="Google Shape;8459;p288"/>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0" name="Google Shape;8460;p288"/>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1" name="Google Shape;8461;p288"/>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2" name="Google Shape;8462;p288"/>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3" name="Google Shape;8463;p288"/>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4" name="Google Shape;8464;p288"/>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465" name="Google Shape;8465;p288"/>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6" name="Google Shape;8466;p288"/>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467" name="Google Shape;8467;p288"/>
            <p:cNvGrpSpPr/>
            <p:nvPr/>
          </p:nvGrpSpPr>
          <p:grpSpPr>
            <a:xfrm>
              <a:off x="6717319" y="354723"/>
              <a:ext cx="656533" cy="799751"/>
              <a:chOff x="9097899" y="793051"/>
              <a:chExt cx="780287" cy="950500"/>
            </a:xfrm>
          </p:grpSpPr>
          <p:grpSp>
            <p:nvGrpSpPr>
              <p:cNvPr id="8468" name="Google Shape;8468;p288"/>
              <p:cNvGrpSpPr/>
              <p:nvPr/>
            </p:nvGrpSpPr>
            <p:grpSpPr>
              <a:xfrm>
                <a:off x="9118758" y="814006"/>
                <a:ext cx="747999" cy="918020"/>
                <a:chOff x="9118758" y="814006"/>
                <a:chExt cx="747999" cy="918020"/>
              </a:xfrm>
            </p:grpSpPr>
            <p:sp>
              <p:nvSpPr>
                <p:cNvPr id="8469" name="Google Shape;8469;p288"/>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0" name="Google Shape;8470;p288"/>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1" name="Google Shape;8471;p288"/>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2" name="Google Shape;8472;p288"/>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473" name="Google Shape;8473;p288"/>
              <p:cNvGrpSpPr/>
              <p:nvPr/>
            </p:nvGrpSpPr>
            <p:grpSpPr>
              <a:xfrm>
                <a:off x="9097899" y="793051"/>
                <a:ext cx="780287" cy="950500"/>
                <a:chOff x="9097899" y="793051"/>
                <a:chExt cx="780287" cy="950500"/>
              </a:xfrm>
            </p:grpSpPr>
            <p:grpSp>
              <p:nvGrpSpPr>
                <p:cNvPr id="8474" name="Google Shape;8474;p288"/>
                <p:cNvGrpSpPr/>
                <p:nvPr/>
              </p:nvGrpSpPr>
              <p:grpSpPr>
                <a:xfrm>
                  <a:off x="9097899" y="793051"/>
                  <a:ext cx="780287" cy="41909"/>
                  <a:chOff x="9097899" y="793051"/>
                  <a:chExt cx="780287" cy="41909"/>
                </a:xfrm>
              </p:grpSpPr>
              <p:sp>
                <p:nvSpPr>
                  <p:cNvPr id="8475" name="Google Shape;8475;p288"/>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6" name="Google Shape;8476;p288"/>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7" name="Google Shape;8477;p288"/>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478" name="Google Shape;8478;p288"/>
                <p:cNvGrpSpPr/>
                <p:nvPr/>
              </p:nvGrpSpPr>
              <p:grpSpPr>
                <a:xfrm>
                  <a:off x="9097899" y="1247298"/>
                  <a:ext cx="780287" cy="41910"/>
                  <a:chOff x="9097899" y="1247298"/>
                  <a:chExt cx="780287" cy="41910"/>
                </a:xfrm>
              </p:grpSpPr>
              <p:sp>
                <p:nvSpPr>
                  <p:cNvPr id="8479" name="Google Shape;8479;p288"/>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0" name="Google Shape;8480;p288"/>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481" name="Google Shape;8481;p288"/>
                <p:cNvGrpSpPr/>
                <p:nvPr/>
              </p:nvGrpSpPr>
              <p:grpSpPr>
                <a:xfrm>
                  <a:off x="9097899" y="1701641"/>
                  <a:ext cx="780287" cy="41910"/>
                  <a:chOff x="9097899" y="1701641"/>
                  <a:chExt cx="780287" cy="41910"/>
                </a:xfrm>
              </p:grpSpPr>
              <p:sp>
                <p:nvSpPr>
                  <p:cNvPr id="8482" name="Google Shape;8482;p288"/>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3" name="Google Shape;8483;p288"/>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4" name="Google Shape;8484;p288"/>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8485" name="Google Shape;8485;p288"/>
            <p:cNvGrpSpPr/>
            <p:nvPr/>
          </p:nvGrpSpPr>
          <p:grpSpPr>
            <a:xfrm>
              <a:off x="7074117" y="956519"/>
              <a:ext cx="215826" cy="125825"/>
              <a:chOff x="9521952" y="1508283"/>
              <a:chExt cx="256508" cy="149542"/>
            </a:xfrm>
          </p:grpSpPr>
          <p:sp>
            <p:nvSpPr>
              <p:cNvPr id="8486" name="Google Shape;8486;p288"/>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487" name="Google Shape;8487;p288"/>
              <p:cNvGrpSpPr/>
              <p:nvPr/>
            </p:nvGrpSpPr>
            <p:grpSpPr>
              <a:xfrm>
                <a:off x="9556578" y="1534618"/>
                <a:ext cx="183763" cy="98921"/>
                <a:chOff x="9556578" y="1534618"/>
                <a:chExt cx="183763" cy="98921"/>
              </a:xfrm>
            </p:grpSpPr>
            <p:grpSp>
              <p:nvGrpSpPr>
                <p:cNvPr id="8488" name="Google Shape;8488;p288"/>
                <p:cNvGrpSpPr/>
                <p:nvPr/>
              </p:nvGrpSpPr>
              <p:grpSpPr>
                <a:xfrm>
                  <a:off x="9645396" y="1536115"/>
                  <a:ext cx="94945" cy="94946"/>
                  <a:chOff x="9645396" y="1536115"/>
                  <a:chExt cx="94945" cy="94946"/>
                </a:xfrm>
              </p:grpSpPr>
              <p:sp>
                <p:nvSpPr>
                  <p:cNvPr id="8489" name="Google Shape;8489;p288"/>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0" name="Google Shape;8490;p288"/>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491" name="Google Shape;8491;p288"/>
                <p:cNvGrpSpPr/>
                <p:nvPr/>
              </p:nvGrpSpPr>
              <p:grpSpPr>
                <a:xfrm>
                  <a:off x="9556578" y="1534618"/>
                  <a:ext cx="98773" cy="98921"/>
                  <a:chOff x="9556578" y="1534618"/>
                  <a:chExt cx="98773" cy="98921"/>
                </a:xfrm>
              </p:grpSpPr>
              <p:sp>
                <p:nvSpPr>
                  <p:cNvPr id="8492" name="Google Shape;8492;p288"/>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3" name="Google Shape;8493;p288"/>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8494" name="Shape 8494"/>
        <p:cNvGrpSpPr/>
        <p:nvPr/>
      </p:nvGrpSpPr>
      <p:grpSpPr>
        <a:xfrm>
          <a:off x="0" y="0"/>
          <a:ext cx="0" cy="0"/>
          <a:chOff x="0" y="0"/>
          <a:chExt cx="0" cy="0"/>
        </a:xfrm>
      </p:grpSpPr>
    </p:spTree>
  </p:cSld>
  <p:clrMapOvr>
    <a:masterClrMapping/>
  </p:clrMapOvr>
</p:sldLayout>
</file>

<file path=ppt/slideLayouts/slideLayout2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8495" name="Shape 8495"/>
        <p:cNvGrpSpPr/>
        <p:nvPr/>
      </p:nvGrpSpPr>
      <p:grpSpPr>
        <a:xfrm>
          <a:off x="0" y="0"/>
          <a:ext cx="0" cy="0"/>
          <a:chOff x="0" y="0"/>
          <a:chExt cx="0" cy="0"/>
        </a:xfrm>
      </p:grpSpPr>
      <p:sp>
        <p:nvSpPr>
          <p:cNvPr id="8496" name="Google Shape;8496;p29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497" name="Google Shape;8497;p290"/>
          <p:cNvSpPr txBox="1"/>
          <p:nvPr>
            <p:ph hasCustomPrompt="1" idx="2" type="title"/>
          </p:nvPr>
        </p:nvSpPr>
        <p:spPr>
          <a:xfrm>
            <a:off x="110097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8498" name="Google Shape;8498;p290"/>
          <p:cNvSpPr txBox="1"/>
          <p:nvPr>
            <p:ph hasCustomPrompt="1" idx="3" type="title"/>
          </p:nvPr>
        </p:nvSpPr>
        <p:spPr>
          <a:xfrm>
            <a:off x="110097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8499" name="Google Shape;8499;p290"/>
          <p:cNvSpPr txBox="1"/>
          <p:nvPr>
            <p:ph hasCustomPrompt="1" idx="4" type="title"/>
          </p:nvPr>
        </p:nvSpPr>
        <p:spPr>
          <a:xfrm>
            <a:off x="3419250"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8500" name="Google Shape;8500;p290"/>
          <p:cNvSpPr txBox="1"/>
          <p:nvPr>
            <p:ph hasCustomPrompt="1" idx="5" type="title"/>
          </p:nvPr>
        </p:nvSpPr>
        <p:spPr>
          <a:xfrm>
            <a:off x="3419250"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8501" name="Google Shape;8501;p290"/>
          <p:cNvSpPr txBox="1"/>
          <p:nvPr>
            <p:ph hasCustomPrompt="1" idx="6" type="title"/>
          </p:nvPr>
        </p:nvSpPr>
        <p:spPr>
          <a:xfrm>
            <a:off x="573752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8502" name="Google Shape;8502;p290"/>
          <p:cNvSpPr txBox="1"/>
          <p:nvPr>
            <p:ph hasCustomPrompt="1" idx="7" type="title"/>
          </p:nvPr>
        </p:nvSpPr>
        <p:spPr>
          <a:xfrm>
            <a:off x="573752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8503" name="Google Shape;8503;p290"/>
          <p:cNvSpPr txBox="1"/>
          <p:nvPr>
            <p:ph idx="1" type="subTitle"/>
          </p:nvPr>
        </p:nvSpPr>
        <p:spPr>
          <a:xfrm>
            <a:off x="110097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504" name="Google Shape;8504;p290"/>
          <p:cNvSpPr txBox="1"/>
          <p:nvPr>
            <p:ph idx="8" type="subTitle"/>
          </p:nvPr>
        </p:nvSpPr>
        <p:spPr>
          <a:xfrm>
            <a:off x="3419250"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505" name="Google Shape;8505;p290"/>
          <p:cNvSpPr txBox="1"/>
          <p:nvPr>
            <p:ph idx="9" type="subTitle"/>
          </p:nvPr>
        </p:nvSpPr>
        <p:spPr>
          <a:xfrm>
            <a:off x="573752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506" name="Google Shape;8506;p290"/>
          <p:cNvSpPr txBox="1"/>
          <p:nvPr>
            <p:ph idx="13" type="subTitle"/>
          </p:nvPr>
        </p:nvSpPr>
        <p:spPr>
          <a:xfrm>
            <a:off x="110097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507" name="Google Shape;8507;p290"/>
          <p:cNvSpPr txBox="1"/>
          <p:nvPr>
            <p:ph idx="14" type="subTitle"/>
          </p:nvPr>
        </p:nvSpPr>
        <p:spPr>
          <a:xfrm>
            <a:off x="3419250"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508" name="Google Shape;8508;p290"/>
          <p:cNvSpPr txBox="1"/>
          <p:nvPr>
            <p:ph idx="15" type="subTitle"/>
          </p:nvPr>
        </p:nvSpPr>
        <p:spPr>
          <a:xfrm>
            <a:off x="573752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509" name="Google Shape;8509;p290"/>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290"/>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1" name="Google Shape;8511;p290"/>
          <p:cNvGrpSpPr/>
          <p:nvPr/>
        </p:nvGrpSpPr>
        <p:grpSpPr>
          <a:xfrm>
            <a:off x="8114970" y="266839"/>
            <a:ext cx="829992" cy="750888"/>
            <a:chOff x="8114596" y="445039"/>
            <a:chExt cx="633002" cy="572716"/>
          </a:xfrm>
        </p:grpSpPr>
        <p:grpSp>
          <p:nvGrpSpPr>
            <p:cNvPr id="8512" name="Google Shape;8512;p290"/>
            <p:cNvGrpSpPr/>
            <p:nvPr/>
          </p:nvGrpSpPr>
          <p:grpSpPr>
            <a:xfrm>
              <a:off x="8114596" y="445039"/>
              <a:ext cx="633002" cy="572716"/>
              <a:chOff x="7189660" y="520827"/>
              <a:chExt cx="598074" cy="541115"/>
            </a:xfrm>
          </p:grpSpPr>
          <p:sp>
            <p:nvSpPr>
              <p:cNvPr id="8513" name="Google Shape;8513;p290"/>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514" name="Google Shape;8514;p290"/>
              <p:cNvGrpSpPr/>
              <p:nvPr/>
            </p:nvGrpSpPr>
            <p:grpSpPr>
              <a:xfrm>
                <a:off x="7579137" y="551973"/>
                <a:ext cx="164782" cy="41529"/>
                <a:chOff x="7579137" y="551973"/>
                <a:chExt cx="164782" cy="41529"/>
              </a:xfrm>
            </p:grpSpPr>
            <p:sp>
              <p:nvSpPr>
                <p:cNvPr id="8515" name="Google Shape;8515;p290"/>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6" name="Google Shape;8516;p290"/>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7" name="Google Shape;8517;p290"/>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518" name="Google Shape;8518;p290"/>
            <p:cNvGrpSpPr/>
            <p:nvPr/>
          </p:nvGrpSpPr>
          <p:grpSpPr>
            <a:xfrm>
              <a:off x="8184962" y="619646"/>
              <a:ext cx="498115" cy="257273"/>
              <a:chOff x="7256144" y="685800"/>
              <a:chExt cx="470630" cy="243077"/>
            </a:xfrm>
          </p:grpSpPr>
          <p:sp>
            <p:nvSpPr>
              <p:cNvPr id="8519" name="Google Shape;8519;p290"/>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520" name="Google Shape;8520;p290"/>
              <p:cNvGrpSpPr/>
              <p:nvPr/>
            </p:nvGrpSpPr>
            <p:grpSpPr>
              <a:xfrm>
                <a:off x="7512843" y="685800"/>
                <a:ext cx="213931" cy="243077"/>
                <a:chOff x="7512843" y="685800"/>
                <a:chExt cx="213931" cy="243077"/>
              </a:xfrm>
            </p:grpSpPr>
            <p:grpSp>
              <p:nvGrpSpPr>
                <p:cNvPr id="8521" name="Google Shape;8521;p290"/>
                <p:cNvGrpSpPr/>
                <p:nvPr/>
              </p:nvGrpSpPr>
              <p:grpSpPr>
                <a:xfrm>
                  <a:off x="7512843" y="836580"/>
                  <a:ext cx="213931" cy="92297"/>
                  <a:chOff x="7512843" y="836580"/>
                  <a:chExt cx="213931" cy="92297"/>
                </a:xfrm>
              </p:grpSpPr>
              <p:sp>
                <p:nvSpPr>
                  <p:cNvPr id="8522" name="Google Shape;8522;p290"/>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3" name="Google Shape;8523;p290"/>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524" name="Google Shape;8524;p290"/>
                <p:cNvGrpSpPr/>
                <p:nvPr/>
              </p:nvGrpSpPr>
              <p:grpSpPr>
                <a:xfrm>
                  <a:off x="7512843" y="761238"/>
                  <a:ext cx="213931" cy="92296"/>
                  <a:chOff x="7512843" y="761238"/>
                  <a:chExt cx="213931" cy="92296"/>
                </a:xfrm>
              </p:grpSpPr>
              <p:sp>
                <p:nvSpPr>
                  <p:cNvPr id="8525" name="Google Shape;8525;p290"/>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6" name="Google Shape;8526;p290"/>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527" name="Google Shape;8527;p290"/>
                <p:cNvGrpSpPr/>
                <p:nvPr/>
              </p:nvGrpSpPr>
              <p:grpSpPr>
                <a:xfrm>
                  <a:off x="7512843" y="685800"/>
                  <a:ext cx="213931" cy="92297"/>
                  <a:chOff x="7512843" y="685800"/>
                  <a:chExt cx="213931" cy="92297"/>
                </a:xfrm>
              </p:grpSpPr>
              <p:sp>
                <p:nvSpPr>
                  <p:cNvPr id="8528" name="Google Shape;8528;p290"/>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9" name="Google Shape;8529;p290"/>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
        <p:nvSpPr>
          <p:cNvPr id="8530" name="Google Shape;8530;p290"/>
          <p:cNvSpPr/>
          <p:nvPr/>
        </p:nvSpPr>
        <p:spPr>
          <a:xfrm>
            <a:off x="62832" y="4828541"/>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531" name="Google Shape;8531;p290"/>
          <p:cNvGrpSpPr/>
          <p:nvPr/>
        </p:nvGrpSpPr>
        <p:grpSpPr>
          <a:xfrm>
            <a:off x="103395" y="3891186"/>
            <a:ext cx="668783" cy="959747"/>
            <a:chOff x="10519314" y="4728596"/>
            <a:chExt cx="751780" cy="1078731"/>
          </a:xfrm>
        </p:grpSpPr>
        <p:grpSp>
          <p:nvGrpSpPr>
            <p:cNvPr id="8532" name="Google Shape;8532;p290"/>
            <p:cNvGrpSpPr/>
            <p:nvPr/>
          </p:nvGrpSpPr>
          <p:grpSpPr>
            <a:xfrm>
              <a:off x="10519314" y="4728596"/>
              <a:ext cx="626662" cy="1078731"/>
              <a:chOff x="10519314" y="4728596"/>
              <a:chExt cx="626662" cy="1078731"/>
            </a:xfrm>
          </p:grpSpPr>
          <p:grpSp>
            <p:nvGrpSpPr>
              <p:cNvPr id="8533" name="Google Shape;8533;p290"/>
              <p:cNvGrpSpPr/>
              <p:nvPr/>
            </p:nvGrpSpPr>
            <p:grpSpPr>
              <a:xfrm>
                <a:off x="10903220" y="4888205"/>
                <a:ext cx="242756" cy="919122"/>
                <a:chOff x="10903220" y="4888205"/>
                <a:chExt cx="242756" cy="919122"/>
              </a:xfrm>
            </p:grpSpPr>
            <p:sp>
              <p:nvSpPr>
                <p:cNvPr id="8534" name="Google Shape;8534;p290"/>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5" name="Google Shape;8535;p290"/>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6" name="Google Shape;8536;p290"/>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537" name="Google Shape;8537;p290"/>
                <p:cNvGrpSpPr/>
                <p:nvPr/>
              </p:nvGrpSpPr>
              <p:grpSpPr>
                <a:xfrm>
                  <a:off x="11014221" y="5588618"/>
                  <a:ext cx="100021" cy="114784"/>
                  <a:chOff x="11014221" y="5588618"/>
                  <a:chExt cx="100021" cy="114784"/>
                </a:xfrm>
              </p:grpSpPr>
              <p:sp>
                <p:nvSpPr>
                  <p:cNvPr id="8538" name="Google Shape;8538;p290"/>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9" name="Google Shape;8539;p290"/>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0" name="Google Shape;8540;p290"/>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1" name="Google Shape;8541;p290"/>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542" name="Google Shape;8542;p290"/>
              <p:cNvGrpSpPr/>
              <p:nvPr/>
            </p:nvGrpSpPr>
            <p:grpSpPr>
              <a:xfrm>
                <a:off x="10718623" y="4728596"/>
                <a:ext cx="229169" cy="1075979"/>
                <a:chOff x="10718623" y="4728596"/>
                <a:chExt cx="229169" cy="1075979"/>
              </a:xfrm>
            </p:grpSpPr>
            <p:sp>
              <p:nvSpPr>
                <p:cNvPr id="8543" name="Google Shape;8543;p290"/>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4" name="Google Shape;8544;p290"/>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545" name="Google Shape;8545;p290"/>
                <p:cNvGrpSpPr/>
                <p:nvPr/>
              </p:nvGrpSpPr>
              <p:grpSpPr>
                <a:xfrm>
                  <a:off x="10765015" y="5040134"/>
                  <a:ext cx="116314" cy="49775"/>
                  <a:chOff x="10765015" y="5040134"/>
                  <a:chExt cx="116314" cy="49775"/>
                </a:xfrm>
              </p:grpSpPr>
              <p:sp>
                <p:nvSpPr>
                  <p:cNvPr id="8546" name="Google Shape;8546;p290"/>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7" name="Google Shape;8547;p290"/>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548" name="Google Shape;8548;p290"/>
                <p:cNvGrpSpPr/>
                <p:nvPr/>
              </p:nvGrpSpPr>
              <p:grpSpPr>
                <a:xfrm>
                  <a:off x="10784825" y="5436314"/>
                  <a:ext cx="116414" cy="49961"/>
                  <a:chOff x="10784825" y="5436314"/>
                  <a:chExt cx="116414" cy="49961"/>
                </a:xfrm>
              </p:grpSpPr>
              <p:sp>
                <p:nvSpPr>
                  <p:cNvPr id="8549" name="Google Shape;8549;p290"/>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0" name="Google Shape;8550;p290"/>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551" name="Google Shape;8551;p290"/>
              <p:cNvGrpSpPr/>
              <p:nvPr/>
            </p:nvGrpSpPr>
            <p:grpSpPr>
              <a:xfrm>
                <a:off x="10519314" y="4813458"/>
                <a:ext cx="202120" cy="992123"/>
                <a:chOff x="10519314" y="4813458"/>
                <a:chExt cx="202120" cy="992123"/>
              </a:xfrm>
            </p:grpSpPr>
            <p:sp>
              <p:nvSpPr>
                <p:cNvPr id="8552" name="Google Shape;8552;p290"/>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3" name="Google Shape;8553;p290"/>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554" name="Google Shape;8554;p290"/>
                <p:cNvGrpSpPr/>
                <p:nvPr/>
              </p:nvGrpSpPr>
              <p:grpSpPr>
                <a:xfrm>
                  <a:off x="10556176" y="5465730"/>
                  <a:ext cx="128397" cy="44196"/>
                  <a:chOff x="10556176" y="5465730"/>
                  <a:chExt cx="128397" cy="44196"/>
                </a:xfrm>
              </p:grpSpPr>
              <p:sp>
                <p:nvSpPr>
                  <p:cNvPr id="8555" name="Google Shape;8555;p290"/>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6" name="Google Shape;8556;p290"/>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557" name="Google Shape;8557;p290"/>
                <p:cNvGrpSpPr/>
                <p:nvPr/>
              </p:nvGrpSpPr>
              <p:grpSpPr>
                <a:xfrm>
                  <a:off x="10556176" y="5689187"/>
                  <a:ext cx="128397" cy="44196"/>
                  <a:chOff x="10556176" y="5689187"/>
                  <a:chExt cx="128397" cy="44196"/>
                </a:xfrm>
              </p:grpSpPr>
              <p:sp>
                <p:nvSpPr>
                  <p:cNvPr id="8558" name="Google Shape;8558;p290"/>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9" name="Google Shape;8559;p290"/>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8560" name="Google Shape;8560;p290"/>
            <p:cNvGrpSpPr/>
            <p:nvPr/>
          </p:nvGrpSpPr>
          <p:grpSpPr>
            <a:xfrm>
              <a:off x="11058042" y="5088325"/>
              <a:ext cx="213052" cy="717953"/>
              <a:chOff x="11058042" y="5088325"/>
              <a:chExt cx="213052" cy="717953"/>
            </a:xfrm>
          </p:grpSpPr>
          <p:sp>
            <p:nvSpPr>
              <p:cNvPr id="8561" name="Google Shape;8561;p290"/>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2" name="Google Shape;8562;p290"/>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563" name="Google Shape;8563;p290"/>
          <p:cNvGrpSpPr/>
          <p:nvPr/>
        </p:nvGrpSpPr>
        <p:grpSpPr>
          <a:xfrm>
            <a:off x="150676" y="2823493"/>
            <a:ext cx="516117" cy="779220"/>
            <a:chOff x="10572463" y="3528536"/>
            <a:chExt cx="580168" cy="875823"/>
          </a:xfrm>
        </p:grpSpPr>
        <p:grpSp>
          <p:nvGrpSpPr>
            <p:cNvPr id="8564" name="Google Shape;8564;p290"/>
            <p:cNvGrpSpPr/>
            <p:nvPr/>
          </p:nvGrpSpPr>
          <p:grpSpPr>
            <a:xfrm>
              <a:off x="10713815" y="3528536"/>
              <a:ext cx="438816" cy="746664"/>
              <a:chOff x="10713815" y="3528536"/>
              <a:chExt cx="438816" cy="746664"/>
            </a:xfrm>
          </p:grpSpPr>
          <p:sp>
            <p:nvSpPr>
              <p:cNvPr id="8565" name="Google Shape;8565;p290"/>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566" name="Google Shape;8566;p290"/>
              <p:cNvGrpSpPr/>
              <p:nvPr/>
            </p:nvGrpSpPr>
            <p:grpSpPr>
              <a:xfrm>
                <a:off x="10776489" y="3625310"/>
                <a:ext cx="313848" cy="288226"/>
                <a:chOff x="10776489" y="3625310"/>
                <a:chExt cx="313848" cy="288226"/>
              </a:xfrm>
            </p:grpSpPr>
            <p:sp>
              <p:nvSpPr>
                <p:cNvPr id="8567" name="Google Shape;8567;p290"/>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8" name="Google Shape;8568;p290"/>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9" name="Google Shape;8569;p290"/>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0" name="Google Shape;8570;p290"/>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1" name="Google Shape;8571;p290"/>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2" name="Google Shape;8572;p290"/>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573" name="Google Shape;8573;p290"/>
              <p:cNvGrpSpPr/>
              <p:nvPr/>
            </p:nvGrpSpPr>
            <p:grpSpPr>
              <a:xfrm>
                <a:off x="10776489" y="3999547"/>
                <a:ext cx="313848" cy="181546"/>
                <a:chOff x="10776489" y="3999547"/>
                <a:chExt cx="313848" cy="181546"/>
              </a:xfrm>
            </p:grpSpPr>
            <p:sp>
              <p:nvSpPr>
                <p:cNvPr id="8574" name="Google Shape;8574;p290"/>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5" name="Google Shape;8575;p290"/>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6" name="Google Shape;8576;p290"/>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7" name="Google Shape;8577;p290"/>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578" name="Google Shape;8578;p290"/>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579" name="Google Shape;8579;p290"/>
            <p:cNvGrpSpPr/>
            <p:nvPr/>
          </p:nvGrpSpPr>
          <p:grpSpPr>
            <a:xfrm>
              <a:off x="10572463" y="3657790"/>
              <a:ext cx="438817" cy="746569"/>
              <a:chOff x="10572463" y="3657790"/>
              <a:chExt cx="438817" cy="746569"/>
            </a:xfrm>
          </p:grpSpPr>
          <p:sp>
            <p:nvSpPr>
              <p:cNvPr id="8580" name="Google Shape;8580;p290"/>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581" name="Google Shape;8581;p290"/>
              <p:cNvGrpSpPr/>
              <p:nvPr/>
            </p:nvGrpSpPr>
            <p:grpSpPr>
              <a:xfrm>
                <a:off x="10635138" y="3754469"/>
                <a:ext cx="313848" cy="288321"/>
                <a:chOff x="10635138" y="3754469"/>
                <a:chExt cx="313848" cy="288321"/>
              </a:xfrm>
            </p:grpSpPr>
            <p:sp>
              <p:nvSpPr>
                <p:cNvPr id="8582" name="Google Shape;8582;p290"/>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3" name="Google Shape;8583;p290"/>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4" name="Google Shape;8584;p290"/>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5" name="Google Shape;8585;p290"/>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6" name="Google Shape;8586;p290"/>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7" name="Google Shape;8587;p290"/>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588" name="Google Shape;8588;p290"/>
              <p:cNvGrpSpPr/>
              <p:nvPr/>
            </p:nvGrpSpPr>
            <p:grpSpPr>
              <a:xfrm>
                <a:off x="10635138" y="4128801"/>
                <a:ext cx="313848" cy="181547"/>
                <a:chOff x="10635138" y="4128801"/>
                <a:chExt cx="313848" cy="181547"/>
              </a:xfrm>
            </p:grpSpPr>
            <p:sp>
              <p:nvSpPr>
                <p:cNvPr id="8589" name="Google Shape;8589;p290"/>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0" name="Google Shape;8590;p290"/>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1" name="Google Shape;8591;p290"/>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2" name="Google Shape;8592;p290"/>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593" name="Google Shape;8593;p290"/>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594" name="Google Shape;8594;p290"/>
          <p:cNvGrpSpPr/>
          <p:nvPr/>
        </p:nvGrpSpPr>
        <p:grpSpPr>
          <a:xfrm>
            <a:off x="361835" y="3601018"/>
            <a:ext cx="22030" cy="294484"/>
            <a:chOff x="10809827" y="4402455"/>
            <a:chExt cx="24764" cy="330993"/>
          </a:xfrm>
        </p:grpSpPr>
        <p:sp>
          <p:nvSpPr>
            <p:cNvPr id="8595" name="Google Shape;8595;p290"/>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6" name="Google Shape;8596;p290"/>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7" name="Google Shape;8597;p290"/>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8598" name="Shape 8598"/>
        <p:cNvGrpSpPr/>
        <p:nvPr/>
      </p:nvGrpSpPr>
      <p:grpSpPr>
        <a:xfrm>
          <a:off x="0" y="0"/>
          <a:ext cx="0" cy="0"/>
          <a:chOff x="0" y="0"/>
          <a:chExt cx="0" cy="0"/>
        </a:xfrm>
      </p:grpSpPr>
      <p:sp>
        <p:nvSpPr>
          <p:cNvPr id="8599" name="Google Shape;8599;p291"/>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600" name="Google Shape;8600;p291"/>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8601" name="Google Shape;8601;p291"/>
          <p:cNvSpPr/>
          <p:nvPr>
            <p:ph idx="2" type="pic"/>
          </p:nvPr>
        </p:nvSpPr>
        <p:spPr>
          <a:xfrm>
            <a:off x="5668975" y="1076550"/>
            <a:ext cx="2990400" cy="2990400"/>
          </a:xfrm>
          <a:prstGeom prst="roundRect">
            <a:avLst>
              <a:gd fmla="val 16667" name="adj"/>
            </a:avLst>
          </a:prstGeom>
          <a:noFill/>
          <a:ln>
            <a:noFill/>
          </a:ln>
        </p:spPr>
      </p:sp>
      <p:sp>
        <p:nvSpPr>
          <p:cNvPr id="8602" name="Google Shape;8602;p291"/>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291"/>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4" name="Google Shape;8604;p291"/>
          <p:cNvGrpSpPr/>
          <p:nvPr/>
        </p:nvGrpSpPr>
        <p:grpSpPr>
          <a:xfrm>
            <a:off x="65066" y="4373044"/>
            <a:ext cx="878158" cy="654532"/>
            <a:chOff x="1114425" y="4361211"/>
            <a:chExt cx="573023" cy="427101"/>
          </a:xfrm>
        </p:grpSpPr>
        <p:grpSp>
          <p:nvGrpSpPr>
            <p:cNvPr id="8605" name="Google Shape;8605;p291"/>
            <p:cNvGrpSpPr/>
            <p:nvPr/>
          </p:nvGrpSpPr>
          <p:grpSpPr>
            <a:xfrm>
              <a:off x="1114425" y="4361211"/>
              <a:ext cx="573023" cy="427101"/>
              <a:chOff x="1114425" y="4361211"/>
              <a:chExt cx="573023" cy="427101"/>
            </a:xfrm>
          </p:grpSpPr>
          <p:sp>
            <p:nvSpPr>
              <p:cNvPr id="8606" name="Google Shape;8606;p291"/>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7" name="Google Shape;8607;p291"/>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8" name="Google Shape;8608;p291"/>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609" name="Google Shape;8609;p291"/>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_1">
    <p:spTree>
      <p:nvGrpSpPr>
        <p:cNvPr id="8610" name="Shape 8610"/>
        <p:cNvGrpSpPr/>
        <p:nvPr/>
      </p:nvGrpSpPr>
      <p:grpSpPr>
        <a:xfrm>
          <a:off x="0" y="0"/>
          <a:ext cx="0" cy="0"/>
          <a:chOff x="0" y="0"/>
          <a:chExt cx="0" cy="0"/>
        </a:xfrm>
      </p:grpSpPr>
      <p:sp>
        <p:nvSpPr>
          <p:cNvPr id="8611" name="Google Shape;8611;p292"/>
          <p:cNvSpPr txBox="1"/>
          <p:nvPr>
            <p:ph type="title"/>
          </p:nvPr>
        </p:nvSpPr>
        <p:spPr>
          <a:xfrm>
            <a:off x="2013850" y="841075"/>
            <a:ext cx="5116200" cy="13905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sz="4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612" name="Google Shape;8612;p292"/>
          <p:cNvSpPr txBox="1"/>
          <p:nvPr>
            <p:ph idx="1" type="subTitle"/>
          </p:nvPr>
        </p:nvSpPr>
        <p:spPr>
          <a:xfrm>
            <a:off x="2013850" y="2231525"/>
            <a:ext cx="51162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8613" name="Google Shape;8613;p292"/>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4" name="Google Shape;8614;p292"/>
          <p:cNvGrpSpPr/>
          <p:nvPr/>
        </p:nvGrpSpPr>
        <p:grpSpPr>
          <a:xfrm flipH="1">
            <a:off x="683048" y="4696520"/>
            <a:ext cx="325927" cy="404808"/>
            <a:chOff x="7385113" y="1535430"/>
            <a:chExt cx="435673" cy="541115"/>
          </a:xfrm>
        </p:grpSpPr>
        <p:sp>
          <p:nvSpPr>
            <p:cNvPr id="8615" name="Google Shape;8615;p292"/>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616" name="Google Shape;8616;p292"/>
            <p:cNvGrpSpPr/>
            <p:nvPr/>
          </p:nvGrpSpPr>
          <p:grpSpPr>
            <a:xfrm>
              <a:off x="7612094" y="1566576"/>
              <a:ext cx="164781" cy="41529"/>
              <a:chOff x="7612094" y="1566576"/>
              <a:chExt cx="164781" cy="41529"/>
            </a:xfrm>
          </p:grpSpPr>
          <p:sp>
            <p:nvSpPr>
              <p:cNvPr id="8617" name="Google Shape;8617;p292"/>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8" name="Google Shape;8618;p292"/>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9" name="Google Shape;8619;p292"/>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620" name="Google Shape;8620;p292"/>
          <p:cNvGrpSpPr/>
          <p:nvPr/>
        </p:nvGrpSpPr>
        <p:grpSpPr>
          <a:xfrm flipH="1">
            <a:off x="713902" y="4774546"/>
            <a:ext cx="268636" cy="280965"/>
            <a:chOff x="7420451" y="1639728"/>
            <a:chExt cx="359091" cy="375571"/>
          </a:xfrm>
        </p:grpSpPr>
        <p:sp>
          <p:nvSpPr>
            <p:cNvPr id="8621" name="Google Shape;8621;p292"/>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2" name="Google Shape;8622;p292"/>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623" name="Google Shape;8623;p292"/>
          <p:cNvGrpSpPr/>
          <p:nvPr/>
        </p:nvGrpSpPr>
        <p:grpSpPr>
          <a:xfrm flipH="1">
            <a:off x="96200" y="4469347"/>
            <a:ext cx="355444" cy="644072"/>
            <a:chOff x="1945386" y="5582316"/>
            <a:chExt cx="470725" cy="852963"/>
          </a:xfrm>
        </p:grpSpPr>
        <p:grpSp>
          <p:nvGrpSpPr>
            <p:cNvPr id="8624" name="Google Shape;8624;p292"/>
            <p:cNvGrpSpPr/>
            <p:nvPr/>
          </p:nvGrpSpPr>
          <p:grpSpPr>
            <a:xfrm>
              <a:off x="1945386" y="5582316"/>
              <a:ext cx="470725" cy="852963"/>
              <a:chOff x="1945386" y="5582316"/>
              <a:chExt cx="470725" cy="852963"/>
            </a:xfrm>
          </p:grpSpPr>
          <p:sp>
            <p:nvSpPr>
              <p:cNvPr id="8625" name="Google Shape;8625;p292"/>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6" name="Google Shape;8626;p292"/>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627" name="Google Shape;8627;p292"/>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628" name="Google Shape;8628;p292"/>
          <p:cNvGrpSpPr/>
          <p:nvPr/>
        </p:nvGrpSpPr>
        <p:grpSpPr>
          <a:xfrm>
            <a:off x="7975988" y="116167"/>
            <a:ext cx="1061979" cy="558999"/>
            <a:chOff x="3859815" y="2867310"/>
            <a:chExt cx="1262157" cy="664368"/>
          </a:xfrm>
        </p:grpSpPr>
        <p:sp>
          <p:nvSpPr>
            <p:cNvPr id="8629" name="Google Shape;8629;p292"/>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630" name="Google Shape;8630;p292"/>
            <p:cNvGrpSpPr/>
            <p:nvPr/>
          </p:nvGrpSpPr>
          <p:grpSpPr>
            <a:xfrm>
              <a:off x="4275677" y="3065525"/>
              <a:ext cx="334517" cy="380047"/>
              <a:chOff x="4275677" y="3065525"/>
              <a:chExt cx="334517" cy="380047"/>
            </a:xfrm>
          </p:grpSpPr>
          <p:grpSp>
            <p:nvGrpSpPr>
              <p:cNvPr id="8631" name="Google Shape;8631;p292"/>
              <p:cNvGrpSpPr/>
              <p:nvPr/>
            </p:nvGrpSpPr>
            <p:grpSpPr>
              <a:xfrm>
                <a:off x="4275677" y="3065525"/>
                <a:ext cx="334517" cy="380047"/>
                <a:chOff x="4275677" y="3065525"/>
                <a:chExt cx="334517" cy="380047"/>
              </a:xfrm>
            </p:grpSpPr>
            <p:grpSp>
              <p:nvGrpSpPr>
                <p:cNvPr id="8632" name="Google Shape;8632;p292"/>
                <p:cNvGrpSpPr/>
                <p:nvPr/>
              </p:nvGrpSpPr>
              <p:grpSpPr>
                <a:xfrm>
                  <a:off x="4275677" y="3301269"/>
                  <a:ext cx="334422" cy="144303"/>
                  <a:chOff x="4275677" y="3301269"/>
                  <a:chExt cx="334422" cy="144303"/>
                </a:xfrm>
              </p:grpSpPr>
              <p:sp>
                <p:nvSpPr>
                  <p:cNvPr id="8633" name="Google Shape;8633;p292"/>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4" name="Google Shape;8634;p292"/>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635" name="Google Shape;8635;p292"/>
                <p:cNvGrpSpPr/>
                <p:nvPr/>
              </p:nvGrpSpPr>
              <p:grpSpPr>
                <a:xfrm>
                  <a:off x="4275677" y="3183350"/>
                  <a:ext cx="334422" cy="144302"/>
                  <a:chOff x="4275677" y="3183350"/>
                  <a:chExt cx="334422" cy="144302"/>
                </a:xfrm>
              </p:grpSpPr>
              <p:sp>
                <p:nvSpPr>
                  <p:cNvPr id="8636" name="Google Shape;8636;p292"/>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7" name="Google Shape;8637;p292"/>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638" name="Google Shape;8638;p292"/>
                <p:cNvGrpSpPr/>
                <p:nvPr/>
              </p:nvGrpSpPr>
              <p:grpSpPr>
                <a:xfrm>
                  <a:off x="4275677" y="3065525"/>
                  <a:ext cx="334517" cy="144303"/>
                  <a:chOff x="4275677" y="3065525"/>
                  <a:chExt cx="334517" cy="144303"/>
                </a:xfrm>
              </p:grpSpPr>
              <p:sp>
                <p:nvSpPr>
                  <p:cNvPr id="8639" name="Google Shape;8639;p292"/>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0" name="Google Shape;8640;p292"/>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8641" name="Google Shape;8641;p292"/>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2" name="Google Shape;8642;p292"/>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3" name="Google Shape;8643;p292"/>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644" name="Google Shape;8644;p292"/>
          <p:cNvGrpSpPr/>
          <p:nvPr/>
        </p:nvGrpSpPr>
        <p:grpSpPr>
          <a:xfrm flipH="1" rot="5400000">
            <a:off x="557972" y="4696603"/>
            <a:ext cx="16329" cy="218290"/>
            <a:chOff x="10809827" y="4402455"/>
            <a:chExt cx="24764" cy="330993"/>
          </a:xfrm>
        </p:grpSpPr>
        <p:sp>
          <p:nvSpPr>
            <p:cNvPr id="8645" name="Google Shape;8645;p292"/>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6" name="Google Shape;8646;p292"/>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7" name="Google Shape;8647;p292"/>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648" name="Google Shape;8648;p292"/>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292"/>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8650" name="Shape 8650"/>
        <p:cNvGrpSpPr/>
        <p:nvPr/>
      </p:nvGrpSpPr>
      <p:grpSpPr>
        <a:xfrm>
          <a:off x="0" y="0"/>
          <a:ext cx="0" cy="0"/>
          <a:chOff x="0" y="0"/>
          <a:chExt cx="0" cy="0"/>
        </a:xfrm>
      </p:grpSpPr>
      <p:sp>
        <p:nvSpPr>
          <p:cNvPr id="8651" name="Google Shape;8651;p29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652" name="Google Shape;8652;p293"/>
          <p:cNvSpPr txBox="1"/>
          <p:nvPr>
            <p:ph idx="1" type="subTitle"/>
          </p:nvPr>
        </p:nvSpPr>
        <p:spPr>
          <a:xfrm>
            <a:off x="93762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653" name="Google Shape;8653;p293"/>
          <p:cNvSpPr txBox="1"/>
          <p:nvPr>
            <p:ph idx="2" type="subTitle"/>
          </p:nvPr>
        </p:nvSpPr>
        <p:spPr>
          <a:xfrm>
            <a:off x="3484347"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654" name="Google Shape;8654;p293"/>
          <p:cNvSpPr txBox="1"/>
          <p:nvPr>
            <p:ph idx="3" type="subTitle"/>
          </p:nvPr>
        </p:nvSpPr>
        <p:spPr>
          <a:xfrm>
            <a:off x="603107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655" name="Google Shape;8655;p293"/>
          <p:cNvSpPr txBox="1"/>
          <p:nvPr>
            <p:ph idx="4" type="subTitle"/>
          </p:nvPr>
        </p:nvSpPr>
        <p:spPr>
          <a:xfrm>
            <a:off x="93762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656" name="Google Shape;8656;p293"/>
          <p:cNvSpPr txBox="1"/>
          <p:nvPr>
            <p:ph idx="5" type="subTitle"/>
          </p:nvPr>
        </p:nvSpPr>
        <p:spPr>
          <a:xfrm>
            <a:off x="3484350"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657" name="Google Shape;8657;p293"/>
          <p:cNvSpPr txBox="1"/>
          <p:nvPr>
            <p:ph idx="6" type="subTitle"/>
          </p:nvPr>
        </p:nvSpPr>
        <p:spPr>
          <a:xfrm>
            <a:off x="603107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658" name="Google Shape;8658;p293"/>
          <p:cNvSpPr/>
          <p:nvPr/>
        </p:nvSpPr>
        <p:spPr>
          <a:xfrm flipH="1" rot="8800738">
            <a:off x="7902412" y="4181666"/>
            <a:ext cx="1680262" cy="1358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293"/>
          <p:cNvSpPr/>
          <p:nvPr/>
        </p:nvSpPr>
        <p:spPr>
          <a:xfrm flipH="1" rot="-8942362">
            <a:off x="-983149" y="4040244"/>
            <a:ext cx="2474148" cy="2000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293"/>
          <p:cNvSpPr/>
          <p:nvPr/>
        </p:nvSpPr>
        <p:spPr>
          <a:xfrm flipH="1" rot="1554271">
            <a:off x="7563507" y="-664049"/>
            <a:ext cx="2112334" cy="200257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293"/>
          <p:cNvSpPr/>
          <p:nvPr/>
        </p:nvSpPr>
        <p:spPr>
          <a:xfrm>
            <a:off x="62825" y="1725386"/>
            <a:ext cx="606206" cy="37384"/>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662" name="Google Shape;8662;p293"/>
          <p:cNvGrpSpPr/>
          <p:nvPr/>
        </p:nvGrpSpPr>
        <p:grpSpPr>
          <a:xfrm>
            <a:off x="96399" y="951293"/>
            <a:ext cx="552408" cy="792759"/>
            <a:chOff x="10519314" y="4728596"/>
            <a:chExt cx="751780" cy="1078731"/>
          </a:xfrm>
        </p:grpSpPr>
        <p:grpSp>
          <p:nvGrpSpPr>
            <p:cNvPr id="8663" name="Google Shape;8663;p293"/>
            <p:cNvGrpSpPr/>
            <p:nvPr/>
          </p:nvGrpSpPr>
          <p:grpSpPr>
            <a:xfrm>
              <a:off x="10519314" y="4728596"/>
              <a:ext cx="626662" cy="1078731"/>
              <a:chOff x="10519314" y="4728596"/>
              <a:chExt cx="626662" cy="1078731"/>
            </a:xfrm>
          </p:grpSpPr>
          <p:grpSp>
            <p:nvGrpSpPr>
              <p:cNvPr id="8664" name="Google Shape;8664;p293"/>
              <p:cNvGrpSpPr/>
              <p:nvPr/>
            </p:nvGrpSpPr>
            <p:grpSpPr>
              <a:xfrm>
                <a:off x="10903220" y="4888205"/>
                <a:ext cx="242756" cy="919122"/>
                <a:chOff x="10903220" y="4888205"/>
                <a:chExt cx="242756" cy="919122"/>
              </a:xfrm>
            </p:grpSpPr>
            <p:sp>
              <p:nvSpPr>
                <p:cNvPr id="8665" name="Google Shape;8665;p293"/>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6" name="Google Shape;8666;p293"/>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7" name="Google Shape;8667;p293"/>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668" name="Google Shape;8668;p293"/>
                <p:cNvGrpSpPr/>
                <p:nvPr/>
              </p:nvGrpSpPr>
              <p:grpSpPr>
                <a:xfrm>
                  <a:off x="11014221" y="5588618"/>
                  <a:ext cx="100021" cy="114784"/>
                  <a:chOff x="11014221" y="5588618"/>
                  <a:chExt cx="100021" cy="114784"/>
                </a:xfrm>
              </p:grpSpPr>
              <p:sp>
                <p:nvSpPr>
                  <p:cNvPr id="8669" name="Google Shape;8669;p293"/>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0" name="Google Shape;8670;p293"/>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1" name="Google Shape;8671;p293"/>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2" name="Google Shape;8672;p293"/>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673" name="Google Shape;8673;p293"/>
              <p:cNvGrpSpPr/>
              <p:nvPr/>
            </p:nvGrpSpPr>
            <p:grpSpPr>
              <a:xfrm>
                <a:off x="10718623" y="4728596"/>
                <a:ext cx="229169" cy="1075979"/>
                <a:chOff x="10718623" y="4728596"/>
                <a:chExt cx="229169" cy="1075979"/>
              </a:xfrm>
            </p:grpSpPr>
            <p:sp>
              <p:nvSpPr>
                <p:cNvPr id="8674" name="Google Shape;8674;p293"/>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5" name="Google Shape;8675;p293"/>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676" name="Google Shape;8676;p293"/>
                <p:cNvGrpSpPr/>
                <p:nvPr/>
              </p:nvGrpSpPr>
              <p:grpSpPr>
                <a:xfrm>
                  <a:off x="10765015" y="5040134"/>
                  <a:ext cx="116314" cy="49775"/>
                  <a:chOff x="10765015" y="5040134"/>
                  <a:chExt cx="116314" cy="49775"/>
                </a:xfrm>
              </p:grpSpPr>
              <p:sp>
                <p:nvSpPr>
                  <p:cNvPr id="8677" name="Google Shape;8677;p293"/>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8" name="Google Shape;8678;p293"/>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679" name="Google Shape;8679;p293"/>
                <p:cNvGrpSpPr/>
                <p:nvPr/>
              </p:nvGrpSpPr>
              <p:grpSpPr>
                <a:xfrm>
                  <a:off x="10784825" y="5436314"/>
                  <a:ext cx="116414" cy="49961"/>
                  <a:chOff x="10784825" y="5436314"/>
                  <a:chExt cx="116414" cy="49961"/>
                </a:xfrm>
              </p:grpSpPr>
              <p:sp>
                <p:nvSpPr>
                  <p:cNvPr id="8680" name="Google Shape;8680;p293"/>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1" name="Google Shape;8681;p293"/>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682" name="Google Shape;8682;p293"/>
              <p:cNvGrpSpPr/>
              <p:nvPr/>
            </p:nvGrpSpPr>
            <p:grpSpPr>
              <a:xfrm>
                <a:off x="10519314" y="4813458"/>
                <a:ext cx="202120" cy="992123"/>
                <a:chOff x="10519314" y="4813458"/>
                <a:chExt cx="202120" cy="992123"/>
              </a:xfrm>
            </p:grpSpPr>
            <p:sp>
              <p:nvSpPr>
                <p:cNvPr id="8683" name="Google Shape;8683;p293"/>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4" name="Google Shape;8684;p293"/>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685" name="Google Shape;8685;p293"/>
                <p:cNvGrpSpPr/>
                <p:nvPr/>
              </p:nvGrpSpPr>
              <p:grpSpPr>
                <a:xfrm>
                  <a:off x="10556176" y="5465730"/>
                  <a:ext cx="128397" cy="44196"/>
                  <a:chOff x="10556176" y="5465730"/>
                  <a:chExt cx="128397" cy="44196"/>
                </a:xfrm>
              </p:grpSpPr>
              <p:sp>
                <p:nvSpPr>
                  <p:cNvPr id="8686" name="Google Shape;8686;p293"/>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7" name="Google Shape;8687;p293"/>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688" name="Google Shape;8688;p293"/>
                <p:cNvGrpSpPr/>
                <p:nvPr/>
              </p:nvGrpSpPr>
              <p:grpSpPr>
                <a:xfrm>
                  <a:off x="10556176" y="5689187"/>
                  <a:ext cx="128397" cy="44196"/>
                  <a:chOff x="10556176" y="5689187"/>
                  <a:chExt cx="128397" cy="44196"/>
                </a:xfrm>
              </p:grpSpPr>
              <p:sp>
                <p:nvSpPr>
                  <p:cNvPr id="8689" name="Google Shape;8689;p293"/>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0" name="Google Shape;8690;p293"/>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8691" name="Google Shape;8691;p293"/>
            <p:cNvGrpSpPr/>
            <p:nvPr/>
          </p:nvGrpSpPr>
          <p:grpSpPr>
            <a:xfrm>
              <a:off x="11058042" y="5088325"/>
              <a:ext cx="213052" cy="717953"/>
              <a:chOff x="11058042" y="5088325"/>
              <a:chExt cx="213052" cy="717953"/>
            </a:xfrm>
          </p:grpSpPr>
          <p:sp>
            <p:nvSpPr>
              <p:cNvPr id="8692" name="Google Shape;8692;p293"/>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3" name="Google Shape;8693;p293"/>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694" name="Google Shape;8694;p293"/>
          <p:cNvGrpSpPr/>
          <p:nvPr/>
        </p:nvGrpSpPr>
        <p:grpSpPr>
          <a:xfrm>
            <a:off x="135453" y="69369"/>
            <a:ext cx="426307" cy="643642"/>
            <a:chOff x="10572463" y="3528536"/>
            <a:chExt cx="580168" cy="875823"/>
          </a:xfrm>
        </p:grpSpPr>
        <p:grpSp>
          <p:nvGrpSpPr>
            <p:cNvPr id="8695" name="Google Shape;8695;p293"/>
            <p:cNvGrpSpPr/>
            <p:nvPr/>
          </p:nvGrpSpPr>
          <p:grpSpPr>
            <a:xfrm>
              <a:off x="10713815" y="3528536"/>
              <a:ext cx="438816" cy="746664"/>
              <a:chOff x="10713815" y="3528536"/>
              <a:chExt cx="438816" cy="746664"/>
            </a:xfrm>
          </p:grpSpPr>
          <p:sp>
            <p:nvSpPr>
              <p:cNvPr id="8696" name="Google Shape;8696;p293"/>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697" name="Google Shape;8697;p293"/>
              <p:cNvGrpSpPr/>
              <p:nvPr/>
            </p:nvGrpSpPr>
            <p:grpSpPr>
              <a:xfrm>
                <a:off x="10776489" y="3625310"/>
                <a:ext cx="313848" cy="288226"/>
                <a:chOff x="10776489" y="3625310"/>
                <a:chExt cx="313848" cy="288226"/>
              </a:xfrm>
            </p:grpSpPr>
            <p:sp>
              <p:nvSpPr>
                <p:cNvPr id="8698" name="Google Shape;8698;p293"/>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9" name="Google Shape;8699;p293"/>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0" name="Google Shape;8700;p293"/>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1" name="Google Shape;8701;p293"/>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2" name="Google Shape;8702;p293"/>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3" name="Google Shape;8703;p293"/>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04" name="Google Shape;8704;p293"/>
              <p:cNvGrpSpPr/>
              <p:nvPr/>
            </p:nvGrpSpPr>
            <p:grpSpPr>
              <a:xfrm>
                <a:off x="10776489" y="3999547"/>
                <a:ext cx="313848" cy="181546"/>
                <a:chOff x="10776489" y="3999547"/>
                <a:chExt cx="313848" cy="181546"/>
              </a:xfrm>
            </p:grpSpPr>
            <p:sp>
              <p:nvSpPr>
                <p:cNvPr id="8705" name="Google Shape;8705;p293"/>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6" name="Google Shape;8706;p293"/>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7" name="Google Shape;8707;p293"/>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8" name="Google Shape;8708;p293"/>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709" name="Google Shape;8709;p293"/>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10" name="Google Shape;8710;p293"/>
            <p:cNvGrpSpPr/>
            <p:nvPr/>
          </p:nvGrpSpPr>
          <p:grpSpPr>
            <a:xfrm>
              <a:off x="10572463" y="3657790"/>
              <a:ext cx="438817" cy="746569"/>
              <a:chOff x="10572463" y="3657790"/>
              <a:chExt cx="438817" cy="746569"/>
            </a:xfrm>
          </p:grpSpPr>
          <p:sp>
            <p:nvSpPr>
              <p:cNvPr id="8711" name="Google Shape;8711;p293"/>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712" name="Google Shape;8712;p293"/>
              <p:cNvGrpSpPr/>
              <p:nvPr/>
            </p:nvGrpSpPr>
            <p:grpSpPr>
              <a:xfrm>
                <a:off x="10635138" y="3754469"/>
                <a:ext cx="313848" cy="288321"/>
                <a:chOff x="10635138" y="3754469"/>
                <a:chExt cx="313848" cy="288321"/>
              </a:xfrm>
            </p:grpSpPr>
            <p:sp>
              <p:nvSpPr>
                <p:cNvPr id="8713" name="Google Shape;8713;p293"/>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4" name="Google Shape;8714;p293"/>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5" name="Google Shape;8715;p293"/>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6" name="Google Shape;8716;p293"/>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7" name="Google Shape;8717;p293"/>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8" name="Google Shape;8718;p293"/>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19" name="Google Shape;8719;p293"/>
              <p:cNvGrpSpPr/>
              <p:nvPr/>
            </p:nvGrpSpPr>
            <p:grpSpPr>
              <a:xfrm>
                <a:off x="10635138" y="4128801"/>
                <a:ext cx="313848" cy="181547"/>
                <a:chOff x="10635138" y="4128801"/>
                <a:chExt cx="313848" cy="181547"/>
              </a:xfrm>
            </p:grpSpPr>
            <p:sp>
              <p:nvSpPr>
                <p:cNvPr id="8720" name="Google Shape;8720;p293"/>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1" name="Google Shape;8721;p293"/>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2" name="Google Shape;8722;p293"/>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3" name="Google Shape;8723;p293"/>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724" name="Google Shape;8724;p293"/>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725" name="Google Shape;8725;p293"/>
          <p:cNvGrpSpPr/>
          <p:nvPr/>
        </p:nvGrpSpPr>
        <p:grpSpPr>
          <a:xfrm>
            <a:off x="309868" y="711612"/>
            <a:ext cx="18197" cy="243247"/>
            <a:chOff x="10809827" y="4402455"/>
            <a:chExt cx="24764" cy="330993"/>
          </a:xfrm>
        </p:grpSpPr>
        <p:sp>
          <p:nvSpPr>
            <p:cNvPr id="8726" name="Google Shape;8726;p293"/>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7" name="Google Shape;8727;p293"/>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8" name="Google Shape;8728;p293"/>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29" name="Google Shape;8729;p293"/>
          <p:cNvGrpSpPr/>
          <p:nvPr/>
        </p:nvGrpSpPr>
        <p:grpSpPr>
          <a:xfrm>
            <a:off x="8421644" y="1045085"/>
            <a:ext cx="396068" cy="717683"/>
            <a:chOff x="1945386" y="5582316"/>
            <a:chExt cx="470725" cy="852963"/>
          </a:xfrm>
        </p:grpSpPr>
        <p:grpSp>
          <p:nvGrpSpPr>
            <p:cNvPr id="8730" name="Google Shape;8730;p293"/>
            <p:cNvGrpSpPr/>
            <p:nvPr/>
          </p:nvGrpSpPr>
          <p:grpSpPr>
            <a:xfrm>
              <a:off x="1945386" y="5582316"/>
              <a:ext cx="470725" cy="852963"/>
              <a:chOff x="1945386" y="5582316"/>
              <a:chExt cx="470725" cy="852963"/>
            </a:xfrm>
          </p:grpSpPr>
          <p:sp>
            <p:nvSpPr>
              <p:cNvPr id="8731" name="Google Shape;8731;p293"/>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2" name="Google Shape;8732;p293"/>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733" name="Google Shape;8733;p293"/>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34" name="Google Shape;8734;p293"/>
          <p:cNvGrpSpPr/>
          <p:nvPr/>
        </p:nvGrpSpPr>
        <p:grpSpPr>
          <a:xfrm>
            <a:off x="8088695" y="57742"/>
            <a:ext cx="1061979" cy="558999"/>
            <a:chOff x="3859815" y="2867310"/>
            <a:chExt cx="1262157" cy="664368"/>
          </a:xfrm>
        </p:grpSpPr>
        <p:sp>
          <p:nvSpPr>
            <p:cNvPr id="8735" name="Google Shape;8735;p293"/>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736" name="Google Shape;8736;p293"/>
            <p:cNvGrpSpPr/>
            <p:nvPr/>
          </p:nvGrpSpPr>
          <p:grpSpPr>
            <a:xfrm>
              <a:off x="4275677" y="3065525"/>
              <a:ext cx="334517" cy="380047"/>
              <a:chOff x="4275677" y="3065525"/>
              <a:chExt cx="334517" cy="380047"/>
            </a:xfrm>
          </p:grpSpPr>
          <p:grpSp>
            <p:nvGrpSpPr>
              <p:cNvPr id="8737" name="Google Shape;8737;p293"/>
              <p:cNvGrpSpPr/>
              <p:nvPr/>
            </p:nvGrpSpPr>
            <p:grpSpPr>
              <a:xfrm>
                <a:off x="4275677" y="3065525"/>
                <a:ext cx="334517" cy="380047"/>
                <a:chOff x="4275677" y="3065525"/>
                <a:chExt cx="334517" cy="380047"/>
              </a:xfrm>
            </p:grpSpPr>
            <p:grpSp>
              <p:nvGrpSpPr>
                <p:cNvPr id="8738" name="Google Shape;8738;p293"/>
                <p:cNvGrpSpPr/>
                <p:nvPr/>
              </p:nvGrpSpPr>
              <p:grpSpPr>
                <a:xfrm>
                  <a:off x="4275677" y="3301269"/>
                  <a:ext cx="334422" cy="144303"/>
                  <a:chOff x="4275677" y="3301269"/>
                  <a:chExt cx="334422" cy="144303"/>
                </a:xfrm>
              </p:grpSpPr>
              <p:sp>
                <p:nvSpPr>
                  <p:cNvPr id="8739" name="Google Shape;8739;p293"/>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0" name="Google Shape;8740;p293"/>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41" name="Google Shape;8741;p293"/>
                <p:cNvGrpSpPr/>
                <p:nvPr/>
              </p:nvGrpSpPr>
              <p:grpSpPr>
                <a:xfrm>
                  <a:off x="4275677" y="3183350"/>
                  <a:ext cx="334422" cy="144302"/>
                  <a:chOff x="4275677" y="3183350"/>
                  <a:chExt cx="334422" cy="144302"/>
                </a:xfrm>
              </p:grpSpPr>
              <p:sp>
                <p:nvSpPr>
                  <p:cNvPr id="8742" name="Google Shape;8742;p293"/>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3" name="Google Shape;8743;p293"/>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44" name="Google Shape;8744;p293"/>
                <p:cNvGrpSpPr/>
                <p:nvPr/>
              </p:nvGrpSpPr>
              <p:grpSpPr>
                <a:xfrm>
                  <a:off x="4275677" y="3065525"/>
                  <a:ext cx="334517" cy="144303"/>
                  <a:chOff x="4275677" y="3065525"/>
                  <a:chExt cx="334517" cy="144303"/>
                </a:xfrm>
              </p:grpSpPr>
              <p:sp>
                <p:nvSpPr>
                  <p:cNvPr id="8745" name="Google Shape;8745;p293"/>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6" name="Google Shape;8746;p293"/>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8747" name="Google Shape;8747;p293"/>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8" name="Google Shape;8748;p293"/>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9" name="Google Shape;8749;p293"/>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750" name="Google Shape;8750;p293"/>
          <p:cNvGrpSpPr/>
          <p:nvPr/>
        </p:nvGrpSpPr>
        <p:grpSpPr>
          <a:xfrm>
            <a:off x="8582238" y="611818"/>
            <a:ext cx="33124" cy="442802"/>
            <a:chOff x="10809827" y="4402455"/>
            <a:chExt cx="24764" cy="330993"/>
          </a:xfrm>
        </p:grpSpPr>
        <p:sp>
          <p:nvSpPr>
            <p:cNvPr id="8751" name="Google Shape;8751;p293"/>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52" name="Google Shape;8752;p293"/>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53" name="Google Shape;8753;p293"/>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8754" name="Shape 8754"/>
        <p:cNvGrpSpPr/>
        <p:nvPr/>
      </p:nvGrpSpPr>
      <p:grpSpPr>
        <a:xfrm>
          <a:off x="0" y="0"/>
          <a:ext cx="0" cy="0"/>
          <a:chOff x="0" y="0"/>
          <a:chExt cx="0" cy="0"/>
        </a:xfrm>
      </p:grpSpPr>
      <p:sp>
        <p:nvSpPr>
          <p:cNvPr id="8755" name="Google Shape;8755;p29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756" name="Google Shape;8756;p294"/>
          <p:cNvSpPr txBox="1"/>
          <p:nvPr>
            <p:ph idx="1" type="subTitle"/>
          </p:nvPr>
        </p:nvSpPr>
        <p:spPr>
          <a:xfrm>
            <a:off x="1253225"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757" name="Google Shape;8757;p294"/>
          <p:cNvSpPr txBox="1"/>
          <p:nvPr>
            <p:ph idx="2" type="subTitle"/>
          </p:nvPr>
        </p:nvSpPr>
        <p:spPr>
          <a:xfrm>
            <a:off x="5079776"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758" name="Google Shape;8758;p294"/>
          <p:cNvSpPr txBox="1"/>
          <p:nvPr>
            <p:ph idx="3" type="subTitle"/>
          </p:nvPr>
        </p:nvSpPr>
        <p:spPr>
          <a:xfrm>
            <a:off x="1253225"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759" name="Google Shape;8759;p294"/>
          <p:cNvSpPr txBox="1"/>
          <p:nvPr>
            <p:ph idx="4" type="subTitle"/>
          </p:nvPr>
        </p:nvSpPr>
        <p:spPr>
          <a:xfrm>
            <a:off x="5079776"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760" name="Google Shape;8760;p294"/>
          <p:cNvSpPr txBox="1"/>
          <p:nvPr>
            <p:ph idx="5" type="subTitle"/>
          </p:nvPr>
        </p:nvSpPr>
        <p:spPr>
          <a:xfrm>
            <a:off x="1253225"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761" name="Google Shape;8761;p294"/>
          <p:cNvSpPr txBox="1"/>
          <p:nvPr>
            <p:ph idx="6" type="subTitle"/>
          </p:nvPr>
        </p:nvSpPr>
        <p:spPr>
          <a:xfrm>
            <a:off x="1253225"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762" name="Google Shape;8762;p294"/>
          <p:cNvSpPr txBox="1"/>
          <p:nvPr>
            <p:ph idx="7" type="subTitle"/>
          </p:nvPr>
        </p:nvSpPr>
        <p:spPr>
          <a:xfrm>
            <a:off x="5079750"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763" name="Google Shape;8763;p294"/>
          <p:cNvSpPr txBox="1"/>
          <p:nvPr>
            <p:ph idx="8" type="subTitle"/>
          </p:nvPr>
        </p:nvSpPr>
        <p:spPr>
          <a:xfrm>
            <a:off x="5079750"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764" name="Google Shape;8764;p294"/>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294"/>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6" name="Google Shape;8766;p294"/>
          <p:cNvGrpSpPr/>
          <p:nvPr/>
        </p:nvGrpSpPr>
        <p:grpSpPr>
          <a:xfrm>
            <a:off x="65066" y="4373044"/>
            <a:ext cx="878158" cy="654532"/>
            <a:chOff x="1114425" y="4361211"/>
            <a:chExt cx="573023" cy="427101"/>
          </a:xfrm>
        </p:grpSpPr>
        <p:grpSp>
          <p:nvGrpSpPr>
            <p:cNvPr id="8767" name="Google Shape;8767;p294"/>
            <p:cNvGrpSpPr/>
            <p:nvPr/>
          </p:nvGrpSpPr>
          <p:grpSpPr>
            <a:xfrm>
              <a:off x="1114425" y="4361211"/>
              <a:ext cx="573023" cy="427101"/>
              <a:chOff x="1114425" y="4361211"/>
              <a:chExt cx="573023" cy="427101"/>
            </a:xfrm>
          </p:grpSpPr>
          <p:sp>
            <p:nvSpPr>
              <p:cNvPr id="8768" name="Google Shape;8768;p294"/>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9" name="Google Shape;8769;p294"/>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0" name="Google Shape;8770;p294"/>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771" name="Google Shape;8771;p294"/>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72" name="Google Shape;8772;p294"/>
          <p:cNvGrpSpPr/>
          <p:nvPr/>
        </p:nvGrpSpPr>
        <p:grpSpPr>
          <a:xfrm>
            <a:off x="8114970" y="266839"/>
            <a:ext cx="829992" cy="750888"/>
            <a:chOff x="8114596" y="445039"/>
            <a:chExt cx="633002" cy="572716"/>
          </a:xfrm>
        </p:grpSpPr>
        <p:grpSp>
          <p:nvGrpSpPr>
            <p:cNvPr id="8773" name="Google Shape;8773;p294"/>
            <p:cNvGrpSpPr/>
            <p:nvPr/>
          </p:nvGrpSpPr>
          <p:grpSpPr>
            <a:xfrm>
              <a:off x="8114596" y="445039"/>
              <a:ext cx="633002" cy="572716"/>
              <a:chOff x="7189660" y="520827"/>
              <a:chExt cx="598074" cy="541115"/>
            </a:xfrm>
          </p:grpSpPr>
          <p:sp>
            <p:nvSpPr>
              <p:cNvPr id="8774" name="Google Shape;8774;p294"/>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775" name="Google Shape;8775;p294"/>
              <p:cNvGrpSpPr/>
              <p:nvPr/>
            </p:nvGrpSpPr>
            <p:grpSpPr>
              <a:xfrm>
                <a:off x="7579137" y="551973"/>
                <a:ext cx="164782" cy="41529"/>
                <a:chOff x="7579137" y="551973"/>
                <a:chExt cx="164782" cy="41529"/>
              </a:xfrm>
            </p:grpSpPr>
            <p:sp>
              <p:nvSpPr>
                <p:cNvPr id="8776" name="Google Shape;8776;p294"/>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7" name="Google Shape;8777;p294"/>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8" name="Google Shape;8778;p294"/>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779" name="Google Shape;8779;p294"/>
            <p:cNvGrpSpPr/>
            <p:nvPr/>
          </p:nvGrpSpPr>
          <p:grpSpPr>
            <a:xfrm>
              <a:off x="8184962" y="619646"/>
              <a:ext cx="498115" cy="257273"/>
              <a:chOff x="7256144" y="685800"/>
              <a:chExt cx="470630" cy="243077"/>
            </a:xfrm>
          </p:grpSpPr>
          <p:sp>
            <p:nvSpPr>
              <p:cNvPr id="8780" name="Google Shape;8780;p294"/>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781" name="Google Shape;8781;p294"/>
              <p:cNvGrpSpPr/>
              <p:nvPr/>
            </p:nvGrpSpPr>
            <p:grpSpPr>
              <a:xfrm>
                <a:off x="7512843" y="685800"/>
                <a:ext cx="213931" cy="243077"/>
                <a:chOff x="7512843" y="685800"/>
                <a:chExt cx="213931" cy="243077"/>
              </a:xfrm>
            </p:grpSpPr>
            <p:grpSp>
              <p:nvGrpSpPr>
                <p:cNvPr id="8782" name="Google Shape;8782;p294"/>
                <p:cNvGrpSpPr/>
                <p:nvPr/>
              </p:nvGrpSpPr>
              <p:grpSpPr>
                <a:xfrm>
                  <a:off x="7512843" y="836580"/>
                  <a:ext cx="213931" cy="92297"/>
                  <a:chOff x="7512843" y="836580"/>
                  <a:chExt cx="213931" cy="92297"/>
                </a:xfrm>
              </p:grpSpPr>
              <p:sp>
                <p:nvSpPr>
                  <p:cNvPr id="8783" name="Google Shape;8783;p294"/>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84" name="Google Shape;8784;p294"/>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85" name="Google Shape;8785;p294"/>
                <p:cNvGrpSpPr/>
                <p:nvPr/>
              </p:nvGrpSpPr>
              <p:grpSpPr>
                <a:xfrm>
                  <a:off x="7512843" y="761238"/>
                  <a:ext cx="213931" cy="92296"/>
                  <a:chOff x="7512843" y="761238"/>
                  <a:chExt cx="213931" cy="92296"/>
                </a:xfrm>
              </p:grpSpPr>
              <p:sp>
                <p:nvSpPr>
                  <p:cNvPr id="8786" name="Google Shape;8786;p294"/>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87" name="Google Shape;8787;p294"/>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88" name="Google Shape;8788;p294"/>
                <p:cNvGrpSpPr/>
                <p:nvPr/>
              </p:nvGrpSpPr>
              <p:grpSpPr>
                <a:xfrm>
                  <a:off x="7512843" y="685800"/>
                  <a:ext cx="213931" cy="92297"/>
                  <a:chOff x="7512843" y="685800"/>
                  <a:chExt cx="213931" cy="92297"/>
                </a:xfrm>
              </p:grpSpPr>
              <p:sp>
                <p:nvSpPr>
                  <p:cNvPr id="8789" name="Google Shape;8789;p294"/>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90" name="Google Shape;8790;p294"/>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8791" name="Shape 8791"/>
        <p:cNvGrpSpPr/>
        <p:nvPr/>
      </p:nvGrpSpPr>
      <p:grpSpPr>
        <a:xfrm>
          <a:off x="0" y="0"/>
          <a:ext cx="0" cy="0"/>
          <a:chOff x="0" y="0"/>
          <a:chExt cx="0" cy="0"/>
        </a:xfrm>
      </p:grpSpPr>
      <p:sp>
        <p:nvSpPr>
          <p:cNvPr id="8792" name="Google Shape;8792;p29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793" name="Google Shape;8793;p295"/>
          <p:cNvSpPr txBox="1"/>
          <p:nvPr>
            <p:ph idx="1" type="subTitle"/>
          </p:nvPr>
        </p:nvSpPr>
        <p:spPr>
          <a:xfrm>
            <a:off x="723900" y="171015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794" name="Google Shape;8794;p295"/>
          <p:cNvSpPr txBox="1"/>
          <p:nvPr>
            <p:ph idx="2" type="subTitle"/>
          </p:nvPr>
        </p:nvSpPr>
        <p:spPr>
          <a:xfrm>
            <a:off x="3577144"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795" name="Google Shape;8795;p295"/>
          <p:cNvSpPr txBox="1"/>
          <p:nvPr>
            <p:ph idx="3" type="subTitle"/>
          </p:nvPr>
        </p:nvSpPr>
        <p:spPr>
          <a:xfrm>
            <a:off x="723900"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796" name="Google Shape;8796;p295"/>
          <p:cNvSpPr txBox="1"/>
          <p:nvPr>
            <p:ph idx="4" type="subTitle"/>
          </p:nvPr>
        </p:nvSpPr>
        <p:spPr>
          <a:xfrm>
            <a:off x="3577144"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797" name="Google Shape;8797;p295"/>
          <p:cNvSpPr txBox="1"/>
          <p:nvPr>
            <p:ph idx="5" type="subTitle"/>
          </p:nvPr>
        </p:nvSpPr>
        <p:spPr>
          <a:xfrm>
            <a:off x="6430388"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798" name="Google Shape;8798;p295"/>
          <p:cNvSpPr txBox="1"/>
          <p:nvPr>
            <p:ph idx="6" type="subTitle"/>
          </p:nvPr>
        </p:nvSpPr>
        <p:spPr>
          <a:xfrm>
            <a:off x="6430388"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799" name="Google Shape;8799;p295"/>
          <p:cNvSpPr txBox="1"/>
          <p:nvPr>
            <p:ph idx="7" type="subTitle"/>
          </p:nvPr>
        </p:nvSpPr>
        <p:spPr>
          <a:xfrm>
            <a:off x="731700" y="1060275"/>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800" name="Google Shape;8800;p295"/>
          <p:cNvSpPr txBox="1"/>
          <p:nvPr>
            <p:ph idx="8" type="subTitle"/>
          </p:nvPr>
        </p:nvSpPr>
        <p:spPr>
          <a:xfrm>
            <a:off x="3582994"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801" name="Google Shape;8801;p295"/>
          <p:cNvSpPr txBox="1"/>
          <p:nvPr>
            <p:ph idx="9" type="subTitle"/>
          </p:nvPr>
        </p:nvSpPr>
        <p:spPr>
          <a:xfrm>
            <a:off x="6434288"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802" name="Google Shape;8802;p295"/>
          <p:cNvSpPr txBox="1"/>
          <p:nvPr>
            <p:ph idx="13" type="subTitle"/>
          </p:nvPr>
        </p:nvSpPr>
        <p:spPr>
          <a:xfrm>
            <a:off x="723900" y="2845800"/>
            <a:ext cx="19860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803" name="Google Shape;8803;p295"/>
          <p:cNvSpPr txBox="1"/>
          <p:nvPr>
            <p:ph idx="14" type="subTitle"/>
          </p:nvPr>
        </p:nvSpPr>
        <p:spPr>
          <a:xfrm>
            <a:off x="3582995"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804" name="Google Shape;8804;p295"/>
          <p:cNvSpPr txBox="1"/>
          <p:nvPr>
            <p:ph idx="15" type="subTitle"/>
          </p:nvPr>
        </p:nvSpPr>
        <p:spPr>
          <a:xfrm>
            <a:off x="6434290"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805" name="Google Shape;8805;p295"/>
          <p:cNvSpPr/>
          <p:nvPr/>
        </p:nvSpPr>
        <p:spPr>
          <a:xfrm flipH="1" rot="-3263452">
            <a:off x="7372110" y="40383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295"/>
          <p:cNvSpPr/>
          <p:nvPr/>
        </p:nvSpPr>
        <p:spPr>
          <a:xfrm flipH="1" rot="531647">
            <a:off x="-1621232" y="4095570"/>
            <a:ext cx="2581069" cy="208704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295"/>
          <p:cNvSpPr/>
          <p:nvPr/>
        </p:nvSpPr>
        <p:spPr>
          <a:xfrm flipH="1" rot="460658">
            <a:off x="7344116" y="-1448948"/>
            <a:ext cx="3053845" cy="246933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8" name="Google Shape;8808;p295"/>
          <p:cNvGrpSpPr/>
          <p:nvPr/>
        </p:nvGrpSpPr>
        <p:grpSpPr>
          <a:xfrm>
            <a:off x="7931872" y="177093"/>
            <a:ext cx="997823" cy="737095"/>
            <a:chOff x="7931872" y="177093"/>
            <a:chExt cx="997823" cy="737095"/>
          </a:xfrm>
        </p:grpSpPr>
        <p:grpSp>
          <p:nvGrpSpPr>
            <p:cNvPr id="8809" name="Google Shape;8809;p295"/>
            <p:cNvGrpSpPr/>
            <p:nvPr/>
          </p:nvGrpSpPr>
          <p:grpSpPr>
            <a:xfrm>
              <a:off x="7931872" y="177093"/>
              <a:ext cx="919725" cy="318025"/>
              <a:chOff x="7230903" y="4635722"/>
              <a:chExt cx="652843" cy="225742"/>
            </a:xfrm>
          </p:grpSpPr>
          <p:sp>
            <p:nvSpPr>
              <p:cNvPr id="8810" name="Google Shape;8810;p295"/>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1" name="Google Shape;8811;p295"/>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812" name="Google Shape;8812;p295"/>
              <p:cNvGrpSpPr/>
              <p:nvPr/>
            </p:nvGrpSpPr>
            <p:grpSpPr>
              <a:xfrm>
                <a:off x="7487126" y="4676394"/>
                <a:ext cx="332041" cy="142684"/>
                <a:chOff x="7487126" y="4676394"/>
                <a:chExt cx="332041" cy="142684"/>
              </a:xfrm>
            </p:grpSpPr>
            <p:sp>
              <p:nvSpPr>
                <p:cNvPr id="8813" name="Google Shape;8813;p295"/>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4" name="Google Shape;8814;p295"/>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5" name="Google Shape;8815;p295"/>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6" name="Google Shape;8816;p295"/>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817" name="Google Shape;8817;p295"/>
            <p:cNvGrpSpPr/>
            <p:nvPr/>
          </p:nvGrpSpPr>
          <p:grpSpPr>
            <a:xfrm>
              <a:off x="7931872" y="596163"/>
              <a:ext cx="919725" cy="318025"/>
              <a:chOff x="7230903" y="4933188"/>
              <a:chExt cx="652843" cy="225742"/>
            </a:xfrm>
          </p:grpSpPr>
          <p:grpSp>
            <p:nvGrpSpPr>
              <p:cNvPr id="8818" name="Google Shape;8818;p295"/>
              <p:cNvGrpSpPr/>
              <p:nvPr/>
            </p:nvGrpSpPr>
            <p:grpSpPr>
              <a:xfrm>
                <a:off x="7230903" y="4933188"/>
                <a:ext cx="652843" cy="225742"/>
                <a:chOff x="7230903" y="4933188"/>
                <a:chExt cx="652843" cy="225742"/>
              </a:xfrm>
            </p:grpSpPr>
            <p:sp>
              <p:nvSpPr>
                <p:cNvPr id="8819" name="Google Shape;8819;p295"/>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0" name="Google Shape;8820;p295"/>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821" name="Google Shape;8821;p295"/>
                <p:cNvGrpSpPr/>
                <p:nvPr/>
              </p:nvGrpSpPr>
              <p:grpSpPr>
                <a:xfrm>
                  <a:off x="7487126" y="4973859"/>
                  <a:ext cx="332041" cy="142684"/>
                  <a:chOff x="7487126" y="4973859"/>
                  <a:chExt cx="332041" cy="142684"/>
                </a:xfrm>
              </p:grpSpPr>
              <p:sp>
                <p:nvSpPr>
                  <p:cNvPr id="8822" name="Google Shape;8822;p295"/>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3" name="Google Shape;8823;p295"/>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4" name="Google Shape;8824;p295"/>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5" name="Google Shape;8825;p295"/>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8826" name="Google Shape;8826;p295"/>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827" name="Google Shape;8827;p295"/>
            <p:cNvGrpSpPr/>
            <p:nvPr/>
          </p:nvGrpSpPr>
          <p:grpSpPr>
            <a:xfrm>
              <a:off x="8756326" y="539537"/>
              <a:ext cx="173370" cy="112691"/>
              <a:chOff x="7816120" y="4892994"/>
              <a:chExt cx="123062" cy="79991"/>
            </a:xfrm>
          </p:grpSpPr>
          <p:grpSp>
            <p:nvGrpSpPr>
              <p:cNvPr id="8828" name="Google Shape;8828;p295"/>
              <p:cNvGrpSpPr/>
              <p:nvPr/>
            </p:nvGrpSpPr>
            <p:grpSpPr>
              <a:xfrm>
                <a:off x="7816120" y="4902803"/>
                <a:ext cx="123062" cy="63817"/>
                <a:chOff x="7816120" y="4902803"/>
                <a:chExt cx="123062" cy="63817"/>
              </a:xfrm>
            </p:grpSpPr>
            <p:sp>
              <p:nvSpPr>
                <p:cNvPr id="8829" name="Google Shape;8829;p295"/>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30" name="Google Shape;8830;p295"/>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831" name="Google Shape;8831;p295"/>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8832" name="Shape 8832"/>
        <p:cNvGrpSpPr/>
        <p:nvPr/>
      </p:nvGrpSpPr>
      <p:grpSpPr>
        <a:xfrm>
          <a:off x="0" y="0"/>
          <a:ext cx="0" cy="0"/>
          <a:chOff x="0" y="0"/>
          <a:chExt cx="0" cy="0"/>
        </a:xfrm>
      </p:grpSpPr>
      <p:sp>
        <p:nvSpPr>
          <p:cNvPr id="8833" name="Google Shape;8833;p296"/>
          <p:cNvSpPr txBox="1"/>
          <p:nvPr>
            <p:ph hasCustomPrompt="1" type="title"/>
          </p:nvPr>
        </p:nvSpPr>
        <p:spPr>
          <a:xfrm>
            <a:off x="798388"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8834" name="Google Shape;8834;p296"/>
          <p:cNvSpPr txBox="1"/>
          <p:nvPr>
            <p:ph idx="1" type="subTitle"/>
          </p:nvPr>
        </p:nvSpPr>
        <p:spPr>
          <a:xfrm>
            <a:off x="798388"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8835" name="Google Shape;8835;p296"/>
          <p:cNvSpPr txBox="1"/>
          <p:nvPr>
            <p:ph hasCustomPrompt="1" idx="2" type="title"/>
          </p:nvPr>
        </p:nvSpPr>
        <p:spPr>
          <a:xfrm>
            <a:off x="2825700" y="1029535"/>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8836" name="Google Shape;8836;p296"/>
          <p:cNvSpPr txBox="1"/>
          <p:nvPr>
            <p:ph idx="3" type="subTitle"/>
          </p:nvPr>
        </p:nvSpPr>
        <p:spPr>
          <a:xfrm>
            <a:off x="2825700" y="1804473"/>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8837" name="Google Shape;8837;p296"/>
          <p:cNvSpPr txBox="1"/>
          <p:nvPr>
            <p:ph hasCustomPrompt="1" idx="4" type="title"/>
          </p:nvPr>
        </p:nvSpPr>
        <p:spPr>
          <a:xfrm>
            <a:off x="4853013"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8838" name="Google Shape;8838;p296"/>
          <p:cNvSpPr txBox="1"/>
          <p:nvPr>
            <p:ph idx="5" type="subTitle"/>
          </p:nvPr>
        </p:nvSpPr>
        <p:spPr>
          <a:xfrm>
            <a:off x="4853013"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8839" name="Google Shape;8839;p296"/>
          <p:cNvSpPr/>
          <p:nvPr/>
        </p:nvSpPr>
        <p:spPr>
          <a:xfrm rot="-5710536">
            <a:off x="-1869285" y="3438573"/>
            <a:ext cx="3168438" cy="23079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296"/>
          <p:cNvSpPr/>
          <p:nvPr/>
        </p:nvSpPr>
        <p:spPr>
          <a:xfrm rot="-294905">
            <a:off x="7350387" y="3903245"/>
            <a:ext cx="3168449" cy="256199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8841" name="Shape 8841"/>
        <p:cNvGrpSpPr/>
        <p:nvPr/>
      </p:nvGrpSpPr>
      <p:grpSpPr>
        <a:xfrm>
          <a:off x="0" y="0"/>
          <a:ext cx="0" cy="0"/>
          <a:chOff x="0" y="0"/>
          <a:chExt cx="0" cy="0"/>
        </a:xfrm>
      </p:grpSpPr>
      <p:sp>
        <p:nvSpPr>
          <p:cNvPr id="8842" name="Google Shape;8842;p29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843" name="Google Shape;8843;p297"/>
          <p:cNvSpPr/>
          <p:nvPr/>
        </p:nvSpPr>
        <p:spPr>
          <a:xfrm flipH="1" rot="337739">
            <a:off x="8212271" y="3187242"/>
            <a:ext cx="3158465" cy="3518480"/>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4" name="Google Shape;8844;p297"/>
          <p:cNvGrpSpPr/>
          <p:nvPr/>
        </p:nvGrpSpPr>
        <p:grpSpPr>
          <a:xfrm>
            <a:off x="90200" y="4214393"/>
            <a:ext cx="516117" cy="779220"/>
            <a:chOff x="10572463" y="3528536"/>
            <a:chExt cx="580168" cy="875823"/>
          </a:xfrm>
        </p:grpSpPr>
        <p:grpSp>
          <p:nvGrpSpPr>
            <p:cNvPr id="8845" name="Google Shape;8845;p297"/>
            <p:cNvGrpSpPr/>
            <p:nvPr/>
          </p:nvGrpSpPr>
          <p:grpSpPr>
            <a:xfrm>
              <a:off x="10713815" y="3528536"/>
              <a:ext cx="438816" cy="746664"/>
              <a:chOff x="10713815" y="3528536"/>
              <a:chExt cx="438816" cy="746664"/>
            </a:xfrm>
          </p:grpSpPr>
          <p:sp>
            <p:nvSpPr>
              <p:cNvPr id="8846" name="Google Shape;8846;p297"/>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847" name="Google Shape;8847;p297"/>
              <p:cNvGrpSpPr/>
              <p:nvPr/>
            </p:nvGrpSpPr>
            <p:grpSpPr>
              <a:xfrm>
                <a:off x="10776489" y="3625310"/>
                <a:ext cx="313848" cy="288226"/>
                <a:chOff x="10776489" y="3625310"/>
                <a:chExt cx="313848" cy="288226"/>
              </a:xfrm>
            </p:grpSpPr>
            <p:sp>
              <p:nvSpPr>
                <p:cNvPr id="8848" name="Google Shape;8848;p297"/>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49" name="Google Shape;8849;p297"/>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50" name="Google Shape;8850;p297"/>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51" name="Google Shape;8851;p297"/>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52" name="Google Shape;8852;p297"/>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53" name="Google Shape;8853;p297"/>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854" name="Google Shape;8854;p297"/>
              <p:cNvGrpSpPr/>
              <p:nvPr/>
            </p:nvGrpSpPr>
            <p:grpSpPr>
              <a:xfrm>
                <a:off x="10776489" y="3999547"/>
                <a:ext cx="313848" cy="181546"/>
                <a:chOff x="10776489" y="3999547"/>
                <a:chExt cx="313848" cy="181546"/>
              </a:xfrm>
            </p:grpSpPr>
            <p:sp>
              <p:nvSpPr>
                <p:cNvPr id="8855" name="Google Shape;8855;p297"/>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56" name="Google Shape;8856;p297"/>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57" name="Google Shape;8857;p297"/>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58" name="Google Shape;8858;p297"/>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859" name="Google Shape;8859;p297"/>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860" name="Google Shape;8860;p297"/>
            <p:cNvGrpSpPr/>
            <p:nvPr/>
          </p:nvGrpSpPr>
          <p:grpSpPr>
            <a:xfrm>
              <a:off x="10572463" y="3657790"/>
              <a:ext cx="438817" cy="746569"/>
              <a:chOff x="10572463" y="3657790"/>
              <a:chExt cx="438817" cy="746569"/>
            </a:xfrm>
          </p:grpSpPr>
          <p:sp>
            <p:nvSpPr>
              <p:cNvPr id="8861" name="Google Shape;8861;p297"/>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862" name="Google Shape;8862;p297"/>
              <p:cNvGrpSpPr/>
              <p:nvPr/>
            </p:nvGrpSpPr>
            <p:grpSpPr>
              <a:xfrm>
                <a:off x="10635138" y="3754469"/>
                <a:ext cx="313848" cy="288321"/>
                <a:chOff x="10635138" y="3754469"/>
                <a:chExt cx="313848" cy="288321"/>
              </a:xfrm>
            </p:grpSpPr>
            <p:sp>
              <p:nvSpPr>
                <p:cNvPr id="8863" name="Google Shape;8863;p297"/>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64" name="Google Shape;8864;p297"/>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65" name="Google Shape;8865;p297"/>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66" name="Google Shape;8866;p297"/>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67" name="Google Shape;8867;p297"/>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68" name="Google Shape;8868;p297"/>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869" name="Google Shape;8869;p297"/>
              <p:cNvGrpSpPr/>
              <p:nvPr/>
            </p:nvGrpSpPr>
            <p:grpSpPr>
              <a:xfrm>
                <a:off x="10635138" y="4128801"/>
                <a:ext cx="313848" cy="181547"/>
                <a:chOff x="10635138" y="4128801"/>
                <a:chExt cx="313848" cy="181547"/>
              </a:xfrm>
            </p:grpSpPr>
            <p:sp>
              <p:nvSpPr>
                <p:cNvPr id="8870" name="Google Shape;8870;p297"/>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71" name="Google Shape;8871;p297"/>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72" name="Google Shape;8872;p297"/>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73" name="Google Shape;8873;p297"/>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874" name="Google Shape;8874;p297"/>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8875" name="Google Shape;8875;p297"/>
          <p:cNvSpPr/>
          <p:nvPr/>
        </p:nvSpPr>
        <p:spPr>
          <a:xfrm flipH="1" rot="-3657034">
            <a:off x="-1404232" y="-737971"/>
            <a:ext cx="2746020" cy="16278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6" name="Google Shape;8876;p297"/>
          <p:cNvGrpSpPr/>
          <p:nvPr/>
        </p:nvGrpSpPr>
        <p:grpSpPr>
          <a:xfrm>
            <a:off x="8114970" y="266839"/>
            <a:ext cx="829992" cy="750888"/>
            <a:chOff x="8114596" y="445039"/>
            <a:chExt cx="633002" cy="572716"/>
          </a:xfrm>
        </p:grpSpPr>
        <p:grpSp>
          <p:nvGrpSpPr>
            <p:cNvPr id="8877" name="Google Shape;8877;p297"/>
            <p:cNvGrpSpPr/>
            <p:nvPr/>
          </p:nvGrpSpPr>
          <p:grpSpPr>
            <a:xfrm>
              <a:off x="8114596" y="445039"/>
              <a:ext cx="633002" cy="572716"/>
              <a:chOff x="7189660" y="520827"/>
              <a:chExt cx="598074" cy="541115"/>
            </a:xfrm>
          </p:grpSpPr>
          <p:sp>
            <p:nvSpPr>
              <p:cNvPr id="8878" name="Google Shape;8878;p297"/>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879" name="Google Shape;8879;p297"/>
              <p:cNvGrpSpPr/>
              <p:nvPr/>
            </p:nvGrpSpPr>
            <p:grpSpPr>
              <a:xfrm>
                <a:off x="7579137" y="551973"/>
                <a:ext cx="164782" cy="41529"/>
                <a:chOff x="7579137" y="551973"/>
                <a:chExt cx="164782" cy="41529"/>
              </a:xfrm>
            </p:grpSpPr>
            <p:sp>
              <p:nvSpPr>
                <p:cNvPr id="8880" name="Google Shape;8880;p297"/>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81" name="Google Shape;8881;p297"/>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82" name="Google Shape;8882;p297"/>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883" name="Google Shape;8883;p297"/>
            <p:cNvGrpSpPr/>
            <p:nvPr/>
          </p:nvGrpSpPr>
          <p:grpSpPr>
            <a:xfrm>
              <a:off x="8184962" y="619646"/>
              <a:ext cx="498115" cy="257273"/>
              <a:chOff x="7256144" y="685800"/>
              <a:chExt cx="470630" cy="243077"/>
            </a:xfrm>
          </p:grpSpPr>
          <p:sp>
            <p:nvSpPr>
              <p:cNvPr id="8884" name="Google Shape;8884;p297"/>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885" name="Google Shape;8885;p297"/>
              <p:cNvGrpSpPr/>
              <p:nvPr/>
            </p:nvGrpSpPr>
            <p:grpSpPr>
              <a:xfrm>
                <a:off x="7512843" y="685800"/>
                <a:ext cx="213931" cy="243077"/>
                <a:chOff x="7512843" y="685800"/>
                <a:chExt cx="213931" cy="243077"/>
              </a:xfrm>
            </p:grpSpPr>
            <p:grpSp>
              <p:nvGrpSpPr>
                <p:cNvPr id="8886" name="Google Shape;8886;p297"/>
                <p:cNvGrpSpPr/>
                <p:nvPr/>
              </p:nvGrpSpPr>
              <p:grpSpPr>
                <a:xfrm>
                  <a:off x="7512843" y="836580"/>
                  <a:ext cx="213931" cy="92297"/>
                  <a:chOff x="7512843" y="836580"/>
                  <a:chExt cx="213931" cy="92297"/>
                </a:xfrm>
              </p:grpSpPr>
              <p:sp>
                <p:nvSpPr>
                  <p:cNvPr id="8887" name="Google Shape;8887;p297"/>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88" name="Google Shape;8888;p297"/>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889" name="Google Shape;8889;p297"/>
                <p:cNvGrpSpPr/>
                <p:nvPr/>
              </p:nvGrpSpPr>
              <p:grpSpPr>
                <a:xfrm>
                  <a:off x="7512843" y="761238"/>
                  <a:ext cx="213931" cy="92296"/>
                  <a:chOff x="7512843" y="761238"/>
                  <a:chExt cx="213931" cy="92296"/>
                </a:xfrm>
              </p:grpSpPr>
              <p:sp>
                <p:nvSpPr>
                  <p:cNvPr id="8890" name="Google Shape;8890;p297"/>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91" name="Google Shape;8891;p297"/>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892" name="Google Shape;8892;p297"/>
                <p:cNvGrpSpPr/>
                <p:nvPr/>
              </p:nvGrpSpPr>
              <p:grpSpPr>
                <a:xfrm>
                  <a:off x="7512843" y="685800"/>
                  <a:ext cx="213931" cy="92297"/>
                  <a:chOff x="7512843" y="685800"/>
                  <a:chExt cx="213931" cy="92297"/>
                </a:xfrm>
              </p:grpSpPr>
              <p:sp>
                <p:nvSpPr>
                  <p:cNvPr id="8893" name="Google Shape;8893;p297"/>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94" name="Google Shape;8894;p297"/>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8895" name="Shape 8895"/>
        <p:cNvGrpSpPr/>
        <p:nvPr/>
      </p:nvGrpSpPr>
      <p:grpSpPr>
        <a:xfrm>
          <a:off x="0" y="0"/>
          <a:ext cx="0" cy="0"/>
          <a:chOff x="0" y="0"/>
          <a:chExt cx="0" cy="0"/>
        </a:xfrm>
      </p:grpSpPr>
      <p:sp>
        <p:nvSpPr>
          <p:cNvPr id="8896" name="Google Shape;8896;p298"/>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29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8898" name="Google Shape;8898;p298"/>
          <p:cNvGrpSpPr/>
          <p:nvPr/>
        </p:nvGrpSpPr>
        <p:grpSpPr>
          <a:xfrm flipH="1">
            <a:off x="683048" y="4696520"/>
            <a:ext cx="325927" cy="404808"/>
            <a:chOff x="7385113" y="1535430"/>
            <a:chExt cx="435673" cy="541115"/>
          </a:xfrm>
        </p:grpSpPr>
        <p:sp>
          <p:nvSpPr>
            <p:cNvPr id="8899" name="Google Shape;8899;p298"/>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900" name="Google Shape;8900;p298"/>
            <p:cNvGrpSpPr/>
            <p:nvPr/>
          </p:nvGrpSpPr>
          <p:grpSpPr>
            <a:xfrm>
              <a:off x="7612094" y="1566576"/>
              <a:ext cx="164781" cy="41529"/>
              <a:chOff x="7612094" y="1566576"/>
              <a:chExt cx="164781" cy="41529"/>
            </a:xfrm>
          </p:grpSpPr>
          <p:sp>
            <p:nvSpPr>
              <p:cNvPr id="8901" name="Google Shape;8901;p298"/>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02" name="Google Shape;8902;p298"/>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03" name="Google Shape;8903;p298"/>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904" name="Google Shape;8904;p298"/>
          <p:cNvGrpSpPr/>
          <p:nvPr/>
        </p:nvGrpSpPr>
        <p:grpSpPr>
          <a:xfrm flipH="1">
            <a:off x="713902" y="4774546"/>
            <a:ext cx="268636" cy="280965"/>
            <a:chOff x="7420451" y="1639728"/>
            <a:chExt cx="359091" cy="375571"/>
          </a:xfrm>
        </p:grpSpPr>
        <p:sp>
          <p:nvSpPr>
            <p:cNvPr id="8905" name="Google Shape;8905;p298"/>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06" name="Google Shape;8906;p298"/>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07" name="Google Shape;8907;p298"/>
          <p:cNvGrpSpPr/>
          <p:nvPr/>
        </p:nvGrpSpPr>
        <p:grpSpPr>
          <a:xfrm flipH="1">
            <a:off x="96200" y="4469347"/>
            <a:ext cx="355444" cy="644072"/>
            <a:chOff x="1945386" y="5582316"/>
            <a:chExt cx="470725" cy="852963"/>
          </a:xfrm>
        </p:grpSpPr>
        <p:grpSp>
          <p:nvGrpSpPr>
            <p:cNvPr id="8908" name="Google Shape;8908;p298"/>
            <p:cNvGrpSpPr/>
            <p:nvPr/>
          </p:nvGrpSpPr>
          <p:grpSpPr>
            <a:xfrm>
              <a:off x="1945386" y="5582316"/>
              <a:ext cx="470725" cy="852963"/>
              <a:chOff x="1945386" y="5582316"/>
              <a:chExt cx="470725" cy="852963"/>
            </a:xfrm>
          </p:grpSpPr>
          <p:sp>
            <p:nvSpPr>
              <p:cNvPr id="8909" name="Google Shape;8909;p298"/>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10" name="Google Shape;8910;p298"/>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911" name="Google Shape;8911;p298"/>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12" name="Google Shape;8912;p298"/>
          <p:cNvGrpSpPr/>
          <p:nvPr/>
        </p:nvGrpSpPr>
        <p:grpSpPr>
          <a:xfrm>
            <a:off x="7975988" y="116167"/>
            <a:ext cx="1061979" cy="558999"/>
            <a:chOff x="3859815" y="2867310"/>
            <a:chExt cx="1262157" cy="664368"/>
          </a:xfrm>
        </p:grpSpPr>
        <p:sp>
          <p:nvSpPr>
            <p:cNvPr id="8913" name="Google Shape;8913;p298"/>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914" name="Google Shape;8914;p298"/>
            <p:cNvGrpSpPr/>
            <p:nvPr/>
          </p:nvGrpSpPr>
          <p:grpSpPr>
            <a:xfrm>
              <a:off x="4275677" y="3065525"/>
              <a:ext cx="334517" cy="380047"/>
              <a:chOff x="4275677" y="3065525"/>
              <a:chExt cx="334517" cy="380047"/>
            </a:xfrm>
          </p:grpSpPr>
          <p:grpSp>
            <p:nvGrpSpPr>
              <p:cNvPr id="8915" name="Google Shape;8915;p298"/>
              <p:cNvGrpSpPr/>
              <p:nvPr/>
            </p:nvGrpSpPr>
            <p:grpSpPr>
              <a:xfrm>
                <a:off x="4275677" y="3065525"/>
                <a:ext cx="334517" cy="380047"/>
                <a:chOff x="4275677" y="3065525"/>
                <a:chExt cx="334517" cy="380047"/>
              </a:xfrm>
            </p:grpSpPr>
            <p:grpSp>
              <p:nvGrpSpPr>
                <p:cNvPr id="8916" name="Google Shape;8916;p298"/>
                <p:cNvGrpSpPr/>
                <p:nvPr/>
              </p:nvGrpSpPr>
              <p:grpSpPr>
                <a:xfrm>
                  <a:off x="4275677" y="3301269"/>
                  <a:ext cx="334422" cy="144303"/>
                  <a:chOff x="4275677" y="3301269"/>
                  <a:chExt cx="334422" cy="144303"/>
                </a:xfrm>
              </p:grpSpPr>
              <p:sp>
                <p:nvSpPr>
                  <p:cNvPr id="8917" name="Google Shape;8917;p298"/>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18" name="Google Shape;8918;p298"/>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19" name="Google Shape;8919;p298"/>
                <p:cNvGrpSpPr/>
                <p:nvPr/>
              </p:nvGrpSpPr>
              <p:grpSpPr>
                <a:xfrm>
                  <a:off x="4275677" y="3183350"/>
                  <a:ext cx="334422" cy="144302"/>
                  <a:chOff x="4275677" y="3183350"/>
                  <a:chExt cx="334422" cy="144302"/>
                </a:xfrm>
              </p:grpSpPr>
              <p:sp>
                <p:nvSpPr>
                  <p:cNvPr id="8920" name="Google Shape;8920;p298"/>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21" name="Google Shape;8921;p298"/>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22" name="Google Shape;8922;p298"/>
                <p:cNvGrpSpPr/>
                <p:nvPr/>
              </p:nvGrpSpPr>
              <p:grpSpPr>
                <a:xfrm>
                  <a:off x="4275677" y="3065525"/>
                  <a:ext cx="334517" cy="144303"/>
                  <a:chOff x="4275677" y="3065525"/>
                  <a:chExt cx="334517" cy="144303"/>
                </a:xfrm>
              </p:grpSpPr>
              <p:sp>
                <p:nvSpPr>
                  <p:cNvPr id="8923" name="Google Shape;8923;p298"/>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24" name="Google Shape;8924;p298"/>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8925" name="Google Shape;8925;p298"/>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26" name="Google Shape;8926;p298"/>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27" name="Google Shape;8927;p298"/>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928" name="Google Shape;8928;p298"/>
          <p:cNvGrpSpPr/>
          <p:nvPr/>
        </p:nvGrpSpPr>
        <p:grpSpPr>
          <a:xfrm flipH="1" rot="5400000">
            <a:off x="557972" y="4696603"/>
            <a:ext cx="16329" cy="218290"/>
            <a:chOff x="10809827" y="4402455"/>
            <a:chExt cx="24764" cy="330993"/>
          </a:xfrm>
        </p:grpSpPr>
        <p:sp>
          <p:nvSpPr>
            <p:cNvPr id="8929" name="Google Shape;8929;p298"/>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30" name="Google Shape;8930;p298"/>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31" name="Google Shape;8931;p298"/>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932" name="Google Shape;8932;p298"/>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298"/>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8934" name="Shape 8934"/>
        <p:cNvGrpSpPr/>
        <p:nvPr/>
      </p:nvGrpSpPr>
      <p:grpSpPr>
        <a:xfrm>
          <a:off x="0" y="0"/>
          <a:ext cx="0" cy="0"/>
          <a:chOff x="0" y="0"/>
          <a:chExt cx="0" cy="0"/>
        </a:xfrm>
      </p:grpSpPr>
      <p:sp>
        <p:nvSpPr>
          <p:cNvPr id="8935" name="Google Shape;8935;p299"/>
          <p:cNvSpPr txBox="1"/>
          <p:nvPr>
            <p:ph type="title"/>
          </p:nvPr>
        </p:nvSpPr>
        <p:spPr>
          <a:xfrm>
            <a:off x="2347938" y="997200"/>
            <a:ext cx="4448100" cy="10587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sz="85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936" name="Google Shape;8936;p299"/>
          <p:cNvSpPr txBox="1"/>
          <p:nvPr>
            <p:ph idx="1" type="subTitle"/>
          </p:nvPr>
        </p:nvSpPr>
        <p:spPr>
          <a:xfrm>
            <a:off x="2347900" y="1841450"/>
            <a:ext cx="4448100" cy="105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8937" name="Google Shape;8937;p299"/>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Open Sans"/>
                <a:ea typeface="Open Sans"/>
                <a:cs typeface="Open Sans"/>
                <a:sym typeface="Open Sans"/>
              </a:rPr>
              <a:t>CREDITS:</a:t>
            </a:r>
            <a:r>
              <a:rPr lang="en" sz="1200">
                <a:solidFill>
                  <a:schemeClr val="dk1"/>
                </a:solidFill>
                <a:latin typeface="Open Sans"/>
                <a:ea typeface="Open Sans"/>
                <a:cs typeface="Open Sans"/>
                <a:sym typeface="Open Sans"/>
              </a:rPr>
              <a:t> This presentation template was created by </a:t>
            </a:r>
            <a:r>
              <a:rPr b="1" lang="en" sz="1200" u="sng">
                <a:solidFill>
                  <a:schemeClr val="hlink"/>
                </a:solidFill>
                <a:latin typeface="Open Sans"/>
                <a:ea typeface="Open Sans"/>
                <a:cs typeface="Open Sans"/>
                <a:sym typeface="Open Sans"/>
                <a:hlinkClick r:id="rId2"/>
              </a:rPr>
              <a:t>Slidesgo</a:t>
            </a:r>
            <a:r>
              <a:rPr lang="en" sz="1200">
                <a:solidFill>
                  <a:schemeClr val="dk1"/>
                </a:solidFill>
                <a:latin typeface="Open Sans"/>
                <a:ea typeface="Open Sans"/>
                <a:cs typeface="Open Sans"/>
                <a:sym typeface="Open Sans"/>
              </a:rPr>
              <a:t>, and includes icons, infographics &amp; images by </a:t>
            </a:r>
            <a:r>
              <a:rPr b="1" lang="en" sz="1200" u="sng">
                <a:solidFill>
                  <a:schemeClr val="dk1"/>
                </a:solidFill>
                <a:latin typeface="Open Sans"/>
                <a:ea typeface="Open Sans"/>
                <a:cs typeface="Open Sans"/>
                <a:sym typeface="Open Sans"/>
                <a:hlinkClick r:id="rId3">
                  <a:extLst>
                    <a:ext uri="{A12FA001-AC4F-418D-AE19-62706E023703}">
                      <ahyp:hlinkClr val="tx"/>
                    </a:ext>
                  </a:extLst>
                </a:hlinkClick>
              </a:rPr>
              <a:t>Freepik</a:t>
            </a:r>
            <a:r>
              <a:rPr lang="en" sz="1200" u="sng">
                <a:solidFill>
                  <a:schemeClr val="dk1"/>
                </a:solidFill>
                <a:latin typeface="Open Sans"/>
                <a:ea typeface="Open Sans"/>
                <a:cs typeface="Open Sans"/>
                <a:sym typeface="Open Sans"/>
              </a:rPr>
              <a:t> </a:t>
            </a:r>
            <a:endParaRPr b="1" sz="1200" u="sng">
              <a:solidFill>
                <a:schemeClr val="dk1"/>
              </a:solidFill>
              <a:latin typeface="Open Sans"/>
              <a:ea typeface="Open Sans"/>
              <a:cs typeface="Open Sans"/>
              <a:sym typeface="Open Sans"/>
            </a:endParaRPr>
          </a:p>
        </p:txBody>
      </p:sp>
      <p:sp>
        <p:nvSpPr>
          <p:cNvPr id="8938" name="Google Shape;8938;p299"/>
          <p:cNvSpPr/>
          <p:nvPr/>
        </p:nvSpPr>
        <p:spPr>
          <a:xfrm flipH="1" rot="-2493044">
            <a:off x="-1086706" y="-570280"/>
            <a:ext cx="2902912" cy="23472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299"/>
          <p:cNvSpPr/>
          <p:nvPr/>
        </p:nvSpPr>
        <p:spPr>
          <a:xfrm flipH="1" rot="-5051288">
            <a:off x="7227752" y="3451481"/>
            <a:ext cx="2997828" cy="2576307"/>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299"/>
          <p:cNvSpPr/>
          <p:nvPr/>
        </p:nvSpPr>
        <p:spPr>
          <a:xfrm flipH="1" rot="460638">
            <a:off x="178423" y="3742788"/>
            <a:ext cx="1359611" cy="122255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299"/>
          <p:cNvSpPr/>
          <p:nvPr/>
        </p:nvSpPr>
        <p:spPr>
          <a:xfrm flipH="1" rot="460623">
            <a:off x="6683138" y="-2074210"/>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8942" name="Shape 8942"/>
        <p:cNvGrpSpPr/>
        <p:nvPr/>
      </p:nvGrpSpPr>
      <p:grpSpPr>
        <a:xfrm>
          <a:off x="0" y="0"/>
          <a:ext cx="0" cy="0"/>
          <a:chOff x="0" y="0"/>
          <a:chExt cx="0" cy="0"/>
        </a:xfrm>
      </p:grpSpPr>
      <p:sp>
        <p:nvSpPr>
          <p:cNvPr id="8943" name="Google Shape;8943;p300"/>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300"/>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300"/>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300"/>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7" name="Google Shape;8947;p300"/>
          <p:cNvGrpSpPr/>
          <p:nvPr/>
        </p:nvGrpSpPr>
        <p:grpSpPr>
          <a:xfrm>
            <a:off x="7931872" y="177093"/>
            <a:ext cx="997823" cy="737095"/>
            <a:chOff x="7931872" y="177093"/>
            <a:chExt cx="997823" cy="737095"/>
          </a:xfrm>
        </p:grpSpPr>
        <p:grpSp>
          <p:nvGrpSpPr>
            <p:cNvPr id="8948" name="Google Shape;8948;p300"/>
            <p:cNvGrpSpPr/>
            <p:nvPr/>
          </p:nvGrpSpPr>
          <p:grpSpPr>
            <a:xfrm>
              <a:off x="7931872" y="177093"/>
              <a:ext cx="919725" cy="318025"/>
              <a:chOff x="7230903" y="4635722"/>
              <a:chExt cx="652843" cy="225742"/>
            </a:xfrm>
          </p:grpSpPr>
          <p:sp>
            <p:nvSpPr>
              <p:cNvPr id="8949" name="Google Shape;8949;p300"/>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0" name="Google Shape;8950;p300"/>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951" name="Google Shape;8951;p300"/>
              <p:cNvGrpSpPr/>
              <p:nvPr/>
            </p:nvGrpSpPr>
            <p:grpSpPr>
              <a:xfrm>
                <a:off x="7487126" y="4676394"/>
                <a:ext cx="332041" cy="142684"/>
                <a:chOff x="7487126" y="4676394"/>
                <a:chExt cx="332041" cy="142684"/>
              </a:xfrm>
            </p:grpSpPr>
            <p:sp>
              <p:nvSpPr>
                <p:cNvPr id="8952" name="Google Shape;8952;p300"/>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3" name="Google Shape;8953;p300"/>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4" name="Google Shape;8954;p300"/>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5" name="Google Shape;8955;p300"/>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956" name="Google Shape;8956;p300"/>
            <p:cNvGrpSpPr/>
            <p:nvPr/>
          </p:nvGrpSpPr>
          <p:grpSpPr>
            <a:xfrm>
              <a:off x="7931872" y="596163"/>
              <a:ext cx="919725" cy="318025"/>
              <a:chOff x="7230903" y="4933188"/>
              <a:chExt cx="652843" cy="225742"/>
            </a:xfrm>
          </p:grpSpPr>
          <p:grpSp>
            <p:nvGrpSpPr>
              <p:cNvPr id="8957" name="Google Shape;8957;p300"/>
              <p:cNvGrpSpPr/>
              <p:nvPr/>
            </p:nvGrpSpPr>
            <p:grpSpPr>
              <a:xfrm>
                <a:off x="7230903" y="4933188"/>
                <a:ext cx="652843" cy="225742"/>
                <a:chOff x="7230903" y="4933188"/>
                <a:chExt cx="652843" cy="225742"/>
              </a:xfrm>
            </p:grpSpPr>
            <p:sp>
              <p:nvSpPr>
                <p:cNvPr id="8958" name="Google Shape;8958;p300"/>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9" name="Google Shape;8959;p300"/>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960" name="Google Shape;8960;p300"/>
                <p:cNvGrpSpPr/>
                <p:nvPr/>
              </p:nvGrpSpPr>
              <p:grpSpPr>
                <a:xfrm>
                  <a:off x="7487126" y="4973859"/>
                  <a:ext cx="332041" cy="142684"/>
                  <a:chOff x="7487126" y="4973859"/>
                  <a:chExt cx="332041" cy="142684"/>
                </a:xfrm>
              </p:grpSpPr>
              <p:sp>
                <p:nvSpPr>
                  <p:cNvPr id="8961" name="Google Shape;8961;p300"/>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62" name="Google Shape;8962;p300"/>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63" name="Google Shape;8963;p300"/>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64" name="Google Shape;8964;p300"/>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8965" name="Google Shape;8965;p300"/>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66" name="Google Shape;8966;p300"/>
            <p:cNvGrpSpPr/>
            <p:nvPr/>
          </p:nvGrpSpPr>
          <p:grpSpPr>
            <a:xfrm>
              <a:off x="8756326" y="539537"/>
              <a:ext cx="173370" cy="112691"/>
              <a:chOff x="7816120" y="4892994"/>
              <a:chExt cx="123062" cy="79991"/>
            </a:xfrm>
          </p:grpSpPr>
          <p:grpSp>
            <p:nvGrpSpPr>
              <p:cNvPr id="8967" name="Google Shape;8967;p300"/>
              <p:cNvGrpSpPr/>
              <p:nvPr/>
            </p:nvGrpSpPr>
            <p:grpSpPr>
              <a:xfrm>
                <a:off x="7816120" y="4902803"/>
                <a:ext cx="123062" cy="63817"/>
                <a:chOff x="7816120" y="4902803"/>
                <a:chExt cx="123062" cy="63817"/>
              </a:xfrm>
            </p:grpSpPr>
            <p:sp>
              <p:nvSpPr>
                <p:cNvPr id="8968" name="Google Shape;8968;p300"/>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69" name="Google Shape;8969;p300"/>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970" name="Google Shape;8970;p300"/>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8971" name="Shape 8971"/>
        <p:cNvGrpSpPr/>
        <p:nvPr/>
      </p:nvGrpSpPr>
      <p:grpSpPr>
        <a:xfrm>
          <a:off x="0" y="0"/>
          <a:ext cx="0" cy="0"/>
          <a:chOff x="0" y="0"/>
          <a:chExt cx="0" cy="0"/>
        </a:xfrm>
      </p:grpSpPr>
      <p:sp>
        <p:nvSpPr>
          <p:cNvPr id="8972" name="Google Shape;8972;p301"/>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301"/>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4" name="Google Shape;8974;p301"/>
          <p:cNvGrpSpPr/>
          <p:nvPr/>
        </p:nvGrpSpPr>
        <p:grpSpPr>
          <a:xfrm>
            <a:off x="65066" y="4373044"/>
            <a:ext cx="878158" cy="654532"/>
            <a:chOff x="1114425" y="4361211"/>
            <a:chExt cx="573023" cy="427101"/>
          </a:xfrm>
        </p:grpSpPr>
        <p:grpSp>
          <p:nvGrpSpPr>
            <p:cNvPr id="8975" name="Google Shape;8975;p301"/>
            <p:cNvGrpSpPr/>
            <p:nvPr/>
          </p:nvGrpSpPr>
          <p:grpSpPr>
            <a:xfrm>
              <a:off x="1114425" y="4361211"/>
              <a:ext cx="573023" cy="427101"/>
              <a:chOff x="1114425" y="4361211"/>
              <a:chExt cx="573023" cy="427101"/>
            </a:xfrm>
          </p:grpSpPr>
          <p:sp>
            <p:nvSpPr>
              <p:cNvPr id="8976" name="Google Shape;8976;p301"/>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77" name="Google Shape;8977;p301"/>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78" name="Google Shape;8978;p301"/>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979" name="Google Shape;8979;p301"/>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80" name="Google Shape;8980;p301"/>
          <p:cNvGrpSpPr/>
          <p:nvPr/>
        </p:nvGrpSpPr>
        <p:grpSpPr>
          <a:xfrm>
            <a:off x="8114970" y="266839"/>
            <a:ext cx="829992" cy="750888"/>
            <a:chOff x="8114596" y="445039"/>
            <a:chExt cx="633002" cy="572716"/>
          </a:xfrm>
        </p:grpSpPr>
        <p:grpSp>
          <p:nvGrpSpPr>
            <p:cNvPr id="8981" name="Google Shape;8981;p301"/>
            <p:cNvGrpSpPr/>
            <p:nvPr/>
          </p:nvGrpSpPr>
          <p:grpSpPr>
            <a:xfrm>
              <a:off x="8114596" y="445039"/>
              <a:ext cx="633002" cy="572716"/>
              <a:chOff x="7189660" y="520827"/>
              <a:chExt cx="598074" cy="541115"/>
            </a:xfrm>
          </p:grpSpPr>
          <p:sp>
            <p:nvSpPr>
              <p:cNvPr id="8982" name="Google Shape;8982;p301"/>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983" name="Google Shape;8983;p301"/>
              <p:cNvGrpSpPr/>
              <p:nvPr/>
            </p:nvGrpSpPr>
            <p:grpSpPr>
              <a:xfrm>
                <a:off x="7579137" y="551973"/>
                <a:ext cx="164782" cy="41529"/>
                <a:chOff x="7579137" y="551973"/>
                <a:chExt cx="164782" cy="41529"/>
              </a:xfrm>
            </p:grpSpPr>
            <p:sp>
              <p:nvSpPr>
                <p:cNvPr id="8984" name="Google Shape;8984;p301"/>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5" name="Google Shape;8985;p301"/>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6" name="Google Shape;8986;p301"/>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987" name="Google Shape;8987;p301"/>
            <p:cNvGrpSpPr/>
            <p:nvPr/>
          </p:nvGrpSpPr>
          <p:grpSpPr>
            <a:xfrm>
              <a:off x="8184962" y="619646"/>
              <a:ext cx="498115" cy="257273"/>
              <a:chOff x="7256144" y="685800"/>
              <a:chExt cx="470630" cy="243077"/>
            </a:xfrm>
          </p:grpSpPr>
          <p:sp>
            <p:nvSpPr>
              <p:cNvPr id="8988" name="Google Shape;8988;p301"/>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989" name="Google Shape;8989;p301"/>
              <p:cNvGrpSpPr/>
              <p:nvPr/>
            </p:nvGrpSpPr>
            <p:grpSpPr>
              <a:xfrm>
                <a:off x="7512843" y="685800"/>
                <a:ext cx="213931" cy="243077"/>
                <a:chOff x="7512843" y="685800"/>
                <a:chExt cx="213931" cy="243077"/>
              </a:xfrm>
            </p:grpSpPr>
            <p:grpSp>
              <p:nvGrpSpPr>
                <p:cNvPr id="8990" name="Google Shape;8990;p301"/>
                <p:cNvGrpSpPr/>
                <p:nvPr/>
              </p:nvGrpSpPr>
              <p:grpSpPr>
                <a:xfrm>
                  <a:off x="7512843" y="836580"/>
                  <a:ext cx="213931" cy="92297"/>
                  <a:chOff x="7512843" y="836580"/>
                  <a:chExt cx="213931" cy="92297"/>
                </a:xfrm>
              </p:grpSpPr>
              <p:sp>
                <p:nvSpPr>
                  <p:cNvPr id="8991" name="Google Shape;8991;p301"/>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92" name="Google Shape;8992;p301"/>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93" name="Google Shape;8993;p301"/>
                <p:cNvGrpSpPr/>
                <p:nvPr/>
              </p:nvGrpSpPr>
              <p:grpSpPr>
                <a:xfrm>
                  <a:off x="7512843" y="761238"/>
                  <a:ext cx="213931" cy="92296"/>
                  <a:chOff x="7512843" y="761238"/>
                  <a:chExt cx="213931" cy="92296"/>
                </a:xfrm>
              </p:grpSpPr>
              <p:sp>
                <p:nvSpPr>
                  <p:cNvPr id="8994" name="Google Shape;8994;p301"/>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95" name="Google Shape;8995;p301"/>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96" name="Google Shape;8996;p301"/>
                <p:cNvGrpSpPr/>
                <p:nvPr/>
              </p:nvGrpSpPr>
              <p:grpSpPr>
                <a:xfrm>
                  <a:off x="7512843" y="685800"/>
                  <a:ext cx="213931" cy="92297"/>
                  <a:chOff x="7512843" y="685800"/>
                  <a:chExt cx="213931" cy="92297"/>
                </a:xfrm>
              </p:grpSpPr>
              <p:sp>
                <p:nvSpPr>
                  <p:cNvPr id="8997" name="Google Shape;8997;p301"/>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98" name="Google Shape;8998;p301"/>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002" name="Shape 9002"/>
        <p:cNvGrpSpPr/>
        <p:nvPr/>
      </p:nvGrpSpPr>
      <p:grpSpPr>
        <a:xfrm>
          <a:off x="0" y="0"/>
          <a:ext cx="0" cy="0"/>
          <a:chOff x="0" y="0"/>
          <a:chExt cx="0" cy="0"/>
        </a:xfrm>
      </p:grpSpPr>
      <p:sp>
        <p:nvSpPr>
          <p:cNvPr id="9003" name="Google Shape;9003;p303"/>
          <p:cNvSpPr txBox="1"/>
          <p:nvPr>
            <p:ph type="ctrTitle"/>
          </p:nvPr>
        </p:nvSpPr>
        <p:spPr>
          <a:xfrm>
            <a:off x="713225" y="1144500"/>
            <a:ext cx="4112100" cy="23787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5000">
                <a:latin typeface="Epilogue"/>
                <a:ea typeface="Epilogue"/>
                <a:cs typeface="Epilogue"/>
                <a:sym typeface="Epilogu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9004" name="Google Shape;9004;p303"/>
          <p:cNvSpPr txBox="1"/>
          <p:nvPr>
            <p:ph idx="1" type="subTitle"/>
          </p:nvPr>
        </p:nvSpPr>
        <p:spPr>
          <a:xfrm>
            <a:off x="713225" y="3523200"/>
            <a:ext cx="41121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latin typeface="Lato"/>
                <a:ea typeface="Lato"/>
                <a:cs typeface="Lato"/>
                <a:sym typeface="La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9005" name="Google Shape;9005;p303"/>
          <p:cNvSpPr/>
          <p:nvPr/>
        </p:nvSpPr>
        <p:spPr>
          <a:xfrm rot="10800000">
            <a:off x="-1604593" y="-845132"/>
            <a:ext cx="3281418" cy="21328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303"/>
          <p:cNvSpPr/>
          <p:nvPr/>
        </p:nvSpPr>
        <p:spPr>
          <a:xfrm flipH="1" rot="-9899992">
            <a:off x="-1515196" y="4121356"/>
            <a:ext cx="3953580" cy="192177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9007" name="Shape 9007"/>
        <p:cNvGrpSpPr/>
        <p:nvPr/>
      </p:nvGrpSpPr>
      <p:grpSpPr>
        <a:xfrm>
          <a:off x="0" y="0"/>
          <a:ext cx="0" cy="0"/>
          <a:chOff x="0" y="0"/>
          <a:chExt cx="0" cy="0"/>
        </a:xfrm>
      </p:grpSpPr>
      <p:sp>
        <p:nvSpPr>
          <p:cNvPr id="9008" name="Google Shape;9008;p304"/>
          <p:cNvSpPr txBox="1"/>
          <p:nvPr>
            <p:ph type="title"/>
          </p:nvPr>
        </p:nvSpPr>
        <p:spPr>
          <a:xfrm>
            <a:off x="4047175" y="2571975"/>
            <a:ext cx="43836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9009" name="Google Shape;9009;p304"/>
          <p:cNvSpPr txBox="1"/>
          <p:nvPr>
            <p:ph hasCustomPrompt="1" idx="2" type="title"/>
          </p:nvPr>
        </p:nvSpPr>
        <p:spPr>
          <a:xfrm>
            <a:off x="4047175" y="1321975"/>
            <a:ext cx="1235700" cy="841800"/>
          </a:xfrm>
          <a:prstGeom prst="rect">
            <a:avLst/>
          </a:prstGeom>
          <a:noFill/>
        </p:spPr>
        <p:txBody>
          <a:bodyPr anchorCtr="0" anchor="b"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9010" name="Google Shape;9010;p304"/>
          <p:cNvSpPr/>
          <p:nvPr>
            <p:ph idx="3" type="pic"/>
          </p:nvPr>
        </p:nvSpPr>
        <p:spPr>
          <a:xfrm>
            <a:off x="484625" y="1076550"/>
            <a:ext cx="2990400" cy="2990400"/>
          </a:xfrm>
          <a:prstGeom prst="roundRect">
            <a:avLst>
              <a:gd fmla="val 16667" name="adj"/>
            </a:avLst>
          </a:prstGeom>
          <a:noFill/>
          <a:ln>
            <a:noFill/>
          </a:ln>
        </p:spPr>
      </p:sp>
      <p:sp>
        <p:nvSpPr>
          <p:cNvPr id="9011" name="Google Shape;9011;p304"/>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304"/>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304"/>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9014" name="Shape 9014"/>
        <p:cNvGrpSpPr/>
        <p:nvPr/>
      </p:nvGrpSpPr>
      <p:grpSpPr>
        <a:xfrm>
          <a:off x="0" y="0"/>
          <a:ext cx="0" cy="0"/>
          <a:chOff x="0" y="0"/>
          <a:chExt cx="0" cy="0"/>
        </a:xfrm>
      </p:grpSpPr>
      <p:sp>
        <p:nvSpPr>
          <p:cNvPr id="9015" name="Google Shape;9015;p30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016" name="Google Shape;9016;p305"/>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9017" name="Google Shape;9017;p305"/>
          <p:cNvSpPr/>
          <p:nvPr/>
        </p:nvSpPr>
        <p:spPr>
          <a:xfrm flipH="1" rot="-4014673">
            <a:off x="-1798429" y="-1029372"/>
            <a:ext cx="3158476" cy="250963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305"/>
          <p:cNvSpPr/>
          <p:nvPr/>
        </p:nvSpPr>
        <p:spPr>
          <a:xfrm flipH="1">
            <a:off x="8355841" y="2667287"/>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019" name="Google Shape;9019;p305"/>
          <p:cNvGrpSpPr/>
          <p:nvPr/>
        </p:nvGrpSpPr>
        <p:grpSpPr>
          <a:xfrm flipH="1">
            <a:off x="8380540" y="1729933"/>
            <a:ext cx="668783" cy="959747"/>
            <a:chOff x="10519314" y="4728596"/>
            <a:chExt cx="751780" cy="1078731"/>
          </a:xfrm>
        </p:grpSpPr>
        <p:grpSp>
          <p:nvGrpSpPr>
            <p:cNvPr id="9020" name="Google Shape;9020;p305"/>
            <p:cNvGrpSpPr/>
            <p:nvPr/>
          </p:nvGrpSpPr>
          <p:grpSpPr>
            <a:xfrm>
              <a:off x="10519314" y="4728596"/>
              <a:ext cx="626662" cy="1078731"/>
              <a:chOff x="10519314" y="4728596"/>
              <a:chExt cx="626662" cy="1078731"/>
            </a:xfrm>
          </p:grpSpPr>
          <p:grpSp>
            <p:nvGrpSpPr>
              <p:cNvPr id="9021" name="Google Shape;9021;p305"/>
              <p:cNvGrpSpPr/>
              <p:nvPr/>
            </p:nvGrpSpPr>
            <p:grpSpPr>
              <a:xfrm>
                <a:off x="10903220" y="4888205"/>
                <a:ext cx="242756" cy="919122"/>
                <a:chOff x="10903220" y="4888205"/>
                <a:chExt cx="242756" cy="919122"/>
              </a:xfrm>
            </p:grpSpPr>
            <p:sp>
              <p:nvSpPr>
                <p:cNvPr id="9022" name="Google Shape;9022;p305"/>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3" name="Google Shape;9023;p305"/>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4" name="Google Shape;9024;p305"/>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025" name="Google Shape;9025;p305"/>
                <p:cNvGrpSpPr/>
                <p:nvPr/>
              </p:nvGrpSpPr>
              <p:grpSpPr>
                <a:xfrm>
                  <a:off x="11014221" y="5588618"/>
                  <a:ext cx="100021" cy="114784"/>
                  <a:chOff x="11014221" y="5588618"/>
                  <a:chExt cx="100021" cy="114784"/>
                </a:xfrm>
              </p:grpSpPr>
              <p:sp>
                <p:nvSpPr>
                  <p:cNvPr id="9026" name="Google Shape;9026;p305"/>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7" name="Google Shape;9027;p305"/>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8" name="Google Shape;9028;p305"/>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9" name="Google Shape;9029;p305"/>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030" name="Google Shape;9030;p305"/>
              <p:cNvGrpSpPr/>
              <p:nvPr/>
            </p:nvGrpSpPr>
            <p:grpSpPr>
              <a:xfrm>
                <a:off x="10718623" y="4728596"/>
                <a:ext cx="229169" cy="1075979"/>
                <a:chOff x="10718623" y="4728596"/>
                <a:chExt cx="229169" cy="1075979"/>
              </a:xfrm>
            </p:grpSpPr>
            <p:sp>
              <p:nvSpPr>
                <p:cNvPr id="9031" name="Google Shape;9031;p305"/>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2" name="Google Shape;9032;p305"/>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033" name="Google Shape;9033;p305"/>
                <p:cNvGrpSpPr/>
                <p:nvPr/>
              </p:nvGrpSpPr>
              <p:grpSpPr>
                <a:xfrm>
                  <a:off x="10765015" y="5040134"/>
                  <a:ext cx="116314" cy="49775"/>
                  <a:chOff x="10765015" y="5040134"/>
                  <a:chExt cx="116314" cy="49775"/>
                </a:xfrm>
              </p:grpSpPr>
              <p:sp>
                <p:nvSpPr>
                  <p:cNvPr id="9034" name="Google Shape;9034;p305"/>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5" name="Google Shape;9035;p305"/>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036" name="Google Shape;9036;p305"/>
                <p:cNvGrpSpPr/>
                <p:nvPr/>
              </p:nvGrpSpPr>
              <p:grpSpPr>
                <a:xfrm>
                  <a:off x="10784825" y="5436314"/>
                  <a:ext cx="116414" cy="49961"/>
                  <a:chOff x="10784825" y="5436314"/>
                  <a:chExt cx="116414" cy="49961"/>
                </a:xfrm>
              </p:grpSpPr>
              <p:sp>
                <p:nvSpPr>
                  <p:cNvPr id="9037" name="Google Shape;9037;p305"/>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8" name="Google Shape;9038;p305"/>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039" name="Google Shape;9039;p305"/>
              <p:cNvGrpSpPr/>
              <p:nvPr/>
            </p:nvGrpSpPr>
            <p:grpSpPr>
              <a:xfrm>
                <a:off x="10519314" y="4813458"/>
                <a:ext cx="202120" cy="992123"/>
                <a:chOff x="10519314" y="4813458"/>
                <a:chExt cx="202120" cy="992123"/>
              </a:xfrm>
            </p:grpSpPr>
            <p:sp>
              <p:nvSpPr>
                <p:cNvPr id="9040" name="Google Shape;9040;p305"/>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1" name="Google Shape;9041;p305"/>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042" name="Google Shape;9042;p305"/>
                <p:cNvGrpSpPr/>
                <p:nvPr/>
              </p:nvGrpSpPr>
              <p:grpSpPr>
                <a:xfrm>
                  <a:off x="10556176" y="5465730"/>
                  <a:ext cx="128397" cy="44196"/>
                  <a:chOff x="10556176" y="5465730"/>
                  <a:chExt cx="128397" cy="44196"/>
                </a:xfrm>
              </p:grpSpPr>
              <p:sp>
                <p:nvSpPr>
                  <p:cNvPr id="9043" name="Google Shape;9043;p305"/>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4" name="Google Shape;9044;p305"/>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045" name="Google Shape;9045;p305"/>
                <p:cNvGrpSpPr/>
                <p:nvPr/>
              </p:nvGrpSpPr>
              <p:grpSpPr>
                <a:xfrm>
                  <a:off x="10556176" y="5689187"/>
                  <a:ext cx="128397" cy="44196"/>
                  <a:chOff x="10556176" y="5689187"/>
                  <a:chExt cx="128397" cy="44196"/>
                </a:xfrm>
              </p:grpSpPr>
              <p:sp>
                <p:nvSpPr>
                  <p:cNvPr id="9046" name="Google Shape;9046;p305"/>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7" name="Google Shape;9047;p305"/>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9048" name="Google Shape;9048;p305"/>
            <p:cNvGrpSpPr/>
            <p:nvPr/>
          </p:nvGrpSpPr>
          <p:grpSpPr>
            <a:xfrm>
              <a:off x="11058042" y="5088325"/>
              <a:ext cx="213052" cy="717953"/>
              <a:chOff x="11058042" y="5088325"/>
              <a:chExt cx="213052" cy="717953"/>
            </a:xfrm>
          </p:grpSpPr>
          <p:sp>
            <p:nvSpPr>
              <p:cNvPr id="9049" name="Google Shape;9049;p305"/>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0" name="Google Shape;9050;p305"/>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051" name="Google Shape;9051;p305"/>
          <p:cNvGrpSpPr/>
          <p:nvPr/>
        </p:nvGrpSpPr>
        <p:grpSpPr>
          <a:xfrm flipH="1">
            <a:off x="8485925" y="662239"/>
            <a:ext cx="516117" cy="779220"/>
            <a:chOff x="10572463" y="3528536"/>
            <a:chExt cx="580168" cy="875823"/>
          </a:xfrm>
        </p:grpSpPr>
        <p:grpSp>
          <p:nvGrpSpPr>
            <p:cNvPr id="9052" name="Google Shape;9052;p305"/>
            <p:cNvGrpSpPr/>
            <p:nvPr/>
          </p:nvGrpSpPr>
          <p:grpSpPr>
            <a:xfrm>
              <a:off x="10713815" y="3528536"/>
              <a:ext cx="438816" cy="746664"/>
              <a:chOff x="10713815" y="3528536"/>
              <a:chExt cx="438816" cy="746664"/>
            </a:xfrm>
          </p:grpSpPr>
          <p:sp>
            <p:nvSpPr>
              <p:cNvPr id="9053" name="Google Shape;9053;p305"/>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054" name="Google Shape;9054;p305"/>
              <p:cNvGrpSpPr/>
              <p:nvPr/>
            </p:nvGrpSpPr>
            <p:grpSpPr>
              <a:xfrm>
                <a:off x="10776489" y="3625310"/>
                <a:ext cx="313848" cy="288226"/>
                <a:chOff x="10776489" y="3625310"/>
                <a:chExt cx="313848" cy="288226"/>
              </a:xfrm>
            </p:grpSpPr>
            <p:sp>
              <p:nvSpPr>
                <p:cNvPr id="9055" name="Google Shape;9055;p305"/>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6" name="Google Shape;9056;p305"/>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7" name="Google Shape;9057;p305"/>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8" name="Google Shape;9058;p305"/>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9" name="Google Shape;9059;p305"/>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0" name="Google Shape;9060;p305"/>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061" name="Google Shape;9061;p305"/>
              <p:cNvGrpSpPr/>
              <p:nvPr/>
            </p:nvGrpSpPr>
            <p:grpSpPr>
              <a:xfrm>
                <a:off x="10776489" y="3999547"/>
                <a:ext cx="313848" cy="181546"/>
                <a:chOff x="10776489" y="3999547"/>
                <a:chExt cx="313848" cy="181546"/>
              </a:xfrm>
            </p:grpSpPr>
            <p:sp>
              <p:nvSpPr>
                <p:cNvPr id="9062" name="Google Shape;9062;p305"/>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3" name="Google Shape;9063;p305"/>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4" name="Google Shape;9064;p305"/>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5" name="Google Shape;9065;p305"/>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066" name="Google Shape;9066;p305"/>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067" name="Google Shape;9067;p305"/>
            <p:cNvGrpSpPr/>
            <p:nvPr/>
          </p:nvGrpSpPr>
          <p:grpSpPr>
            <a:xfrm>
              <a:off x="10572463" y="3657790"/>
              <a:ext cx="438817" cy="746569"/>
              <a:chOff x="10572463" y="3657790"/>
              <a:chExt cx="438817" cy="746569"/>
            </a:xfrm>
          </p:grpSpPr>
          <p:sp>
            <p:nvSpPr>
              <p:cNvPr id="9068" name="Google Shape;9068;p305"/>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069" name="Google Shape;9069;p305"/>
              <p:cNvGrpSpPr/>
              <p:nvPr/>
            </p:nvGrpSpPr>
            <p:grpSpPr>
              <a:xfrm>
                <a:off x="10635138" y="3754469"/>
                <a:ext cx="313848" cy="288321"/>
                <a:chOff x="10635138" y="3754469"/>
                <a:chExt cx="313848" cy="288321"/>
              </a:xfrm>
            </p:grpSpPr>
            <p:sp>
              <p:nvSpPr>
                <p:cNvPr id="9070" name="Google Shape;9070;p305"/>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1" name="Google Shape;9071;p305"/>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2" name="Google Shape;9072;p305"/>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3" name="Google Shape;9073;p305"/>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4" name="Google Shape;9074;p305"/>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5" name="Google Shape;9075;p305"/>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076" name="Google Shape;9076;p305"/>
              <p:cNvGrpSpPr/>
              <p:nvPr/>
            </p:nvGrpSpPr>
            <p:grpSpPr>
              <a:xfrm>
                <a:off x="10635138" y="4128801"/>
                <a:ext cx="313848" cy="181547"/>
                <a:chOff x="10635138" y="4128801"/>
                <a:chExt cx="313848" cy="181547"/>
              </a:xfrm>
            </p:grpSpPr>
            <p:sp>
              <p:nvSpPr>
                <p:cNvPr id="9077" name="Google Shape;9077;p305"/>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8" name="Google Shape;9078;p305"/>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9" name="Google Shape;9079;p305"/>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0" name="Google Shape;9080;p305"/>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081" name="Google Shape;9081;p305"/>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082" name="Google Shape;9082;p305"/>
          <p:cNvGrpSpPr/>
          <p:nvPr/>
        </p:nvGrpSpPr>
        <p:grpSpPr>
          <a:xfrm flipH="1">
            <a:off x="8768853" y="1439765"/>
            <a:ext cx="22030" cy="294484"/>
            <a:chOff x="10809827" y="4402455"/>
            <a:chExt cx="24764" cy="330993"/>
          </a:xfrm>
        </p:grpSpPr>
        <p:sp>
          <p:nvSpPr>
            <p:cNvPr id="9083" name="Google Shape;9083;p305"/>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4" name="Google Shape;9084;p305"/>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5" name="Google Shape;9085;p305"/>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086" name="Google Shape;9086;p305"/>
          <p:cNvSpPr/>
          <p:nvPr/>
        </p:nvSpPr>
        <p:spPr>
          <a:xfrm flipH="1" rot="8662747">
            <a:off x="7370974" y="4168319"/>
            <a:ext cx="2746019" cy="19216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7" name="Google Shape;9087;p305"/>
          <p:cNvGrpSpPr/>
          <p:nvPr/>
        </p:nvGrpSpPr>
        <p:grpSpPr>
          <a:xfrm flipH="1">
            <a:off x="122956" y="4228558"/>
            <a:ext cx="829992" cy="750888"/>
            <a:chOff x="8114596" y="445039"/>
            <a:chExt cx="633002" cy="572716"/>
          </a:xfrm>
        </p:grpSpPr>
        <p:grpSp>
          <p:nvGrpSpPr>
            <p:cNvPr id="9088" name="Google Shape;9088;p305"/>
            <p:cNvGrpSpPr/>
            <p:nvPr/>
          </p:nvGrpSpPr>
          <p:grpSpPr>
            <a:xfrm>
              <a:off x="8114596" y="445039"/>
              <a:ext cx="633002" cy="572716"/>
              <a:chOff x="7189660" y="520827"/>
              <a:chExt cx="598074" cy="541115"/>
            </a:xfrm>
          </p:grpSpPr>
          <p:sp>
            <p:nvSpPr>
              <p:cNvPr id="9089" name="Google Shape;9089;p305"/>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090" name="Google Shape;9090;p305"/>
              <p:cNvGrpSpPr/>
              <p:nvPr/>
            </p:nvGrpSpPr>
            <p:grpSpPr>
              <a:xfrm>
                <a:off x="7579137" y="551973"/>
                <a:ext cx="164782" cy="41529"/>
                <a:chOff x="7579137" y="551973"/>
                <a:chExt cx="164782" cy="41529"/>
              </a:xfrm>
            </p:grpSpPr>
            <p:sp>
              <p:nvSpPr>
                <p:cNvPr id="9091" name="Google Shape;9091;p305"/>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92" name="Google Shape;9092;p305"/>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93" name="Google Shape;9093;p305"/>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094" name="Google Shape;9094;p305"/>
            <p:cNvGrpSpPr/>
            <p:nvPr/>
          </p:nvGrpSpPr>
          <p:grpSpPr>
            <a:xfrm>
              <a:off x="8184962" y="619646"/>
              <a:ext cx="498115" cy="257273"/>
              <a:chOff x="7256144" y="685800"/>
              <a:chExt cx="470630" cy="243077"/>
            </a:xfrm>
          </p:grpSpPr>
          <p:sp>
            <p:nvSpPr>
              <p:cNvPr id="9095" name="Google Shape;9095;p305"/>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096" name="Google Shape;9096;p305"/>
              <p:cNvGrpSpPr/>
              <p:nvPr/>
            </p:nvGrpSpPr>
            <p:grpSpPr>
              <a:xfrm>
                <a:off x="7512843" y="685800"/>
                <a:ext cx="213931" cy="243077"/>
                <a:chOff x="7512843" y="685800"/>
                <a:chExt cx="213931" cy="243077"/>
              </a:xfrm>
            </p:grpSpPr>
            <p:grpSp>
              <p:nvGrpSpPr>
                <p:cNvPr id="9097" name="Google Shape;9097;p305"/>
                <p:cNvGrpSpPr/>
                <p:nvPr/>
              </p:nvGrpSpPr>
              <p:grpSpPr>
                <a:xfrm>
                  <a:off x="7512843" y="836580"/>
                  <a:ext cx="213931" cy="92297"/>
                  <a:chOff x="7512843" y="836580"/>
                  <a:chExt cx="213931" cy="92297"/>
                </a:xfrm>
              </p:grpSpPr>
              <p:sp>
                <p:nvSpPr>
                  <p:cNvPr id="9098" name="Google Shape;9098;p305"/>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99" name="Google Shape;9099;p305"/>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00" name="Google Shape;9100;p305"/>
                <p:cNvGrpSpPr/>
                <p:nvPr/>
              </p:nvGrpSpPr>
              <p:grpSpPr>
                <a:xfrm>
                  <a:off x="7512843" y="761238"/>
                  <a:ext cx="213931" cy="92296"/>
                  <a:chOff x="7512843" y="761238"/>
                  <a:chExt cx="213931" cy="92296"/>
                </a:xfrm>
              </p:grpSpPr>
              <p:sp>
                <p:nvSpPr>
                  <p:cNvPr id="9101" name="Google Shape;9101;p305"/>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2" name="Google Shape;9102;p305"/>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03" name="Google Shape;9103;p305"/>
                <p:cNvGrpSpPr/>
                <p:nvPr/>
              </p:nvGrpSpPr>
              <p:grpSpPr>
                <a:xfrm>
                  <a:off x="7512843" y="685800"/>
                  <a:ext cx="213931" cy="92297"/>
                  <a:chOff x="7512843" y="685800"/>
                  <a:chExt cx="213931" cy="92297"/>
                </a:xfrm>
              </p:grpSpPr>
              <p:sp>
                <p:nvSpPr>
                  <p:cNvPr id="9104" name="Google Shape;9104;p305"/>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5" name="Google Shape;9105;p305"/>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9106" name="Shape 9106"/>
        <p:cNvGrpSpPr/>
        <p:nvPr/>
      </p:nvGrpSpPr>
      <p:grpSpPr>
        <a:xfrm>
          <a:off x="0" y="0"/>
          <a:ext cx="0" cy="0"/>
          <a:chOff x="0" y="0"/>
          <a:chExt cx="0" cy="0"/>
        </a:xfrm>
      </p:grpSpPr>
      <p:sp>
        <p:nvSpPr>
          <p:cNvPr id="9107" name="Google Shape;9107;p30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108" name="Google Shape;9108;p306"/>
          <p:cNvSpPr txBox="1"/>
          <p:nvPr>
            <p:ph idx="1" type="subTitle"/>
          </p:nvPr>
        </p:nvSpPr>
        <p:spPr>
          <a:xfrm>
            <a:off x="4679150"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9109" name="Google Shape;9109;p306"/>
          <p:cNvSpPr txBox="1"/>
          <p:nvPr>
            <p:ph idx="2" type="subTitle"/>
          </p:nvPr>
        </p:nvSpPr>
        <p:spPr>
          <a:xfrm>
            <a:off x="1080525"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9110" name="Google Shape;9110;p306"/>
          <p:cNvSpPr txBox="1"/>
          <p:nvPr>
            <p:ph idx="3" type="subTitle"/>
          </p:nvPr>
        </p:nvSpPr>
        <p:spPr>
          <a:xfrm>
            <a:off x="1080536"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111" name="Google Shape;9111;p306"/>
          <p:cNvSpPr txBox="1"/>
          <p:nvPr>
            <p:ph idx="4" type="subTitle"/>
          </p:nvPr>
        </p:nvSpPr>
        <p:spPr>
          <a:xfrm>
            <a:off x="4679164"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112" name="Google Shape;9112;p306"/>
          <p:cNvSpPr/>
          <p:nvPr/>
        </p:nvSpPr>
        <p:spPr>
          <a:xfrm rot="5551952">
            <a:off x="-721531" y="4084618"/>
            <a:ext cx="2053998" cy="17652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306"/>
          <p:cNvSpPr/>
          <p:nvPr/>
        </p:nvSpPr>
        <p:spPr>
          <a:xfrm rot="-460685">
            <a:off x="-850641" y="-888875"/>
            <a:ext cx="2082611" cy="168399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306"/>
          <p:cNvSpPr/>
          <p:nvPr/>
        </p:nvSpPr>
        <p:spPr>
          <a:xfrm rot="3259731">
            <a:off x="7063135" y="-804478"/>
            <a:ext cx="3168421" cy="25619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9115" name="Shape 9115"/>
        <p:cNvGrpSpPr/>
        <p:nvPr/>
      </p:nvGrpSpPr>
      <p:grpSpPr>
        <a:xfrm>
          <a:off x="0" y="0"/>
          <a:ext cx="0" cy="0"/>
          <a:chOff x="0" y="0"/>
          <a:chExt cx="0" cy="0"/>
        </a:xfrm>
      </p:grpSpPr>
      <p:sp>
        <p:nvSpPr>
          <p:cNvPr id="9116" name="Google Shape;9116;p30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117" name="Google Shape;9117;p307"/>
          <p:cNvSpPr/>
          <p:nvPr/>
        </p:nvSpPr>
        <p:spPr>
          <a:xfrm rot="-9076707">
            <a:off x="85462" y="-755109"/>
            <a:ext cx="1683799" cy="1313891"/>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8" name="Google Shape;9118;p307"/>
          <p:cNvGrpSpPr/>
          <p:nvPr/>
        </p:nvGrpSpPr>
        <p:grpSpPr>
          <a:xfrm>
            <a:off x="6779278" y="192982"/>
            <a:ext cx="2107998" cy="297419"/>
            <a:chOff x="6108096" y="3265836"/>
            <a:chExt cx="1633727" cy="230504"/>
          </a:xfrm>
        </p:grpSpPr>
        <p:sp>
          <p:nvSpPr>
            <p:cNvPr id="9119" name="Google Shape;9119;p307"/>
            <p:cNvSpPr/>
            <p:nvPr/>
          </p:nvSpPr>
          <p:spPr>
            <a:xfrm>
              <a:off x="6108096" y="3265836"/>
              <a:ext cx="1633727" cy="230504"/>
            </a:xfrm>
            <a:custGeom>
              <a:rect b="b" l="l" r="r" t="t"/>
              <a:pathLst>
                <a:path extrusionOk="0" h="230504" w="1633727">
                  <a:moveTo>
                    <a:pt x="1518476" y="0"/>
                  </a:moveTo>
                  <a:cubicBezTo>
                    <a:pt x="1582128" y="0"/>
                    <a:pt x="1633728" y="51600"/>
                    <a:pt x="1633728" y="115253"/>
                  </a:cubicBezTo>
                  <a:lnTo>
                    <a:pt x="1633728" y="115253"/>
                  </a:lnTo>
                  <a:cubicBezTo>
                    <a:pt x="1633728" y="178905"/>
                    <a:pt x="1582128" y="230505"/>
                    <a:pt x="1518476" y="230505"/>
                  </a:cubicBezTo>
                  <a:lnTo>
                    <a:pt x="115252" y="230505"/>
                  </a:lnTo>
                  <a:cubicBezTo>
                    <a:pt x="51601" y="230505"/>
                    <a:pt x="0" y="178905"/>
                    <a:pt x="0" y="115253"/>
                  </a:cubicBezTo>
                  <a:lnTo>
                    <a:pt x="0" y="115253"/>
                  </a:lnTo>
                  <a:cubicBezTo>
                    <a:pt x="0" y="51600"/>
                    <a:pt x="51601" y="0"/>
                    <a:pt x="115252"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20" name="Google Shape;9120;p307"/>
            <p:cNvSpPr/>
            <p:nvPr/>
          </p:nvSpPr>
          <p:spPr>
            <a:xfrm>
              <a:off x="7528381" y="3292292"/>
              <a:ext cx="166485" cy="165854"/>
            </a:xfrm>
            <a:custGeom>
              <a:rect b="b" l="l" r="r" t="t"/>
              <a:pathLst>
                <a:path extrusionOk="0" h="165854" w="166485">
                  <a:moveTo>
                    <a:pt x="161532" y="137469"/>
                  </a:moveTo>
                  <a:lnTo>
                    <a:pt x="120003" y="95941"/>
                  </a:lnTo>
                  <a:lnTo>
                    <a:pt x="113336" y="102608"/>
                  </a:lnTo>
                  <a:lnTo>
                    <a:pt x="105811" y="95083"/>
                  </a:lnTo>
                  <a:cubicBezTo>
                    <a:pt x="123622" y="71842"/>
                    <a:pt x="122194" y="38600"/>
                    <a:pt x="100953" y="17359"/>
                  </a:cubicBezTo>
                  <a:cubicBezTo>
                    <a:pt x="77807" y="-5786"/>
                    <a:pt x="40374" y="-5786"/>
                    <a:pt x="17324" y="17359"/>
                  </a:cubicBezTo>
                  <a:cubicBezTo>
                    <a:pt x="-5727" y="40505"/>
                    <a:pt x="-5822" y="77938"/>
                    <a:pt x="17324" y="100989"/>
                  </a:cubicBezTo>
                  <a:cubicBezTo>
                    <a:pt x="38850" y="122515"/>
                    <a:pt x="72568" y="123754"/>
                    <a:pt x="95809" y="105275"/>
                  </a:cubicBezTo>
                  <a:lnTo>
                    <a:pt x="103334" y="112800"/>
                  </a:lnTo>
                  <a:lnTo>
                    <a:pt x="96667" y="119467"/>
                  </a:lnTo>
                  <a:lnTo>
                    <a:pt x="138196" y="160996"/>
                  </a:lnTo>
                  <a:cubicBezTo>
                    <a:pt x="144673" y="167473"/>
                    <a:pt x="155150" y="167473"/>
                    <a:pt x="161627" y="160996"/>
                  </a:cubicBezTo>
                  <a:lnTo>
                    <a:pt x="161627" y="160996"/>
                  </a:lnTo>
                  <a:cubicBezTo>
                    <a:pt x="168104" y="154519"/>
                    <a:pt x="168104" y="144042"/>
                    <a:pt x="161627" y="137565"/>
                  </a:cubicBezTo>
                  <a:close/>
                  <a:moveTo>
                    <a:pt x="59138" y="102513"/>
                  </a:moveTo>
                  <a:cubicBezTo>
                    <a:pt x="54471" y="102513"/>
                    <a:pt x="49899" y="101751"/>
                    <a:pt x="45612" y="100417"/>
                  </a:cubicBezTo>
                  <a:cubicBezTo>
                    <a:pt x="33611" y="96512"/>
                    <a:pt x="23896" y="87463"/>
                    <a:pt x="19133" y="75938"/>
                  </a:cubicBezTo>
                  <a:cubicBezTo>
                    <a:pt x="16942" y="70794"/>
                    <a:pt x="15799" y="65175"/>
                    <a:pt x="15799" y="59269"/>
                  </a:cubicBezTo>
                  <a:cubicBezTo>
                    <a:pt x="15799" y="35361"/>
                    <a:pt x="35231" y="15931"/>
                    <a:pt x="59138" y="15931"/>
                  </a:cubicBezTo>
                  <a:cubicBezTo>
                    <a:pt x="65044" y="15931"/>
                    <a:pt x="70663" y="17074"/>
                    <a:pt x="75807" y="19264"/>
                  </a:cubicBezTo>
                  <a:cubicBezTo>
                    <a:pt x="87332" y="24122"/>
                    <a:pt x="96381" y="33742"/>
                    <a:pt x="100286" y="45744"/>
                  </a:cubicBezTo>
                  <a:cubicBezTo>
                    <a:pt x="101715" y="50030"/>
                    <a:pt x="102382" y="54507"/>
                    <a:pt x="102382" y="59269"/>
                  </a:cubicBezTo>
                  <a:cubicBezTo>
                    <a:pt x="102382" y="83177"/>
                    <a:pt x="83046" y="102513"/>
                    <a:pt x="59138" y="1025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21" name="Google Shape;9121;p307"/>
            <p:cNvSpPr/>
            <p:nvPr/>
          </p:nvSpPr>
          <p:spPr>
            <a:xfrm>
              <a:off x="7475124" y="3290220"/>
              <a:ext cx="7620" cy="174307"/>
            </a:xfrm>
            <a:custGeom>
              <a:rect b="b" l="l" r="r" t="t"/>
              <a:pathLst>
                <a:path extrusionOk="0" h="174307" w="7620">
                  <a:moveTo>
                    <a:pt x="3810" y="174308"/>
                  </a:moveTo>
                  <a:lnTo>
                    <a:pt x="3810" y="174308"/>
                  </a:lnTo>
                  <a:cubicBezTo>
                    <a:pt x="1714" y="174308"/>
                    <a:pt x="0" y="172593"/>
                    <a:pt x="0" y="170497"/>
                  </a:cubicBezTo>
                  <a:lnTo>
                    <a:pt x="0" y="3810"/>
                  </a:lnTo>
                  <a:cubicBezTo>
                    <a:pt x="0" y="1714"/>
                    <a:pt x="1714" y="0"/>
                    <a:pt x="3810" y="0"/>
                  </a:cubicBezTo>
                  <a:lnTo>
                    <a:pt x="3810" y="0"/>
                  </a:lnTo>
                  <a:cubicBezTo>
                    <a:pt x="5905" y="0"/>
                    <a:pt x="7620" y="1714"/>
                    <a:pt x="7620" y="3810"/>
                  </a:cubicBezTo>
                  <a:lnTo>
                    <a:pt x="7620" y="170497"/>
                  </a:lnTo>
                  <a:cubicBezTo>
                    <a:pt x="7620" y="172593"/>
                    <a:pt x="5905" y="174308"/>
                    <a:pt x="3810" y="17430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122" name="Google Shape;9122;p307"/>
          <p:cNvSpPr/>
          <p:nvPr/>
        </p:nvSpPr>
        <p:spPr>
          <a:xfrm flipH="1" rot="532502">
            <a:off x="-514115" y="4385276"/>
            <a:ext cx="1514959" cy="122499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3" name="Google Shape;9123;p307"/>
          <p:cNvGrpSpPr/>
          <p:nvPr/>
        </p:nvGrpSpPr>
        <p:grpSpPr>
          <a:xfrm>
            <a:off x="-148774" y="4544215"/>
            <a:ext cx="784225" cy="584398"/>
            <a:chOff x="1914620" y="1930431"/>
            <a:chExt cx="572929" cy="426911"/>
          </a:xfrm>
        </p:grpSpPr>
        <p:grpSp>
          <p:nvGrpSpPr>
            <p:cNvPr id="9124" name="Google Shape;9124;p307"/>
            <p:cNvGrpSpPr/>
            <p:nvPr/>
          </p:nvGrpSpPr>
          <p:grpSpPr>
            <a:xfrm>
              <a:off x="1914620" y="1930431"/>
              <a:ext cx="572929" cy="426911"/>
              <a:chOff x="1914620" y="1930431"/>
              <a:chExt cx="572929" cy="426911"/>
            </a:xfrm>
          </p:grpSpPr>
          <p:sp>
            <p:nvSpPr>
              <p:cNvPr id="9125" name="Google Shape;9125;p307"/>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26" name="Google Shape;9126;p307"/>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27" name="Google Shape;9127;p307"/>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128" name="Google Shape;9128;p307"/>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129" name="Google Shape;9129;p307"/>
          <p:cNvSpPr/>
          <p:nvPr/>
        </p:nvSpPr>
        <p:spPr>
          <a:xfrm rot="5844200">
            <a:off x="8030548" y="2339312"/>
            <a:ext cx="2404301" cy="131859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9130" name="Shape 9130"/>
        <p:cNvGrpSpPr/>
        <p:nvPr/>
      </p:nvGrpSpPr>
      <p:grpSpPr>
        <a:xfrm>
          <a:off x="0" y="0"/>
          <a:ext cx="0" cy="0"/>
          <a:chOff x="0" y="0"/>
          <a:chExt cx="0" cy="0"/>
        </a:xfrm>
      </p:grpSpPr>
      <p:sp>
        <p:nvSpPr>
          <p:cNvPr id="9131" name="Google Shape;9131;p308"/>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132" name="Google Shape;9132;p308"/>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9133" name="Google Shape;9133;p308"/>
          <p:cNvSpPr/>
          <p:nvPr>
            <p:ph idx="2" type="pic"/>
          </p:nvPr>
        </p:nvSpPr>
        <p:spPr>
          <a:xfrm>
            <a:off x="5668975" y="1076550"/>
            <a:ext cx="2990400" cy="2990400"/>
          </a:xfrm>
          <a:prstGeom prst="roundRect">
            <a:avLst>
              <a:gd fmla="val 16667" name="adj"/>
            </a:avLst>
          </a:prstGeom>
          <a:noFill/>
          <a:ln>
            <a:noFill/>
          </a:ln>
        </p:spPr>
      </p:sp>
      <p:sp>
        <p:nvSpPr>
          <p:cNvPr id="9134" name="Google Shape;9134;p308"/>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308"/>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6" name="Google Shape;9136;p308"/>
          <p:cNvGrpSpPr/>
          <p:nvPr/>
        </p:nvGrpSpPr>
        <p:grpSpPr>
          <a:xfrm>
            <a:off x="65066" y="4373044"/>
            <a:ext cx="878158" cy="654532"/>
            <a:chOff x="1114425" y="4361211"/>
            <a:chExt cx="573023" cy="427101"/>
          </a:xfrm>
        </p:grpSpPr>
        <p:grpSp>
          <p:nvGrpSpPr>
            <p:cNvPr id="9137" name="Google Shape;9137;p308"/>
            <p:cNvGrpSpPr/>
            <p:nvPr/>
          </p:nvGrpSpPr>
          <p:grpSpPr>
            <a:xfrm>
              <a:off x="1114425" y="4361211"/>
              <a:ext cx="573023" cy="427101"/>
              <a:chOff x="1114425" y="4361211"/>
              <a:chExt cx="573023" cy="427101"/>
            </a:xfrm>
          </p:grpSpPr>
          <p:sp>
            <p:nvSpPr>
              <p:cNvPr id="9138" name="Google Shape;9138;p308"/>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39" name="Google Shape;9139;p308"/>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0" name="Google Shape;9140;p308"/>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141" name="Google Shape;9141;p308"/>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9142" name="Shape 9142"/>
        <p:cNvGrpSpPr/>
        <p:nvPr/>
      </p:nvGrpSpPr>
      <p:grpSpPr>
        <a:xfrm>
          <a:off x="0" y="0"/>
          <a:ext cx="0" cy="0"/>
          <a:chOff x="0" y="0"/>
          <a:chExt cx="0" cy="0"/>
        </a:xfrm>
      </p:grpSpPr>
      <p:sp>
        <p:nvSpPr>
          <p:cNvPr id="9143" name="Google Shape;9143;p309"/>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9144" name="Google Shape;9144;p309"/>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309"/>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309"/>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9147" name="Shape 9147"/>
        <p:cNvGrpSpPr/>
        <p:nvPr/>
      </p:nvGrpSpPr>
      <p:grpSpPr>
        <a:xfrm>
          <a:off x="0" y="0"/>
          <a:ext cx="0" cy="0"/>
          <a:chOff x="0" y="0"/>
          <a:chExt cx="0" cy="0"/>
        </a:xfrm>
      </p:grpSpPr>
      <p:sp>
        <p:nvSpPr>
          <p:cNvPr id="9148" name="Google Shape;9148;p310"/>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15000"/>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9149" name="Google Shape;9149;p310"/>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9150" name="Google Shape;9150;p310"/>
          <p:cNvSpPr/>
          <p:nvPr/>
        </p:nvSpPr>
        <p:spPr>
          <a:xfrm rot="3263452">
            <a:off x="-163955"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310"/>
          <p:cNvSpPr/>
          <p:nvPr/>
        </p:nvSpPr>
        <p:spPr>
          <a:xfrm rot="-460623">
            <a:off x="-1793263"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310"/>
          <p:cNvSpPr/>
          <p:nvPr/>
        </p:nvSpPr>
        <p:spPr>
          <a:xfrm rot="4592047">
            <a:off x="7797256" y="593203"/>
            <a:ext cx="1475158" cy="11928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9153" name="Shape 9153"/>
        <p:cNvGrpSpPr/>
        <p:nvPr/>
      </p:nvGrpSpPr>
      <p:grpSpPr>
        <a:xfrm>
          <a:off x="0" y="0"/>
          <a:ext cx="0" cy="0"/>
          <a:chOff x="0" y="0"/>
          <a:chExt cx="0" cy="0"/>
        </a:xfrm>
      </p:grpSpPr>
      <p:sp>
        <p:nvSpPr>
          <p:cNvPr id="9154" name="Google Shape;9154;p311"/>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algn="ctr">
              <a:spcBef>
                <a:spcPts val="0"/>
              </a:spcBef>
              <a:spcAft>
                <a:spcPts val="0"/>
              </a:spcAft>
              <a:buSzPts val="3000"/>
              <a:buNone/>
              <a:defRPr>
                <a:solidFill>
                  <a:schemeClr val="lt1"/>
                </a:solidFill>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Tree>
  </p:cSld>
  <p:clrMapOvr>
    <a:masterClrMapping/>
  </p:clrMapOvr>
</p:sldLayout>
</file>

<file path=ppt/slideLayouts/slideLayout2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9155" name="Shape 9155"/>
        <p:cNvGrpSpPr/>
        <p:nvPr/>
      </p:nvGrpSpPr>
      <p:grpSpPr>
        <a:xfrm>
          <a:off x="0" y="0"/>
          <a:ext cx="0" cy="0"/>
          <a:chOff x="0" y="0"/>
          <a:chExt cx="0" cy="0"/>
        </a:xfrm>
      </p:grpSpPr>
      <p:sp>
        <p:nvSpPr>
          <p:cNvPr id="9156" name="Google Shape;9156;p312"/>
          <p:cNvSpPr txBox="1"/>
          <p:nvPr>
            <p:ph hasCustomPrompt="1" type="title"/>
          </p:nvPr>
        </p:nvSpPr>
        <p:spPr>
          <a:xfrm>
            <a:off x="713225" y="1477363"/>
            <a:ext cx="6576000" cy="15267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157" name="Google Shape;9157;p312"/>
          <p:cNvSpPr txBox="1"/>
          <p:nvPr>
            <p:ph idx="1" type="subTitle"/>
          </p:nvPr>
        </p:nvSpPr>
        <p:spPr>
          <a:xfrm>
            <a:off x="713225" y="3169038"/>
            <a:ext cx="6576000" cy="497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9158" name="Google Shape;9158;p312"/>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312"/>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312"/>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312"/>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2" name="Google Shape;9162;p312"/>
          <p:cNvGrpSpPr/>
          <p:nvPr/>
        </p:nvGrpSpPr>
        <p:grpSpPr>
          <a:xfrm>
            <a:off x="7441503" y="289852"/>
            <a:ext cx="1366913" cy="1382099"/>
            <a:chOff x="6568493" y="8"/>
            <a:chExt cx="1820608" cy="1840590"/>
          </a:xfrm>
        </p:grpSpPr>
        <p:sp>
          <p:nvSpPr>
            <p:cNvPr id="9163" name="Google Shape;9163;p312"/>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64" name="Google Shape;9164;p312"/>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165" name="Google Shape;9165;p312"/>
            <p:cNvGrpSpPr/>
            <p:nvPr/>
          </p:nvGrpSpPr>
          <p:grpSpPr>
            <a:xfrm>
              <a:off x="6568493" y="84720"/>
              <a:ext cx="1649109" cy="1669065"/>
              <a:chOff x="8921020" y="472154"/>
              <a:chExt cx="1959958" cy="1983676"/>
            </a:xfrm>
          </p:grpSpPr>
          <p:sp>
            <p:nvSpPr>
              <p:cNvPr id="9166" name="Google Shape;9166;p312"/>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67" name="Google Shape;9167;p312"/>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168" name="Google Shape;9168;p312"/>
              <p:cNvGrpSpPr/>
              <p:nvPr/>
            </p:nvGrpSpPr>
            <p:grpSpPr>
              <a:xfrm>
                <a:off x="9011888" y="537781"/>
                <a:ext cx="255174" cy="64389"/>
                <a:chOff x="9011888" y="537781"/>
                <a:chExt cx="255174" cy="64389"/>
              </a:xfrm>
            </p:grpSpPr>
            <p:sp>
              <p:nvSpPr>
                <p:cNvPr id="9169" name="Google Shape;9169;p312"/>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0" name="Google Shape;9170;p312"/>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1" name="Google Shape;9171;p312"/>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172" name="Google Shape;9172;p312"/>
            <p:cNvGrpSpPr/>
            <p:nvPr/>
          </p:nvGrpSpPr>
          <p:grpSpPr>
            <a:xfrm>
              <a:off x="6795939" y="406335"/>
              <a:ext cx="1194216" cy="1228757"/>
              <a:chOff x="9191339" y="854392"/>
              <a:chExt cx="1419320" cy="1460372"/>
            </a:xfrm>
          </p:grpSpPr>
          <p:grpSp>
            <p:nvGrpSpPr>
              <p:cNvPr id="9173" name="Google Shape;9173;p312"/>
              <p:cNvGrpSpPr/>
              <p:nvPr/>
            </p:nvGrpSpPr>
            <p:grpSpPr>
              <a:xfrm>
                <a:off x="9191339" y="1884045"/>
                <a:ext cx="604932" cy="420243"/>
                <a:chOff x="9191339" y="1884045"/>
                <a:chExt cx="604932" cy="420243"/>
              </a:xfrm>
            </p:grpSpPr>
            <p:sp>
              <p:nvSpPr>
                <p:cNvPr id="9174" name="Google Shape;9174;p312"/>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5" name="Google Shape;9175;p312"/>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6" name="Google Shape;9176;p312"/>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7" name="Google Shape;9177;p312"/>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8" name="Google Shape;9178;p312"/>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9" name="Google Shape;9179;p312"/>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0" name="Google Shape;9180;p312"/>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1" name="Google Shape;9181;p312"/>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2" name="Google Shape;9182;p312"/>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3" name="Google Shape;9183;p312"/>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84" name="Google Shape;9184;p312"/>
              <p:cNvGrpSpPr/>
              <p:nvPr/>
            </p:nvGrpSpPr>
            <p:grpSpPr>
              <a:xfrm>
                <a:off x="10004774" y="854392"/>
                <a:ext cx="604932" cy="420243"/>
                <a:chOff x="10004774" y="854392"/>
                <a:chExt cx="604932" cy="420243"/>
              </a:xfrm>
            </p:grpSpPr>
            <p:sp>
              <p:nvSpPr>
                <p:cNvPr id="9185" name="Google Shape;9185;p312"/>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6" name="Google Shape;9186;p312"/>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7" name="Google Shape;9187;p312"/>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8" name="Google Shape;9188;p312"/>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9" name="Google Shape;9189;p312"/>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90" name="Google Shape;9190;p312"/>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91" name="Google Shape;9191;p312"/>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92" name="Google Shape;9192;p312"/>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93" name="Google Shape;9193;p312"/>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94" name="Google Shape;9194;p312"/>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95" name="Google Shape;9195;p312"/>
              <p:cNvGrpSpPr/>
              <p:nvPr/>
            </p:nvGrpSpPr>
            <p:grpSpPr>
              <a:xfrm>
                <a:off x="10004774" y="1374362"/>
                <a:ext cx="604932" cy="303466"/>
                <a:chOff x="10004774" y="1374362"/>
                <a:chExt cx="604932" cy="303466"/>
              </a:xfrm>
            </p:grpSpPr>
            <p:sp>
              <p:nvSpPr>
                <p:cNvPr id="9196" name="Google Shape;9196;p312"/>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97" name="Google Shape;9197;p312"/>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98" name="Google Shape;9198;p312"/>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99" name="Google Shape;9199;p312"/>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0" name="Google Shape;9200;p312"/>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1" name="Google Shape;9201;p312"/>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2" name="Google Shape;9202;p312"/>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3" name="Google Shape;9203;p312"/>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204" name="Google Shape;9204;p312"/>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5" name="Google Shape;9205;p312"/>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206" name="Google Shape;9206;p312"/>
            <p:cNvGrpSpPr/>
            <p:nvPr/>
          </p:nvGrpSpPr>
          <p:grpSpPr>
            <a:xfrm>
              <a:off x="6717319" y="354723"/>
              <a:ext cx="656533" cy="799751"/>
              <a:chOff x="9097899" y="793051"/>
              <a:chExt cx="780287" cy="950500"/>
            </a:xfrm>
          </p:grpSpPr>
          <p:grpSp>
            <p:nvGrpSpPr>
              <p:cNvPr id="9207" name="Google Shape;9207;p312"/>
              <p:cNvGrpSpPr/>
              <p:nvPr/>
            </p:nvGrpSpPr>
            <p:grpSpPr>
              <a:xfrm>
                <a:off x="9118758" y="814006"/>
                <a:ext cx="747999" cy="918020"/>
                <a:chOff x="9118758" y="814006"/>
                <a:chExt cx="747999" cy="918020"/>
              </a:xfrm>
            </p:grpSpPr>
            <p:sp>
              <p:nvSpPr>
                <p:cNvPr id="9208" name="Google Shape;9208;p312"/>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9" name="Google Shape;9209;p312"/>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0" name="Google Shape;9210;p312"/>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1" name="Google Shape;9211;p312"/>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212" name="Google Shape;9212;p312"/>
              <p:cNvGrpSpPr/>
              <p:nvPr/>
            </p:nvGrpSpPr>
            <p:grpSpPr>
              <a:xfrm>
                <a:off x="9097899" y="793051"/>
                <a:ext cx="780287" cy="950500"/>
                <a:chOff x="9097899" y="793051"/>
                <a:chExt cx="780287" cy="950500"/>
              </a:xfrm>
            </p:grpSpPr>
            <p:grpSp>
              <p:nvGrpSpPr>
                <p:cNvPr id="9213" name="Google Shape;9213;p312"/>
                <p:cNvGrpSpPr/>
                <p:nvPr/>
              </p:nvGrpSpPr>
              <p:grpSpPr>
                <a:xfrm>
                  <a:off x="9097899" y="793051"/>
                  <a:ext cx="780287" cy="41909"/>
                  <a:chOff x="9097899" y="793051"/>
                  <a:chExt cx="780287" cy="41909"/>
                </a:xfrm>
              </p:grpSpPr>
              <p:sp>
                <p:nvSpPr>
                  <p:cNvPr id="9214" name="Google Shape;9214;p312"/>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5" name="Google Shape;9215;p312"/>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6" name="Google Shape;9216;p312"/>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217" name="Google Shape;9217;p312"/>
                <p:cNvGrpSpPr/>
                <p:nvPr/>
              </p:nvGrpSpPr>
              <p:grpSpPr>
                <a:xfrm>
                  <a:off x="9097899" y="1247298"/>
                  <a:ext cx="780287" cy="41910"/>
                  <a:chOff x="9097899" y="1247298"/>
                  <a:chExt cx="780287" cy="41910"/>
                </a:xfrm>
              </p:grpSpPr>
              <p:sp>
                <p:nvSpPr>
                  <p:cNvPr id="9218" name="Google Shape;9218;p312"/>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9" name="Google Shape;9219;p312"/>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220" name="Google Shape;9220;p312"/>
                <p:cNvGrpSpPr/>
                <p:nvPr/>
              </p:nvGrpSpPr>
              <p:grpSpPr>
                <a:xfrm>
                  <a:off x="9097899" y="1701641"/>
                  <a:ext cx="780287" cy="41910"/>
                  <a:chOff x="9097899" y="1701641"/>
                  <a:chExt cx="780287" cy="41910"/>
                </a:xfrm>
              </p:grpSpPr>
              <p:sp>
                <p:nvSpPr>
                  <p:cNvPr id="9221" name="Google Shape;9221;p312"/>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2" name="Google Shape;9222;p312"/>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3" name="Google Shape;9223;p312"/>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9224" name="Google Shape;9224;p312"/>
            <p:cNvGrpSpPr/>
            <p:nvPr/>
          </p:nvGrpSpPr>
          <p:grpSpPr>
            <a:xfrm>
              <a:off x="7074117" y="956519"/>
              <a:ext cx="215826" cy="125825"/>
              <a:chOff x="9521952" y="1508283"/>
              <a:chExt cx="256508" cy="149542"/>
            </a:xfrm>
          </p:grpSpPr>
          <p:sp>
            <p:nvSpPr>
              <p:cNvPr id="9225" name="Google Shape;9225;p312"/>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226" name="Google Shape;9226;p312"/>
              <p:cNvGrpSpPr/>
              <p:nvPr/>
            </p:nvGrpSpPr>
            <p:grpSpPr>
              <a:xfrm>
                <a:off x="9556578" y="1534618"/>
                <a:ext cx="183763" cy="98921"/>
                <a:chOff x="9556578" y="1534618"/>
                <a:chExt cx="183763" cy="98921"/>
              </a:xfrm>
            </p:grpSpPr>
            <p:grpSp>
              <p:nvGrpSpPr>
                <p:cNvPr id="9227" name="Google Shape;9227;p312"/>
                <p:cNvGrpSpPr/>
                <p:nvPr/>
              </p:nvGrpSpPr>
              <p:grpSpPr>
                <a:xfrm>
                  <a:off x="9645396" y="1536115"/>
                  <a:ext cx="94945" cy="94946"/>
                  <a:chOff x="9645396" y="1536115"/>
                  <a:chExt cx="94945" cy="94946"/>
                </a:xfrm>
              </p:grpSpPr>
              <p:sp>
                <p:nvSpPr>
                  <p:cNvPr id="9228" name="Google Shape;9228;p312"/>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9" name="Google Shape;9229;p312"/>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230" name="Google Shape;9230;p312"/>
                <p:cNvGrpSpPr/>
                <p:nvPr/>
              </p:nvGrpSpPr>
              <p:grpSpPr>
                <a:xfrm>
                  <a:off x="9556578" y="1534618"/>
                  <a:ext cx="98773" cy="98921"/>
                  <a:chOff x="9556578" y="1534618"/>
                  <a:chExt cx="98773" cy="98921"/>
                </a:xfrm>
              </p:grpSpPr>
              <p:sp>
                <p:nvSpPr>
                  <p:cNvPr id="9231" name="Google Shape;9231;p312"/>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32" name="Google Shape;9232;p312"/>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9233" name="Shape 9233"/>
        <p:cNvGrpSpPr/>
        <p:nvPr/>
      </p:nvGrpSpPr>
      <p:grpSpPr>
        <a:xfrm>
          <a:off x="0" y="0"/>
          <a:ext cx="0" cy="0"/>
          <a:chOff x="0" y="0"/>
          <a:chExt cx="0" cy="0"/>
        </a:xfrm>
      </p:grpSpPr>
    </p:spTree>
  </p:cSld>
  <p:clrMapOvr>
    <a:masterClrMapping/>
  </p:clrMapOvr>
</p:sldLayout>
</file>

<file path=ppt/slideLayouts/slideLayout3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9234" name="Shape 9234"/>
        <p:cNvGrpSpPr/>
        <p:nvPr/>
      </p:nvGrpSpPr>
      <p:grpSpPr>
        <a:xfrm>
          <a:off x="0" y="0"/>
          <a:ext cx="0" cy="0"/>
          <a:chOff x="0" y="0"/>
          <a:chExt cx="0" cy="0"/>
        </a:xfrm>
      </p:grpSpPr>
      <p:sp>
        <p:nvSpPr>
          <p:cNvPr id="9235" name="Google Shape;9235;p31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236" name="Google Shape;9236;p314"/>
          <p:cNvSpPr txBox="1"/>
          <p:nvPr>
            <p:ph hasCustomPrompt="1" idx="2" type="title"/>
          </p:nvPr>
        </p:nvSpPr>
        <p:spPr>
          <a:xfrm>
            <a:off x="110097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237" name="Google Shape;9237;p314"/>
          <p:cNvSpPr txBox="1"/>
          <p:nvPr>
            <p:ph hasCustomPrompt="1" idx="3" type="title"/>
          </p:nvPr>
        </p:nvSpPr>
        <p:spPr>
          <a:xfrm>
            <a:off x="110097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238" name="Google Shape;9238;p314"/>
          <p:cNvSpPr txBox="1"/>
          <p:nvPr>
            <p:ph hasCustomPrompt="1" idx="4" type="title"/>
          </p:nvPr>
        </p:nvSpPr>
        <p:spPr>
          <a:xfrm>
            <a:off x="3419250"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239" name="Google Shape;9239;p314"/>
          <p:cNvSpPr txBox="1"/>
          <p:nvPr>
            <p:ph hasCustomPrompt="1" idx="5" type="title"/>
          </p:nvPr>
        </p:nvSpPr>
        <p:spPr>
          <a:xfrm>
            <a:off x="3419250"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240" name="Google Shape;9240;p314"/>
          <p:cNvSpPr txBox="1"/>
          <p:nvPr>
            <p:ph hasCustomPrompt="1" idx="6" type="title"/>
          </p:nvPr>
        </p:nvSpPr>
        <p:spPr>
          <a:xfrm>
            <a:off x="573752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241" name="Google Shape;9241;p314"/>
          <p:cNvSpPr txBox="1"/>
          <p:nvPr>
            <p:ph hasCustomPrompt="1" idx="7" type="title"/>
          </p:nvPr>
        </p:nvSpPr>
        <p:spPr>
          <a:xfrm>
            <a:off x="573752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242" name="Google Shape;9242;p314"/>
          <p:cNvSpPr txBox="1"/>
          <p:nvPr>
            <p:ph idx="1" type="subTitle"/>
          </p:nvPr>
        </p:nvSpPr>
        <p:spPr>
          <a:xfrm>
            <a:off x="110097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243" name="Google Shape;9243;p314"/>
          <p:cNvSpPr txBox="1"/>
          <p:nvPr>
            <p:ph idx="8" type="subTitle"/>
          </p:nvPr>
        </p:nvSpPr>
        <p:spPr>
          <a:xfrm>
            <a:off x="3419250"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244" name="Google Shape;9244;p314"/>
          <p:cNvSpPr txBox="1"/>
          <p:nvPr>
            <p:ph idx="9" type="subTitle"/>
          </p:nvPr>
        </p:nvSpPr>
        <p:spPr>
          <a:xfrm>
            <a:off x="573752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245" name="Google Shape;9245;p314"/>
          <p:cNvSpPr txBox="1"/>
          <p:nvPr>
            <p:ph idx="13" type="subTitle"/>
          </p:nvPr>
        </p:nvSpPr>
        <p:spPr>
          <a:xfrm>
            <a:off x="110097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246" name="Google Shape;9246;p314"/>
          <p:cNvSpPr txBox="1"/>
          <p:nvPr>
            <p:ph idx="14" type="subTitle"/>
          </p:nvPr>
        </p:nvSpPr>
        <p:spPr>
          <a:xfrm>
            <a:off x="3419250"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247" name="Google Shape;9247;p314"/>
          <p:cNvSpPr txBox="1"/>
          <p:nvPr>
            <p:ph idx="15" type="subTitle"/>
          </p:nvPr>
        </p:nvSpPr>
        <p:spPr>
          <a:xfrm>
            <a:off x="573752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248" name="Google Shape;9248;p314"/>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314"/>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0" name="Google Shape;9250;p314"/>
          <p:cNvGrpSpPr/>
          <p:nvPr/>
        </p:nvGrpSpPr>
        <p:grpSpPr>
          <a:xfrm>
            <a:off x="8114970" y="266839"/>
            <a:ext cx="829992" cy="750888"/>
            <a:chOff x="8114596" y="445039"/>
            <a:chExt cx="633002" cy="572716"/>
          </a:xfrm>
        </p:grpSpPr>
        <p:grpSp>
          <p:nvGrpSpPr>
            <p:cNvPr id="9251" name="Google Shape;9251;p314"/>
            <p:cNvGrpSpPr/>
            <p:nvPr/>
          </p:nvGrpSpPr>
          <p:grpSpPr>
            <a:xfrm>
              <a:off x="8114596" y="445039"/>
              <a:ext cx="633002" cy="572716"/>
              <a:chOff x="7189660" y="520827"/>
              <a:chExt cx="598074" cy="541115"/>
            </a:xfrm>
          </p:grpSpPr>
          <p:sp>
            <p:nvSpPr>
              <p:cNvPr id="9252" name="Google Shape;9252;p314"/>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253" name="Google Shape;9253;p314"/>
              <p:cNvGrpSpPr/>
              <p:nvPr/>
            </p:nvGrpSpPr>
            <p:grpSpPr>
              <a:xfrm>
                <a:off x="7579137" y="551973"/>
                <a:ext cx="164782" cy="41529"/>
                <a:chOff x="7579137" y="551973"/>
                <a:chExt cx="164782" cy="41529"/>
              </a:xfrm>
            </p:grpSpPr>
            <p:sp>
              <p:nvSpPr>
                <p:cNvPr id="9254" name="Google Shape;9254;p314"/>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5" name="Google Shape;9255;p314"/>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6" name="Google Shape;9256;p314"/>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257" name="Google Shape;9257;p314"/>
            <p:cNvGrpSpPr/>
            <p:nvPr/>
          </p:nvGrpSpPr>
          <p:grpSpPr>
            <a:xfrm>
              <a:off x="8184962" y="619646"/>
              <a:ext cx="498115" cy="257273"/>
              <a:chOff x="7256144" y="685800"/>
              <a:chExt cx="470630" cy="243077"/>
            </a:xfrm>
          </p:grpSpPr>
          <p:sp>
            <p:nvSpPr>
              <p:cNvPr id="9258" name="Google Shape;9258;p314"/>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259" name="Google Shape;9259;p314"/>
              <p:cNvGrpSpPr/>
              <p:nvPr/>
            </p:nvGrpSpPr>
            <p:grpSpPr>
              <a:xfrm>
                <a:off x="7512843" y="685800"/>
                <a:ext cx="213931" cy="243077"/>
                <a:chOff x="7512843" y="685800"/>
                <a:chExt cx="213931" cy="243077"/>
              </a:xfrm>
            </p:grpSpPr>
            <p:grpSp>
              <p:nvGrpSpPr>
                <p:cNvPr id="9260" name="Google Shape;9260;p314"/>
                <p:cNvGrpSpPr/>
                <p:nvPr/>
              </p:nvGrpSpPr>
              <p:grpSpPr>
                <a:xfrm>
                  <a:off x="7512843" y="836580"/>
                  <a:ext cx="213931" cy="92297"/>
                  <a:chOff x="7512843" y="836580"/>
                  <a:chExt cx="213931" cy="92297"/>
                </a:xfrm>
              </p:grpSpPr>
              <p:sp>
                <p:nvSpPr>
                  <p:cNvPr id="9261" name="Google Shape;9261;p314"/>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2" name="Google Shape;9262;p314"/>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263" name="Google Shape;9263;p314"/>
                <p:cNvGrpSpPr/>
                <p:nvPr/>
              </p:nvGrpSpPr>
              <p:grpSpPr>
                <a:xfrm>
                  <a:off x="7512843" y="761238"/>
                  <a:ext cx="213931" cy="92296"/>
                  <a:chOff x="7512843" y="761238"/>
                  <a:chExt cx="213931" cy="92296"/>
                </a:xfrm>
              </p:grpSpPr>
              <p:sp>
                <p:nvSpPr>
                  <p:cNvPr id="9264" name="Google Shape;9264;p314"/>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5" name="Google Shape;9265;p314"/>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266" name="Google Shape;9266;p314"/>
                <p:cNvGrpSpPr/>
                <p:nvPr/>
              </p:nvGrpSpPr>
              <p:grpSpPr>
                <a:xfrm>
                  <a:off x="7512843" y="685800"/>
                  <a:ext cx="213931" cy="92297"/>
                  <a:chOff x="7512843" y="685800"/>
                  <a:chExt cx="213931" cy="92297"/>
                </a:xfrm>
              </p:grpSpPr>
              <p:sp>
                <p:nvSpPr>
                  <p:cNvPr id="9267" name="Google Shape;9267;p314"/>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8" name="Google Shape;9268;p314"/>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
        <p:nvSpPr>
          <p:cNvPr id="9269" name="Google Shape;9269;p314"/>
          <p:cNvSpPr/>
          <p:nvPr/>
        </p:nvSpPr>
        <p:spPr>
          <a:xfrm>
            <a:off x="62832" y="4828541"/>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270" name="Google Shape;9270;p314"/>
          <p:cNvGrpSpPr/>
          <p:nvPr/>
        </p:nvGrpSpPr>
        <p:grpSpPr>
          <a:xfrm>
            <a:off x="103395" y="3891186"/>
            <a:ext cx="668783" cy="959747"/>
            <a:chOff x="10519314" y="4728596"/>
            <a:chExt cx="751780" cy="1078731"/>
          </a:xfrm>
        </p:grpSpPr>
        <p:grpSp>
          <p:nvGrpSpPr>
            <p:cNvPr id="9271" name="Google Shape;9271;p314"/>
            <p:cNvGrpSpPr/>
            <p:nvPr/>
          </p:nvGrpSpPr>
          <p:grpSpPr>
            <a:xfrm>
              <a:off x="10519314" y="4728596"/>
              <a:ext cx="626662" cy="1078731"/>
              <a:chOff x="10519314" y="4728596"/>
              <a:chExt cx="626662" cy="1078731"/>
            </a:xfrm>
          </p:grpSpPr>
          <p:grpSp>
            <p:nvGrpSpPr>
              <p:cNvPr id="9272" name="Google Shape;9272;p314"/>
              <p:cNvGrpSpPr/>
              <p:nvPr/>
            </p:nvGrpSpPr>
            <p:grpSpPr>
              <a:xfrm>
                <a:off x="10903220" y="4888205"/>
                <a:ext cx="242756" cy="919122"/>
                <a:chOff x="10903220" y="4888205"/>
                <a:chExt cx="242756" cy="919122"/>
              </a:xfrm>
            </p:grpSpPr>
            <p:sp>
              <p:nvSpPr>
                <p:cNvPr id="9273" name="Google Shape;9273;p314"/>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4" name="Google Shape;9274;p314"/>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5" name="Google Shape;9275;p314"/>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276" name="Google Shape;9276;p314"/>
                <p:cNvGrpSpPr/>
                <p:nvPr/>
              </p:nvGrpSpPr>
              <p:grpSpPr>
                <a:xfrm>
                  <a:off x="11014221" y="5588618"/>
                  <a:ext cx="100021" cy="114784"/>
                  <a:chOff x="11014221" y="5588618"/>
                  <a:chExt cx="100021" cy="114784"/>
                </a:xfrm>
              </p:grpSpPr>
              <p:sp>
                <p:nvSpPr>
                  <p:cNvPr id="9277" name="Google Shape;9277;p314"/>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8" name="Google Shape;9278;p314"/>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9" name="Google Shape;9279;p314"/>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0" name="Google Shape;9280;p314"/>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281" name="Google Shape;9281;p314"/>
              <p:cNvGrpSpPr/>
              <p:nvPr/>
            </p:nvGrpSpPr>
            <p:grpSpPr>
              <a:xfrm>
                <a:off x="10718623" y="4728596"/>
                <a:ext cx="229169" cy="1075979"/>
                <a:chOff x="10718623" y="4728596"/>
                <a:chExt cx="229169" cy="1075979"/>
              </a:xfrm>
            </p:grpSpPr>
            <p:sp>
              <p:nvSpPr>
                <p:cNvPr id="9282" name="Google Shape;9282;p314"/>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3" name="Google Shape;9283;p314"/>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284" name="Google Shape;9284;p314"/>
                <p:cNvGrpSpPr/>
                <p:nvPr/>
              </p:nvGrpSpPr>
              <p:grpSpPr>
                <a:xfrm>
                  <a:off x="10765015" y="5040134"/>
                  <a:ext cx="116314" cy="49775"/>
                  <a:chOff x="10765015" y="5040134"/>
                  <a:chExt cx="116314" cy="49775"/>
                </a:xfrm>
              </p:grpSpPr>
              <p:sp>
                <p:nvSpPr>
                  <p:cNvPr id="9285" name="Google Shape;9285;p314"/>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6" name="Google Shape;9286;p314"/>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287" name="Google Shape;9287;p314"/>
                <p:cNvGrpSpPr/>
                <p:nvPr/>
              </p:nvGrpSpPr>
              <p:grpSpPr>
                <a:xfrm>
                  <a:off x="10784825" y="5436314"/>
                  <a:ext cx="116414" cy="49961"/>
                  <a:chOff x="10784825" y="5436314"/>
                  <a:chExt cx="116414" cy="49961"/>
                </a:xfrm>
              </p:grpSpPr>
              <p:sp>
                <p:nvSpPr>
                  <p:cNvPr id="9288" name="Google Shape;9288;p314"/>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9" name="Google Shape;9289;p314"/>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290" name="Google Shape;9290;p314"/>
              <p:cNvGrpSpPr/>
              <p:nvPr/>
            </p:nvGrpSpPr>
            <p:grpSpPr>
              <a:xfrm>
                <a:off x="10519314" y="4813458"/>
                <a:ext cx="202120" cy="992123"/>
                <a:chOff x="10519314" y="4813458"/>
                <a:chExt cx="202120" cy="992123"/>
              </a:xfrm>
            </p:grpSpPr>
            <p:sp>
              <p:nvSpPr>
                <p:cNvPr id="9291" name="Google Shape;9291;p314"/>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2" name="Google Shape;9292;p314"/>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293" name="Google Shape;9293;p314"/>
                <p:cNvGrpSpPr/>
                <p:nvPr/>
              </p:nvGrpSpPr>
              <p:grpSpPr>
                <a:xfrm>
                  <a:off x="10556176" y="5465730"/>
                  <a:ext cx="128397" cy="44196"/>
                  <a:chOff x="10556176" y="5465730"/>
                  <a:chExt cx="128397" cy="44196"/>
                </a:xfrm>
              </p:grpSpPr>
              <p:sp>
                <p:nvSpPr>
                  <p:cNvPr id="9294" name="Google Shape;9294;p314"/>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5" name="Google Shape;9295;p314"/>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296" name="Google Shape;9296;p314"/>
                <p:cNvGrpSpPr/>
                <p:nvPr/>
              </p:nvGrpSpPr>
              <p:grpSpPr>
                <a:xfrm>
                  <a:off x="10556176" y="5689187"/>
                  <a:ext cx="128397" cy="44196"/>
                  <a:chOff x="10556176" y="5689187"/>
                  <a:chExt cx="128397" cy="44196"/>
                </a:xfrm>
              </p:grpSpPr>
              <p:sp>
                <p:nvSpPr>
                  <p:cNvPr id="9297" name="Google Shape;9297;p314"/>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8" name="Google Shape;9298;p314"/>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9299" name="Google Shape;9299;p314"/>
            <p:cNvGrpSpPr/>
            <p:nvPr/>
          </p:nvGrpSpPr>
          <p:grpSpPr>
            <a:xfrm>
              <a:off x="11058042" y="5088325"/>
              <a:ext cx="213052" cy="717953"/>
              <a:chOff x="11058042" y="5088325"/>
              <a:chExt cx="213052" cy="717953"/>
            </a:xfrm>
          </p:grpSpPr>
          <p:sp>
            <p:nvSpPr>
              <p:cNvPr id="9300" name="Google Shape;9300;p314"/>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1" name="Google Shape;9301;p314"/>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302" name="Google Shape;9302;p314"/>
          <p:cNvGrpSpPr/>
          <p:nvPr/>
        </p:nvGrpSpPr>
        <p:grpSpPr>
          <a:xfrm>
            <a:off x="150676" y="2823493"/>
            <a:ext cx="516117" cy="779220"/>
            <a:chOff x="10572463" y="3528536"/>
            <a:chExt cx="580168" cy="875823"/>
          </a:xfrm>
        </p:grpSpPr>
        <p:grpSp>
          <p:nvGrpSpPr>
            <p:cNvPr id="9303" name="Google Shape;9303;p314"/>
            <p:cNvGrpSpPr/>
            <p:nvPr/>
          </p:nvGrpSpPr>
          <p:grpSpPr>
            <a:xfrm>
              <a:off x="10713815" y="3528536"/>
              <a:ext cx="438816" cy="746664"/>
              <a:chOff x="10713815" y="3528536"/>
              <a:chExt cx="438816" cy="746664"/>
            </a:xfrm>
          </p:grpSpPr>
          <p:sp>
            <p:nvSpPr>
              <p:cNvPr id="9304" name="Google Shape;9304;p314"/>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305" name="Google Shape;9305;p314"/>
              <p:cNvGrpSpPr/>
              <p:nvPr/>
            </p:nvGrpSpPr>
            <p:grpSpPr>
              <a:xfrm>
                <a:off x="10776489" y="3625310"/>
                <a:ext cx="313848" cy="288226"/>
                <a:chOff x="10776489" y="3625310"/>
                <a:chExt cx="313848" cy="288226"/>
              </a:xfrm>
            </p:grpSpPr>
            <p:sp>
              <p:nvSpPr>
                <p:cNvPr id="9306" name="Google Shape;9306;p314"/>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7" name="Google Shape;9307;p314"/>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8" name="Google Shape;9308;p314"/>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9" name="Google Shape;9309;p314"/>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10" name="Google Shape;9310;p314"/>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11" name="Google Shape;9311;p314"/>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312" name="Google Shape;9312;p314"/>
              <p:cNvGrpSpPr/>
              <p:nvPr/>
            </p:nvGrpSpPr>
            <p:grpSpPr>
              <a:xfrm>
                <a:off x="10776489" y="3999547"/>
                <a:ext cx="313848" cy="181546"/>
                <a:chOff x="10776489" y="3999547"/>
                <a:chExt cx="313848" cy="181546"/>
              </a:xfrm>
            </p:grpSpPr>
            <p:sp>
              <p:nvSpPr>
                <p:cNvPr id="9313" name="Google Shape;9313;p314"/>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14" name="Google Shape;9314;p314"/>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15" name="Google Shape;9315;p314"/>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16" name="Google Shape;9316;p314"/>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317" name="Google Shape;9317;p314"/>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318" name="Google Shape;9318;p314"/>
            <p:cNvGrpSpPr/>
            <p:nvPr/>
          </p:nvGrpSpPr>
          <p:grpSpPr>
            <a:xfrm>
              <a:off x="10572463" y="3657790"/>
              <a:ext cx="438817" cy="746569"/>
              <a:chOff x="10572463" y="3657790"/>
              <a:chExt cx="438817" cy="746569"/>
            </a:xfrm>
          </p:grpSpPr>
          <p:sp>
            <p:nvSpPr>
              <p:cNvPr id="9319" name="Google Shape;9319;p314"/>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320" name="Google Shape;9320;p314"/>
              <p:cNvGrpSpPr/>
              <p:nvPr/>
            </p:nvGrpSpPr>
            <p:grpSpPr>
              <a:xfrm>
                <a:off x="10635138" y="3754469"/>
                <a:ext cx="313848" cy="288321"/>
                <a:chOff x="10635138" y="3754469"/>
                <a:chExt cx="313848" cy="288321"/>
              </a:xfrm>
            </p:grpSpPr>
            <p:sp>
              <p:nvSpPr>
                <p:cNvPr id="9321" name="Google Shape;9321;p314"/>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22" name="Google Shape;9322;p314"/>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23" name="Google Shape;9323;p314"/>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24" name="Google Shape;9324;p314"/>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25" name="Google Shape;9325;p314"/>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26" name="Google Shape;9326;p314"/>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327" name="Google Shape;9327;p314"/>
              <p:cNvGrpSpPr/>
              <p:nvPr/>
            </p:nvGrpSpPr>
            <p:grpSpPr>
              <a:xfrm>
                <a:off x="10635138" y="4128801"/>
                <a:ext cx="313848" cy="181547"/>
                <a:chOff x="10635138" y="4128801"/>
                <a:chExt cx="313848" cy="181547"/>
              </a:xfrm>
            </p:grpSpPr>
            <p:sp>
              <p:nvSpPr>
                <p:cNvPr id="9328" name="Google Shape;9328;p314"/>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29" name="Google Shape;9329;p314"/>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0" name="Google Shape;9330;p314"/>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1" name="Google Shape;9331;p314"/>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332" name="Google Shape;9332;p314"/>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333" name="Google Shape;9333;p314"/>
          <p:cNvGrpSpPr/>
          <p:nvPr/>
        </p:nvGrpSpPr>
        <p:grpSpPr>
          <a:xfrm>
            <a:off x="361835" y="3601018"/>
            <a:ext cx="22030" cy="294484"/>
            <a:chOff x="10809827" y="4402455"/>
            <a:chExt cx="24764" cy="330993"/>
          </a:xfrm>
        </p:grpSpPr>
        <p:sp>
          <p:nvSpPr>
            <p:cNvPr id="9334" name="Google Shape;9334;p314"/>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5" name="Google Shape;9335;p314"/>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6" name="Google Shape;9336;p314"/>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3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9337" name="Shape 9337"/>
        <p:cNvGrpSpPr/>
        <p:nvPr/>
      </p:nvGrpSpPr>
      <p:grpSpPr>
        <a:xfrm>
          <a:off x="0" y="0"/>
          <a:ext cx="0" cy="0"/>
          <a:chOff x="0" y="0"/>
          <a:chExt cx="0" cy="0"/>
        </a:xfrm>
      </p:grpSpPr>
      <p:sp>
        <p:nvSpPr>
          <p:cNvPr id="9338" name="Google Shape;9338;p315"/>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339" name="Google Shape;9339;p315"/>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9340" name="Google Shape;9340;p315"/>
          <p:cNvSpPr/>
          <p:nvPr>
            <p:ph idx="2" type="pic"/>
          </p:nvPr>
        </p:nvSpPr>
        <p:spPr>
          <a:xfrm>
            <a:off x="5668975" y="1076550"/>
            <a:ext cx="2990400" cy="2990400"/>
          </a:xfrm>
          <a:prstGeom prst="roundRect">
            <a:avLst>
              <a:gd fmla="val 16667" name="adj"/>
            </a:avLst>
          </a:prstGeom>
          <a:noFill/>
          <a:ln>
            <a:noFill/>
          </a:ln>
        </p:spPr>
      </p:sp>
      <p:sp>
        <p:nvSpPr>
          <p:cNvPr id="9341" name="Google Shape;9341;p315"/>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315"/>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3" name="Google Shape;9343;p315"/>
          <p:cNvGrpSpPr/>
          <p:nvPr/>
        </p:nvGrpSpPr>
        <p:grpSpPr>
          <a:xfrm>
            <a:off x="65066" y="4373044"/>
            <a:ext cx="878158" cy="654532"/>
            <a:chOff x="1114425" y="4361211"/>
            <a:chExt cx="573023" cy="427101"/>
          </a:xfrm>
        </p:grpSpPr>
        <p:grpSp>
          <p:nvGrpSpPr>
            <p:cNvPr id="9344" name="Google Shape;9344;p315"/>
            <p:cNvGrpSpPr/>
            <p:nvPr/>
          </p:nvGrpSpPr>
          <p:grpSpPr>
            <a:xfrm>
              <a:off x="1114425" y="4361211"/>
              <a:ext cx="573023" cy="427101"/>
              <a:chOff x="1114425" y="4361211"/>
              <a:chExt cx="573023" cy="427101"/>
            </a:xfrm>
          </p:grpSpPr>
          <p:sp>
            <p:nvSpPr>
              <p:cNvPr id="9345" name="Google Shape;9345;p315"/>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6" name="Google Shape;9346;p315"/>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7" name="Google Shape;9347;p315"/>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348" name="Google Shape;9348;p315"/>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3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_1">
    <p:spTree>
      <p:nvGrpSpPr>
        <p:cNvPr id="9349" name="Shape 9349"/>
        <p:cNvGrpSpPr/>
        <p:nvPr/>
      </p:nvGrpSpPr>
      <p:grpSpPr>
        <a:xfrm>
          <a:off x="0" y="0"/>
          <a:ext cx="0" cy="0"/>
          <a:chOff x="0" y="0"/>
          <a:chExt cx="0" cy="0"/>
        </a:xfrm>
      </p:grpSpPr>
      <p:sp>
        <p:nvSpPr>
          <p:cNvPr id="9350" name="Google Shape;9350;p316"/>
          <p:cNvSpPr txBox="1"/>
          <p:nvPr>
            <p:ph type="title"/>
          </p:nvPr>
        </p:nvSpPr>
        <p:spPr>
          <a:xfrm>
            <a:off x="2013850" y="841075"/>
            <a:ext cx="5116200" cy="13905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sz="4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351" name="Google Shape;9351;p316"/>
          <p:cNvSpPr txBox="1"/>
          <p:nvPr>
            <p:ph idx="1" type="subTitle"/>
          </p:nvPr>
        </p:nvSpPr>
        <p:spPr>
          <a:xfrm>
            <a:off x="2013850" y="2231525"/>
            <a:ext cx="51162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9352" name="Google Shape;9352;p316"/>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3" name="Google Shape;9353;p316"/>
          <p:cNvGrpSpPr/>
          <p:nvPr/>
        </p:nvGrpSpPr>
        <p:grpSpPr>
          <a:xfrm flipH="1">
            <a:off x="683048" y="4696520"/>
            <a:ext cx="325927" cy="404808"/>
            <a:chOff x="7385113" y="1535430"/>
            <a:chExt cx="435673" cy="541115"/>
          </a:xfrm>
        </p:grpSpPr>
        <p:sp>
          <p:nvSpPr>
            <p:cNvPr id="9354" name="Google Shape;9354;p316"/>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355" name="Google Shape;9355;p316"/>
            <p:cNvGrpSpPr/>
            <p:nvPr/>
          </p:nvGrpSpPr>
          <p:grpSpPr>
            <a:xfrm>
              <a:off x="7612094" y="1566576"/>
              <a:ext cx="164781" cy="41529"/>
              <a:chOff x="7612094" y="1566576"/>
              <a:chExt cx="164781" cy="41529"/>
            </a:xfrm>
          </p:grpSpPr>
          <p:sp>
            <p:nvSpPr>
              <p:cNvPr id="9356" name="Google Shape;9356;p316"/>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57" name="Google Shape;9357;p316"/>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58" name="Google Shape;9358;p316"/>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359" name="Google Shape;9359;p316"/>
          <p:cNvGrpSpPr/>
          <p:nvPr/>
        </p:nvGrpSpPr>
        <p:grpSpPr>
          <a:xfrm flipH="1">
            <a:off x="713902" y="4774546"/>
            <a:ext cx="268636" cy="280965"/>
            <a:chOff x="7420451" y="1639728"/>
            <a:chExt cx="359091" cy="375571"/>
          </a:xfrm>
        </p:grpSpPr>
        <p:sp>
          <p:nvSpPr>
            <p:cNvPr id="9360" name="Google Shape;9360;p316"/>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1" name="Google Shape;9361;p316"/>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362" name="Google Shape;9362;p316"/>
          <p:cNvGrpSpPr/>
          <p:nvPr/>
        </p:nvGrpSpPr>
        <p:grpSpPr>
          <a:xfrm flipH="1">
            <a:off x="96200" y="4469347"/>
            <a:ext cx="355444" cy="644072"/>
            <a:chOff x="1945386" y="5582316"/>
            <a:chExt cx="470725" cy="852963"/>
          </a:xfrm>
        </p:grpSpPr>
        <p:grpSp>
          <p:nvGrpSpPr>
            <p:cNvPr id="9363" name="Google Shape;9363;p316"/>
            <p:cNvGrpSpPr/>
            <p:nvPr/>
          </p:nvGrpSpPr>
          <p:grpSpPr>
            <a:xfrm>
              <a:off x="1945386" y="5582316"/>
              <a:ext cx="470725" cy="852963"/>
              <a:chOff x="1945386" y="5582316"/>
              <a:chExt cx="470725" cy="852963"/>
            </a:xfrm>
          </p:grpSpPr>
          <p:sp>
            <p:nvSpPr>
              <p:cNvPr id="9364" name="Google Shape;9364;p316"/>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5" name="Google Shape;9365;p316"/>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366" name="Google Shape;9366;p316"/>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367" name="Google Shape;9367;p316"/>
          <p:cNvGrpSpPr/>
          <p:nvPr/>
        </p:nvGrpSpPr>
        <p:grpSpPr>
          <a:xfrm>
            <a:off x="7975988" y="116167"/>
            <a:ext cx="1061979" cy="558999"/>
            <a:chOff x="3859815" y="2867310"/>
            <a:chExt cx="1262157" cy="664368"/>
          </a:xfrm>
        </p:grpSpPr>
        <p:sp>
          <p:nvSpPr>
            <p:cNvPr id="9368" name="Google Shape;9368;p316"/>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369" name="Google Shape;9369;p316"/>
            <p:cNvGrpSpPr/>
            <p:nvPr/>
          </p:nvGrpSpPr>
          <p:grpSpPr>
            <a:xfrm>
              <a:off x="4275677" y="3065525"/>
              <a:ext cx="334517" cy="380047"/>
              <a:chOff x="4275677" y="3065525"/>
              <a:chExt cx="334517" cy="380047"/>
            </a:xfrm>
          </p:grpSpPr>
          <p:grpSp>
            <p:nvGrpSpPr>
              <p:cNvPr id="9370" name="Google Shape;9370;p316"/>
              <p:cNvGrpSpPr/>
              <p:nvPr/>
            </p:nvGrpSpPr>
            <p:grpSpPr>
              <a:xfrm>
                <a:off x="4275677" y="3065525"/>
                <a:ext cx="334517" cy="380047"/>
                <a:chOff x="4275677" y="3065525"/>
                <a:chExt cx="334517" cy="380047"/>
              </a:xfrm>
            </p:grpSpPr>
            <p:grpSp>
              <p:nvGrpSpPr>
                <p:cNvPr id="9371" name="Google Shape;9371;p316"/>
                <p:cNvGrpSpPr/>
                <p:nvPr/>
              </p:nvGrpSpPr>
              <p:grpSpPr>
                <a:xfrm>
                  <a:off x="4275677" y="3301269"/>
                  <a:ext cx="334422" cy="144303"/>
                  <a:chOff x="4275677" y="3301269"/>
                  <a:chExt cx="334422" cy="144303"/>
                </a:xfrm>
              </p:grpSpPr>
              <p:sp>
                <p:nvSpPr>
                  <p:cNvPr id="9372" name="Google Shape;9372;p316"/>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73" name="Google Shape;9373;p316"/>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374" name="Google Shape;9374;p316"/>
                <p:cNvGrpSpPr/>
                <p:nvPr/>
              </p:nvGrpSpPr>
              <p:grpSpPr>
                <a:xfrm>
                  <a:off x="4275677" y="3183350"/>
                  <a:ext cx="334422" cy="144302"/>
                  <a:chOff x="4275677" y="3183350"/>
                  <a:chExt cx="334422" cy="144302"/>
                </a:xfrm>
              </p:grpSpPr>
              <p:sp>
                <p:nvSpPr>
                  <p:cNvPr id="9375" name="Google Shape;9375;p316"/>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76" name="Google Shape;9376;p316"/>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377" name="Google Shape;9377;p316"/>
                <p:cNvGrpSpPr/>
                <p:nvPr/>
              </p:nvGrpSpPr>
              <p:grpSpPr>
                <a:xfrm>
                  <a:off x="4275677" y="3065525"/>
                  <a:ext cx="334517" cy="144303"/>
                  <a:chOff x="4275677" y="3065525"/>
                  <a:chExt cx="334517" cy="144303"/>
                </a:xfrm>
              </p:grpSpPr>
              <p:sp>
                <p:nvSpPr>
                  <p:cNvPr id="9378" name="Google Shape;9378;p316"/>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79" name="Google Shape;9379;p316"/>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9380" name="Google Shape;9380;p316"/>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1" name="Google Shape;9381;p316"/>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2" name="Google Shape;9382;p316"/>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383" name="Google Shape;9383;p316"/>
          <p:cNvGrpSpPr/>
          <p:nvPr/>
        </p:nvGrpSpPr>
        <p:grpSpPr>
          <a:xfrm flipH="1" rot="5400000">
            <a:off x="557972" y="4696603"/>
            <a:ext cx="16329" cy="218290"/>
            <a:chOff x="10809827" y="4402455"/>
            <a:chExt cx="24764" cy="330993"/>
          </a:xfrm>
        </p:grpSpPr>
        <p:sp>
          <p:nvSpPr>
            <p:cNvPr id="9384" name="Google Shape;9384;p316"/>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5" name="Google Shape;9385;p316"/>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6" name="Google Shape;9386;p316"/>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387" name="Google Shape;9387;p316"/>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316"/>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9389" name="Shape 9389"/>
        <p:cNvGrpSpPr/>
        <p:nvPr/>
      </p:nvGrpSpPr>
      <p:grpSpPr>
        <a:xfrm>
          <a:off x="0" y="0"/>
          <a:ext cx="0" cy="0"/>
          <a:chOff x="0" y="0"/>
          <a:chExt cx="0" cy="0"/>
        </a:xfrm>
      </p:grpSpPr>
      <p:sp>
        <p:nvSpPr>
          <p:cNvPr id="9390" name="Google Shape;9390;p3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391" name="Google Shape;9391;p317"/>
          <p:cNvSpPr txBox="1"/>
          <p:nvPr>
            <p:ph idx="1" type="subTitle"/>
          </p:nvPr>
        </p:nvSpPr>
        <p:spPr>
          <a:xfrm>
            <a:off x="93762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9392" name="Google Shape;9392;p317"/>
          <p:cNvSpPr txBox="1"/>
          <p:nvPr>
            <p:ph idx="2" type="subTitle"/>
          </p:nvPr>
        </p:nvSpPr>
        <p:spPr>
          <a:xfrm>
            <a:off x="3484347"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9393" name="Google Shape;9393;p317"/>
          <p:cNvSpPr txBox="1"/>
          <p:nvPr>
            <p:ph idx="3" type="subTitle"/>
          </p:nvPr>
        </p:nvSpPr>
        <p:spPr>
          <a:xfrm>
            <a:off x="603107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9394" name="Google Shape;9394;p317"/>
          <p:cNvSpPr txBox="1"/>
          <p:nvPr>
            <p:ph idx="4" type="subTitle"/>
          </p:nvPr>
        </p:nvSpPr>
        <p:spPr>
          <a:xfrm>
            <a:off x="93762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395" name="Google Shape;9395;p317"/>
          <p:cNvSpPr txBox="1"/>
          <p:nvPr>
            <p:ph idx="5" type="subTitle"/>
          </p:nvPr>
        </p:nvSpPr>
        <p:spPr>
          <a:xfrm>
            <a:off x="3484350"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396" name="Google Shape;9396;p317"/>
          <p:cNvSpPr txBox="1"/>
          <p:nvPr>
            <p:ph idx="6" type="subTitle"/>
          </p:nvPr>
        </p:nvSpPr>
        <p:spPr>
          <a:xfrm>
            <a:off x="603107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397" name="Google Shape;9397;p317"/>
          <p:cNvSpPr/>
          <p:nvPr/>
        </p:nvSpPr>
        <p:spPr>
          <a:xfrm flipH="1" rot="8800738">
            <a:off x="7902412" y="4181666"/>
            <a:ext cx="1680262" cy="1358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317"/>
          <p:cNvSpPr/>
          <p:nvPr/>
        </p:nvSpPr>
        <p:spPr>
          <a:xfrm flipH="1" rot="-8942362">
            <a:off x="-983149" y="4040244"/>
            <a:ext cx="2474148" cy="2000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317"/>
          <p:cNvSpPr/>
          <p:nvPr/>
        </p:nvSpPr>
        <p:spPr>
          <a:xfrm flipH="1" rot="1554271">
            <a:off x="7563507" y="-664049"/>
            <a:ext cx="2112334" cy="200257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317"/>
          <p:cNvSpPr/>
          <p:nvPr/>
        </p:nvSpPr>
        <p:spPr>
          <a:xfrm>
            <a:off x="62825" y="1725386"/>
            <a:ext cx="606206" cy="37384"/>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401" name="Google Shape;9401;p317"/>
          <p:cNvGrpSpPr/>
          <p:nvPr/>
        </p:nvGrpSpPr>
        <p:grpSpPr>
          <a:xfrm>
            <a:off x="96399" y="951293"/>
            <a:ext cx="552408" cy="792759"/>
            <a:chOff x="10519314" y="4728596"/>
            <a:chExt cx="751780" cy="1078731"/>
          </a:xfrm>
        </p:grpSpPr>
        <p:grpSp>
          <p:nvGrpSpPr>
            <p:cNvPr id="9402" name="Google Shape;9402;p317"/>
            <p:cNvGrpSpPr/>
            <p:nvPr/>
          </p:nvGrpSpPr>
          <p:grpSpPr>
            <a:xfrm>
              <a:off x="10519314" y="4728596"/>
              <a:ext cx="626662" cy="1078731"/>
              <a:chOff x="10519314" y="4728596"/>
              <a:chExt cx="626662" cy="1078731"/>
            </a:xfrm>
          </p:grpSpPr>
          <p:grpSp>
            <p:nvGrpSpPr>
              <p:cNvPr id="9403" name="Google Shape;9403;p317"/>
              <p:cNvGrpSpPr/>
              <p:nvPr/>
            </p:nvGrpSpPr>
            <p:grpSpPr>
              <a:xfrm>
                <a:off x="10903220" y="4888205"/>
                <a:ext cx="242756" cy="919122"/>
                <a:chOff x="10903220" y="4888205"/>
                <a:chExt cx="242756" cy="919122"/>
              </a:xfrm>
            </p:grpSpPr>
            <p:sp>
              <p:nvSpPr>
                <p:cNvPr id="9404" name="Google Shape;9404;p317"/>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5" name="Google Shape;9405;p317"/>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6" name="Google Shape;9406;p317"/>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407" name="Google Shape;9407;p317"/>
                <p:cNvGrpSpPr/>
                <p:nvPr/>
              </p:nvGrpSpPr>
              <p:grpSpPr>
                <a:xfrm>
                  <a:off x="11014221" y="5588618"/>
                  <a:ext cx="100021" cy="114784"/>
                  <a:chOff x="11014221" y="5588618"/>
                  <a:chExt cx="100021" cy="114784"/>
                </a:xfrm>
              </p:grpSpPr>
              <p:sp>
                <p:nvSpPr>
                  <p:cNvPr id="9408" name="Google Shape;9408;p317"/>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9" name="Google Shape;9409;p317"/>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0" name="Google Shape;9410;p317"/>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1" name="Google Shape;9411;p317"/>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412" name="Google Shape;9412;p317"/>
              <p:cNvGrpSpPr/>
              <p:nvPr/>
            </p:nvGrpSpPr>
            <p:grpSpPr>
              <a:xfrm>
                <a:off x="10718623" y="4728596"/>
                <a:ext cx="229169" cy="1075979"/>
                <a:chOff x="10718623" y="4728596"/>
                <a:chExt cx="229169" cy="1075979"/>
              </a:xfrm>
            </p:grpSpPr>
            <p:sp>
              <p:nvSpPr>
                <p:cNvPr id="9413" name="Google Shape;9413;p317"/>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4" name="Google Shape;9414;p317"/>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415" name="Google Shape;9415;p317"/>
                <p:cNvGrpSpPr/>
                <p:nvPr/>
              </p:nvGrpSpPr>
              <p:grpSpPr>
                <a:xfrm>
                  <a:off x="10765015" y="5040134"/>
                  <a:ext cx="116314" cy="49775"/>
                  <a:chOff x="10765015" y="5040134"/>
                  <a:chExt cx="116314" cy="49775"/>
                </a:xfrm>
              </p:grpSpPr>
              <p:sp>
                <p:nvSpPr>
                  <p:cNvPr id="9416" name="Google Shape;9416;p317"/>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7" name="Google Shape;9417;p317"/>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418" name="Google Shape;9418;p317"/>
                <p:cNvGrpSpPr/>
                <p:nvPr/>
              </p:nvGrpSpPr>
              <p:grpSpPr>
                <a:xfrm>
                  <a:off x="10784825" y="5436314"/>
                  <a:ext cx="116414" cy="49961"/>
                  <a:chOff x="10784825" y="5436314"/>
                  <a:chExt cx="116414" cy="49961"/>
                </a:xfrm>
              </p:grpSpPr>
              <p:sp>
                <p:nvSpPr>
                  <p:cNvPr id="9419" name="Google Shape;9419;p317"/>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0" name="Google Shape;9420;p317"/>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421" name="Google Shape;9421;p317"/>
              <p:cNvGrpSpPr/>
              <p:nvPr/>
            </p:nvGrpSpPr>
            <p:grpSpPr>
              <a:xfrm>
                <a:off x="10519314" y="4813458"/>
                <a:ext cx="202120" cy="992123"/>
                <a:chOff x="10519314" y="4813458"/>
                <a:chExt cx="202120" cy="992123"/>
              </a:xfrm>
            </p:grpSpPr>
            <p:sp>
              <p:nvSpPr>
                <p:cNvPr id="9422" name="Google Shape;9422;p317"/>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3" name="Google Shape;9423;p317"/>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424" name="Google Shape;9424;p317"/>
                <p:cNvGrpSpPr/>
                <p:nvPr/>
              </p:nvGrpSpPr>
              <p:grpSpPr>
                <a:xfrm>
                  <a:off x="10556176" y="5465730"/>
                  <a:ext cx="128397" cy="44196"/>
                  <a:chOff x="10556176" y="5465730"/>
                  <a:chExt cx="128397" cy="44196"/>
                </a:xfrm>
              </p:grpSpPr>
              <p:sp>
                <p:nvSpPr>
                  <p:cNvPr id="9425" name="Google Shape;9425;p317"/>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6" name="Google Shape;9426;p317"/>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427" name="Google Shape;9427;p317"/>
                <p:cNvGrpSpPr/>
                <p:nvPr/>
              </p:nvGrpSpPr>
              <p:grpSpPr>
                <a:xfrm>
                  <a:off x="10556176" y="5689187"/>
                  <a:ext cx="128397" cy="44196"/>
                  <a:chOff x="10556176" y="5689187"/>
                  <a:chExt cx="128397" cy="44196"/>
                </a:xfrm>
              </p:grpSpPr>
              <p:sp>
                <p:nvSpPr>
                  <p:cNvPr id="9428" name="Google Shape;9428;p317"/>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9" name="Google Shape;9429;p317"/>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9430" name="Google Shape;9430;p317"/>
            <p:cNvGrpSpPr/>
            <p:nvPr/>
          </p:nvGrpSpPr>
          <p:grpSpPr>
            <a:xfrm>
              <a:off x="11058042" y="5088325"/>
              <a:ext cx="213052" cy="717953"/>
              <a:chOff x="11058042" y="5088325"/>
              <a:chExt cx="213052" cy="717953"/>
            </a:xfrm>
          </p:grpSpPr>
          <p:sp>
            <p:nvSpPr>
              <p:cNvPr id="9431" name="Google Shape;9431;p317"/>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32" name="Google Shape;9432;p317"/>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433" name="Google Shape;9433;p317"/>
          <p:cNvGrpSpPr/>
          <p:nvPr/>
        </p:nvGrpSpPr>
        <p:grpSpPr>
          <a:xfrm>
            <a:off x="135453" y="69369"/>
            <a:ext cx="426307" cy="643642"/>
            <a:chOff x="10572463" y="3528536"/>
            <a:chExt cx="580168" cy="875823"/>
          </a:xfrm>
        </p:grpSpPr>
        <p:grpSp>
          <p:nvGrpSpPr>
            <p:cNvPr id="9434" name="Google Shape;9434;p317"/>
            <p:cNvGrpSpPr/>
            <p:nvPr/>
          </p:nvGrpSpPr>
          <p:grpSpPr>
            <a:xfrm>
              <a:off x="10713815" y="3528536"/>
              <a:ext cx="438816" cy="746664"/>
              <a:chOff x="10713815" y="3528536"/>
              <a:chExt cx="438816" cy="746664"/>
            </a:xfrm>
          </p:grpSpPr>
          <p:sp>
            <p:nvSpPr>
              <p:cNvPr id="9435" name="Google Shape;9435;p317"/>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436" name="Google Shape;9436;p317"/>
              <p:cNvGrpSpPr/>
              <p:nvPr/>
            </p:nvGrpSpPr>
            <p:grpSpPr>
              <a:xfrm>
                <a:off x="10776489" y="3625310"/>
                <a:ext cx="313848" cy="288226"/>
                <a:chOff x="10776489" y="3625310"/>
                <a:chExt cx="313848" cy="288226"/>
              </a:xfrm>
            </p:grpSpPr>
            <p:sp>
              <p:nvSpPr>
                <p:cNvPr id="9437" name="Google Shape;9437;p317"/>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38" name="Google Shape;9438;p317"/>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39" name="Google Shape;9439;p317"/>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40" name="Google Shape;9440;p317"/>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41" name="Google Shape;9441;p317"/>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42" name="Google Shape;9442;p317"/>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443" name="Google Shape;9443;p317"/>
              <p:cNvGrpSpPr/>
              <p:nvPr/>
            </p:nvGrpSpPr>
            <p:grpSpPr>
              <a:xfrm>
                <a:off x="10776489" y="3999547"/>
                <a:ext cx="313848" cy="181546"/>
                <a:chOff x="10776489" y="3999547"/>
                <a:chExt cx="313848" cy="181546"/>
              </a:xfrm>
            </p:grpSpPr>
            <p:sp>
              <p:nvSpPr>
                <p:cNvPr id="9444" name="Google Shape;9444;p317"/>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45" name="Google Shape;9445;p317"/>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46" name="Google Shape;9446;p317"/>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47" name="Google Shape;9447;p317"/>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448" name="Google Shape;9448;p317"/>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449" name="Google Shape;9449;p317"/>
            <p:cNvGrpSpPr/>
            <p:nvPr/>
          </p:nvGrpSpPr>
          <p:grpSpPr>
            <a:xfrm>
              <a:off x="10572463" y="3657790"/>
              <a:ext cx="438817" cy="746569"/>
              <a:chOff x="10572463" y="3657790"/>
              <a:chExt cx="438817" cy="746569"/>
            </a:xfrm>
          </p:grpSpPr>
          <p:sp>
            <p:nvSpPr>
              <p:cNvPr id="9450" name="Google Shape;9450;p317"/>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451" name="Google Shape;9451;p317"/>
              <p:cNvGrpSpPr/>
              <p:nvPr/>
            </p:nvGrpSpPr>
            <p:grpSpPr>
              <a:xfrm>
                <a:off x="10635138" y="3754469"/>
                <a:ext cx="313848" cy="288321"/>
                <a:chOff x="10635138" y="3754469"/>
                <a:chExt cx="313848" cy="288321"/>
              </a:xfrm>
            </p:grpSpPr>
            <p:sp>
              <p:nvSpPr>
                <p:cNvPr id="9452" name="Google Shape;9452;p317"/>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3" name="Google Shape;9453;p317"/>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4" name="Google Shape;9454;p317"/>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5" name="Google Shape;9455;p317"/>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6" name="Google Shape;9456;p317"/>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7" name="Google Shape;9457;p317"/>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458" name="Google Shape;9458;p317"/>
              <p:cNvGrpSpPr/>
              <p:nvPr/>
            </p:nvGrpSpPr>
            <p:grpSpPr>
              <a:xfrm>
                <a:off x="10635138" y="4128801"/>
                <a:ext cx="313848" cy="181547"/>
                <a:chOff x="10635138" y="4128801"/>
                <a:chExt cx="313848" cy="181547"/>
              </a:xfrm>
            </p:grpSpPr>
            <p:sp>
              <p:nvSpPr>
                <p:cNvPr id="9459" name="Google Shape;9459;p317"/>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60" name="Google Shape;9460;p317"/>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61" name="Google Shape;9461;p317"/>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62" name="Google Shape;9462;p317"/>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463" name="Google Shape;9463;p317"/>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464" name="Google Shape;9464;p317"/>
          <p:cNvGrpSpPr/>
          <p:nvPr/>
        </p:nvGrpSpPr>
        <p:grpSpPr>
          <a:xfrm>
            <a:off x="309868" y="711612"/>
            <a:ext cx="18197" cy="243247"/>
            <a:chOff x="10809827" y="4402455"/>
            <a:chExt cx="24764" cy="330993"/>
          </a:xfrm>
        </p:grpSpPr>
        <p:sp>
          <p:nvSpPr>
            <p:cNvPr id="9465" name="Google Shape;9465;p317"/>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66" name="Google Shape;9466;p317"/>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67" name="Google Shape;9467;p317"/>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468" name="Google Shape;9468;p317"/>
          <p:cNvGrpSpPr/>
          <p:nvPr/>
        </p:nvGrpSpPr>
        <p:grpSpPr>
          <a:xfrm>
            <a:off x="8421644" y="1045085"/>
            <a:ext cx="396068" cy="717683"/>
            <a:chOff x="1945386" y="5582316"/>
            <a:chExt cx="470725" cy="852963"/>
          </a:xfrm>
        </p:grpSpPr>
        <p:grpSp>
          <p:nvGrpSpPr>
            <p:cNvPr id="9469" name="Google Shape;9469;p317"/>
            <p:cNvGrpSpPr/>
            <p:nvPr/>
          </p:nvGrpSpPr>
          <p:grpSpPr>
            <a:xfrm>
              <a:off x="1945386" y="5582316"/>
              <a:ext cx="470725" cy="852963"/>
              <a:chOff x="1945386" y="5582316"/>
              <a:chExt cx="470725" cy="852963"/>
            </a:xfrm>
          </p:grpSpPr>
          <p:sp>
            <p:nvSpPr>
              <p:cNvPr id="9470" name="Google Shape;9470;p317"/>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71" name="Google Shape;9471;p317"/>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472" name="Google Shape;9472;p317"/>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473" name="Google Shape;9473;p317"/>
          <p:cNvGrpSpPr/>
          <p:nvPr/>
        </p:nvGrpSpPr>
        <p:grpSpPr>
          <a:xfrm>
            <a:off x="8088695" y="57742"/>
            <a:ext cx="1061979" cy="558999"/>
            <a:chOff x="3859815" y="2867310"/>
            <a:chExt cx="1262157" cy="664368"/>
          </a:xfrm>
        </p:grpSpPr>
        <p:sp>
          <p:nvSpPr>
            <p:cNvPr id="9474" name="Google Shape;9474;p317"/>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475" name="Google Shape;9475;p317"/>
            <p:cNvGrpSpPr/>
            <p:nvPr/>
          </p:nvGrpSpPr>
          <p:grpSpPr>
            <a:xfrm>
              <a:off x="4275677" y="3065525"/>
              <a:ext cx="334517" cy="380047"/>
              <a:chOff x="4275677" y="3065525"/>
              <a:chExt cx="334517" cy="380047"/>
            </a:xfrm>
          </p:grpSpPr>
          <p:grpSp>
            <p:nvGrpSpPr>
              <p:cNvPr id="9476" name="Google Shape;9476;p317"/>
              <p:cNvGrpSpPr/>
              <p:nvPr/>
            </p:nvGrpSpPr>
            <p:grpSpPr>
              <a:xfrm>
                <a:off x="4275677" y="3065525"/>
                <a:ext cx="334517" cy="380047"/>
                <a:chOff x="4275677" y="3065525"/>
                <a:chExt cx="334517" cy="380047"/>
              </a:xfrm>
            </p:grpSpPr>
            <p:grpSp>
              <p:nvGrpSpPr>
                <p:cNvPr id="9477" name="Google Shape;9477;p317"/>
                <p:cNvGrpSpPr/>
                <p:nvPr/>
              </p:nvGrpSpPr>
              <p:grpSpPr>
                <a:xfrm>
                  <a:off x="4275677" y="3301269"/>
                  <a:ext cx="334422" cy="144303"/>
                  <a:chOff x="4275677" y="3301269"/>
                  <a:chExt cx="334422" cy="144303"/>
                </a:xfrm>
              </p:grpSpPr>
              <p:sp>
                <p:nvSpPr>
                  <p:cNvPr id="9478" name="Google Shape;9478;p317"/>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79" name="Google Shape;9479;p317"/>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480" name="Google Shape;9480;p317"/>
                <p:cNvGrpSpPr/>
                <p:nvPr/>
              </p:nvGrpSpPr>
              <p:grpSpPr>
                <a:xfrm>
                  <a:off x="4275677" y="3183350"/>
                  <a:ext cx="334422" cy="144302"/>
                  <a:chOff x="4275677" y="3183350"/>
                  <a:chExt cx="334422" cy="144302"/>
                </a:xfrm>
              </p:grpSpPr>
              <p:sp>
                <p:nvSpPr>
                  <p:cNvPr id="9481" name="Google Shape;9481;p317"/>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2" name="Google Shape;9482;p317"/>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483" name="Google Shape;9483;p317"/>
                <p:cNvGrpSpPr/>
                <p:nvPr/>
              </p:nvGrpSpPr>
              <p:grpSpPr>
                <a:xfrm>
                  <a:off x="4275677" y="3065525"/>
                  <a:ext cx="334517" cy="144303"/>
                  <a:chOff x="4275677" y="3065525"/>
                  <a:chExt cx="334517" cy="144303"/>
                </a:xfrm>
              </p:grpSpPr>
              <p:sp>
                <p:nvSpPr>
                  <p:cNvPr id="9484" name="Google Shape;9484;p317"/>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5" name="Google Shape;9485;p317"/>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9486" name="Google Shape;9486;p317"/>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7" name="Google Shape;9487;p317"/>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8" name="Google Shape;9488;p317"/>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489" name="Google Shape;9489;p317"/>
          <p:cNvGrpSpPr/>
          <p:nvPr/>
        </p:nvGrpSpPr>
        <p:grpSpPr>
          <a:xfrm>
            <a:off x="8582238" y="611818"/>
            <a:ext cx="33124" cy="442802"/>
            <a:chOff x="10809827" y="4402455"/>
            <a:chExt cx="24764" cy="330993"/>
          </a:xfrm>
        </p:grpSpPr>
        <p:sp>
          <p:nvSpPr>
            <p:cNvPr id="9490" name="Google Shape;9490;p317"/>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91" name="Google Shape;9491;p317"/>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92" name="Google Shape;9492;p317"/>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3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9493" name="Shape 9493"/>
        <p:cNvGrpSpPr/>
        <p:nvPr/>
      </p:nvGrpSpPr>
      <p:grpSpPr>
        <a:xfrm>
          <a:off x="0" y="0"/>
          <a:ext cx="0" cy="0"/>
          <a:chOff x="0" y="0"/>
          <a:chExt cx="0" cy="0"/>
        </a:xfrm>
      </p:grpSpPr>
      <p:sp>
        <p:nvSpPr>
          <p:cNvPr id="9494" name="Google Shape;9494;p3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495" name="Google Shape;9495;p318"/>
          <p:cNvSpPr txBox="1"/>
          <p:nvPr>
            <p:ph idx="1" type="subTitle"/>
          </p:nvPr>
        </p:nvSpPr>
        <p:spPr>
          <a:xfrm>
            <a:off x="1253225"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9496" name="Google Shape;9496;p318"/>
          <p:cNvSpPr txBox="1"/>
          <p:nvPr>
            <p:ph idx="2" type="subTitle"/>
          </p:nvPr>
        </p:nvSpPr>
        <p:spPr>
          <a:xfrm>
            <a:off x="5079776"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9497" name="Google Shape;9497;p318"/>
          <p:cNvSpPr txBox="1"/>
          <p:nvPr>
            <p:ph idx="3" type="subTitle"/>
          </p:nvPr>
        </p:nvSpPr>
        <p:spPr>
          <a:xfrm>
            <a:off x="1253225"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9498" name="Google Shape;9498;p318"/>
          <p:cNvSpPr txBox="1"/>
          <p:nvPr>
            <p:ph idx="4" type="subTitle"/>
          </p:nvPr>
        </p:nvSpPr>
        <p:spPr>
          <a:xfrm>
            <a:off x="5079776"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9499" name="Google Shape;9499;p318"/>
          <p:cNvSpPr txBox="1"/>
          <p:nvPr>
            <p:ph idx="5" type="subTitle"/>
          </p:nvPr>
        </p:nvSpPr>
        <p:spPr>
          <a:xfrm>
            <a:off x="1253225"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500" name="Google Shape;9500;p318"/>
          <p:cNvSpPr txBox="1"/>
          <p:nvPr>
            <p:ph idx="6" type="subTitle"/>
          </p:nvPr>
        </p:nvSpPr>
        <p:spPr>
          <a:xfrm>
            <a:off x="1253225"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501" name="Google Shape;9501;p318"/>
          <p:cNvSpPr txBox="1"/>
          <p:nvPr>
            <p:ph idx="7" type="subTitle"/>
          </p:nvPr>
        </p:nvSpPr>
        <p:spPr>
          <a:xfrm>
            <a:off x="5079750"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502" name="Google Shape;9502;p318"/>
          <p:cNvSpPr txBox="1"/>
          <p:nvPr>
            <p:ph idx="8" type="subTitle"/>
          </p:nvPr>
        </p:nvSpPr>
        <p:spPr>
          <a:xfrm>
            <a:off x="5079750"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503" name="Google Shape;9503;p318"/>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318"/>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5" name="Google Shape;9505;p318"/>
          <p:cNvGrpSpPr/>
          <p:nvPr/>
        </p:nvGrpSpPr>
        <p:grpSpPr>
          <a:xfrm>
            <a:off x="65066" y="4373044"/>
            <a:ext cx="878158" cy="654532"/>
            <a:chOff x="1114425" y="4361211"/>
            <a:chExt cx="573023" cy="427101"/>
          </a:xfrm>
        </p:grpSpPr>
        <p:grpSp>
          <p:nvGrpSpPr>
            <p:cNvPr id="9506" name="Google Shape;9506;p318"/>
            <p:cNvGrpSpPr/>
            <p:nvPr/>
          </p:nvGrpSpPr>
          <p:grpSpPr>
            <a:xfrm>
              <a:off x="1114425" y="4361211"/>
              <a:ext cx="573023" cy="427101"/>
              <a:chOff x="1114425" y="4361211"/>
              <a:chExt cx="573023" cy="427101"/>
            </a:xfrm>
          </p:grpSpPr>
          <p:sp>
            <p:nvSpPr>
              <p:cNvPr id="9507" name="Google Shape;9507;p318"/>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8" name="Google Shape;9508;p318"/>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9" name="Google Shape;9509;p318"/>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510" name="Google Shape;9510;p318"/>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511" name="Google Shape;9511;p318"/>
          <p:cNvGrpSpPr/>
          <p:nvPr/>
        </p:nvGrpSpPr>
        <p:grpSpPr>
          <a:xfrm>
            <a:off x="8114970" y="266839"/>
            <a:ext cx="829992" cy="750888"/>
            <a:chOff x="8114596" y="445039"/>
            <a:chExt cx="633002" cy="572716"/>
          </a:xfrm>
        </p:grpSpPr>
        <p:grpSp>
          <p:nvGrpSpPr>
            <p:cNvPr id="9512" name="Google Shape;9512;p318"/>
            <p:cNvGrpSpPr/>
            <p:nvPr/>
          </p:nvGrpSpPr>
          <p:grpSpPr>
            <a:xfrm>
              <a:off x="8114596" y="445039"/>
              <a:ext cx="633002" cy="572716"/>
              <a:chOff x="7189660" y="520827"/>
              <a:chExt cx="598074" cy="541115"/>
            </a:xfrm>
          </p:grpSpPr>
          <p:sp>
            <p:nvSpPr>
              <p:cNvPr id="9513" name="Google Shape;9513;p318"/>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514" name="Google Shape;9514;p318"/>
              <p:cNvGrpSpPr/>
              <p:nvPr/>
            </p:nvGrpSpPr>
            <p:grpSpPr>
              <a:xfrm>
                <a:off x="7579137" y="551973"/>
                <a:ext cx="164782" cy="41529"/>
                <a:chOff x="7579137" y="551973"/>
                <a:chExt cx="164782" cy="41529"/>
              </a:xfrm>
            </p:grpSpPr>
            <p:sp>
              <p:nvSpPr>
                <p:cNvPr id="9515" name="Google Shape;9515;p318"/>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16" name="Google Shape;9516;p318"/>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17" name="Google Shape;9517;p318"/>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518" name="Google Shape;9518;p318"/>
            <p:cNvGrpSpPr/>
            <p:nvPr/>
          </p:nvGrpSpPr>
          <p:grpSpPr>
            <a:xfrm>
              <a:off x="8184962" y="619646"/>
              <a:ext cx="498115" cy="257273"/>
              <a:chOff x="7256144" y="685800"/>
              <a:chExt cx="470630" cy="243077"/>
            </a:xfrm>
          </p:grpSpPr>
          <p:sp>
            <p:nvSpPr>
              <p:cNvPr id="9519" name="Google Shape;9519;p318"/>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520" name="Google Shape;9520;p318"/>
              <p:cNvGrpSpPr/>
              <p:nvPr/>
            </p:nvGrpSpPr>
            <p:grpSpPr>
              <a:xfrm>
                <a:off x="7512843" y="685800"/>
                <a:ext cx="213931" cy="243077"/>
                <a:chOff x="7512843" y="685800"/>
                <a:chExt cx="213931" cy="243077"/>
              </a:xfrm>
            </p:grpSpPr>
            <p:grpSp>
              <p:nvGrpSpPr>
                <p:cNvPr id="9521" name="Google Shape;9521;p318"/>
                <p:cNvGrpSpPr/>
                <p:nvPr/>
              </p:nvGrpSpPr>
              <p:grpSpPr>
                <a:xfrm>
                  <a:off x="7512843" y="836580"/>
                  <a:ext cx="213931" cy="92297"/>
                  <a:chOff x="7512843" y="836580"/>
                  <a:chExt cx="213931" cy="92297"/>
                </a:xfrm>
              </p:grpSpPr>
              <p:sp>
                <p:nvSpPr>
                  <p:cNvPr id="9522" name="Google Shape;9522;p318"/>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23" name="Google Shape;9523;p318"/>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524" name="Google Shape;9524;p318"/>
                <p:cNvGrpSpPr/>
                <p:nvPr/>
              </p:nvGrpSpPr>
              <p:grpSpPr>
                <a:xfrm>
                  <a:off x="7512843" y="761238"/>
                  <a:ext cx="213931" cy="92296"/>
                  <a:chOff x="7512843" y="761238"/>
                  <a:chExt cx="213931" cy="92296"/>
                </a:xfrm>
              </p:grpSpPr>
              <p:sp>
                <p:nvSpPr>
                  <p:cNvPr id="9525" name="Google Shape;9525;p318"/>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26" name="Google Shape;9526;p318"/>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527" name="Google Shape;9527;p318"/>
                <p:cNvGrpSpPr/>
                <p:nvPr/>
              </p:nvGrpSpPr>
              <p:grpSpPr>
                <a:xfrm>
                  <a:off x="7512843" y="685800"/>
                  <a:ext cx="213931" cy="92297"/>
                  <a:chOff x="7512843" y="685800"/>
                  <a:chExt cx="213931" cy="92297"/>
                </a:xfrm>
              </p:grpSpPr>
              <p:sp>
                <p:nvSpPr>
                  <p:cNvPr id="9528" name="Google Shape;9528;p318"/>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29" name="Google Shape;9529;p318"/>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3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9530" name="Shape 9530"/>
        <p:cNvGrpSpPr/>
        <p:nvPr/>
      </p:nvGrpSpPr>
      <p:grpSpPr>
        <a:xfrm>
          <a:off x="0" y="0"/>
          <a:ext cx="0" cy="0"/>
          <a:chOff x="0" y="0"/>
          <a:chExt cx="0" cy="0"/>
        </a:xfrm>
      </p:grpSpPr>
      <p:sp>
        <p:nvSpPr>
          <p:cNvPr id="9531" name="Google Shape;9531;p3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532" name="Google Shape;9532;p319"/>
          <p:cNvSpPr txBox="1"/>
          <p:nvPr>
            <p:ph idx="1" type="subTitle"/>
          </p:nvPr>
        </p:nvSpPr>
        <p:spPr>
          <a:xfrm>
            <a:off x="723900" y="171015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9533" name="Google Shape;9533;p319"/>
          <p:cNvSpPr txBox="1"/>
          <p:nvPr>
            <p:ph idx="2" type="subTitle"/>
          </p:nvPr>
        </p:nvSpPr>
        <p:spPr>
          <a:xfrm>
            <a:off x="3577144"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9534" name="Google Shape;9534;p319"/>
          <p:cNvSpPr txBox="1"/>
          <p:nvPr>
            <p:ph idx="3" type="subTitle"/>
          </p:nvPr>
        </p:nvSpPr>
        <p:spPr>
          <a:xfrm>
            <a:off x="723900"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9535" name="Google Shape;9535;p319"/>
          <p:cNvSpPr txBox="1"/>
          <p:nvPr>
            <p:ph idx="4" type="subTitle"/>
          </p:nvPr>
        </p:nvSpPr>
        <p:spPr>
          <a:xfrm>
            <a:off x="3577144"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9536" name="Google Shape;9536;p319"/>
          <p:cNvSpPr txBox="1"/>
          <p:nvPr>
            <p:ph idx="5" type="subTitle"/>
          </p:nvPr>
        </p:nvSpPr>
        <p:spPr>
          <a:xfrm>
            <a:off x="6430388"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9537" name="Google Shape;9537;p319"/>
          <p:cNvSpPr txBox="1"/>
          <p:nvPr>
            <p:ph idx="6" type="subTitle"/>
          </p:nvPr>
        </p:nvSpPr>
        <p:spPr>
          <a:xfrm>
            <a:off x="6430388"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9538" name="Google Shape;9538;p319"/>
          <p:cNvSpPr txBox="1"/>
          <p:nvPr>
            <p:ph idx="7" type="subTitle"/>
          </p:nvPr>
        </p:nvSpPr>
        <p:spPr>
          <a:xfrm>
            <a:off x="731700" y="1060275"/>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539" name="Google Shape;9539;p319"/>
          <p:cNvSpPr txBox="1"/>
          <p:nvPr>
            <p:ph idx="8" type="subTitle"/>
          </p:nvPr>
        </p:nvSpPr>
        <p:spPr>
          <a:xfrm>
            <a:off x="3582994"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540" name="Google Shape;9540;p319"/>
          <p:cNvSpPr txBox="1"/>
          <p:nvPr>
            <p:ph idx="9" type="subTitle"/>
          </p:nvPr>
        </p:nvSpPr>
        <p:spPr>
          <a:xfrm>
            <a:off x="6434288"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541" name="Google Shape;9541;p319"/>
          <p:cNvSpPr txBox="1"/>
          <p:nvPr>
            <p:ph idx="13" type="subTitle"/>
          </p:nvPr>
        </p:nvSpPr>
        <p:spPr>
          <a:xfrm>
            <a:off x="723900" y="2845800"/>
            <a:ext cx="19860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542" name="Google Shape;9542;p319"/>
          <p:cNvSpPr txBox="1"/>
          <p:nvPr>
            <p:ph idx="14" type="subTitle"/>
          </p:nvPr>
        </p:nvSpPr>
        <p:spPr>
          <a:xfrm>
            <a:off x="3582995"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543" name="Google Shape;9543;p319"/>
          <p:cNvSpPr txBox="1"/>
          <p:nvPr>
            <p:ph idx="15" type="subTitle"/>
          </p:nvPr>
        </p:nvSpPr>
        <p:spPr>
          <a:xfrm>
            <a:off x="6434290"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544" name="Google Shape;9544;p319"/>
          <p:cNvSpPr/>
          <p:nvPr/>
        </p:nvSpPr>
        <p:spPr>
          <a:xfrm flipH="1" rot="-3263452">
            <a:off x="7372110" y="40383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319"/>
          <p:cNvSpPr/>
          <p:nvPr/>
        </p:nvSpPr>
        <p:spPr>
          <a:xfrm flipH="1" rot="531647">
            <a:off x="-1621232" y="4095570"/>
            <a:ext cx="2581069" cy="208704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319"/>
          <p:cNvSpPr/>
          <p:nvPr/>
        </p:nvSpPr>
        <p:spPr>
          <a:xfrm flipH="1" rot="460658">
            <a:off x="7344116" y="-1448948"/>
            <a:ext cx="3053845" cy="246933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7" name="Google Shape;9547;p319"/>
          <p:cNvGrpSpPr/>
          <p:nvPr/>
        </p:nvGrpSpPr>
        <p:grpSpPr>
          <a:xfrm>
            <a:off x="7931872" y="177093"/>
            <a:ext cx="997823" cy="737095"/>
            <a:chOff x="7931872" y="177093"/>
            <a:chExt cx="997823" cy="737095"/>
          </a:xfrm>
        </p:grpSpPr>
        <p:grpSp>
          <p:nvGrpSpPr>
            <p:cNvPr id="9548" name="Google Shape;9548;p319"/>
            <p:cNvGrpSpPr/>
            <p:nvPr/>
          </p:nvGrpSpPr>
          <p:grpSpPr>
            <a:xfrm>
              <a:off x="7931872" y="177093"/>
              <a:ext cx="919725" cy="318025"/>
              <a:chOff x="7230903" y="4635722"/>
              <a:chExt cx="652843" cy="225742"/>
            </a:xfrm>
          </p:grpSpPr>
          <p:sp>
            <p:nvSpPr>
              <p:cNvPr id="9549" name="Google Shape;9549;p319"/>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50" name="Google Shape;9550;p319"/>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551" name="Google Shape;9551;p319"/>
              <p:cNvGrpSpPr/>
              <p:nvPr/>
            </p:nvGrpSpPr>
            <p:grpSpPr>
              <a:xfrm>
                <a:off x="7487126" y="4676394"/>
                <a:ext cx="332041" cy="142684"/>
                <a:chOff x="7487126" y="4676394"/>
                <a:chExt cx="332041" cy="142684"/>
              </a:xfrm>
            </p:grpSpPr>
            <p:sp>
              <p:nvSpPr>
                <p:cNvPr id="9552" name="Google Shape;9552;p319"/>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53" name="Google Shape;9553;p319"/>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54" name="Google Shape;9554;p319"/>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55" name="Google Shape;9555;p319"/>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556" name="Google Shape;9556;p319"/>
            <p:cNvGrpSpPr/>
            <p:nvPr/>
          </p:nvGrpSpPr>
          <p:grpSpPr>
            <a:xfrm>
              <a:off x="7931872" y="596163"/>
              <a:ext cx="919725" cy="318025"/>
              <a:chOff x="7230903" y="4933188"/>
              <a:chExt cx="652843" cy="225742"/>
            </a:xfrm>
          </p:grpSpPr>
          <p:grpSp>
            <p:nvGrpSpPr>
              <p:cNvPr id="9557" name="Google Shape;9557;p319"/>
              <p:cNvGrpSpPr/>
              <p:nvPr/>
            </p:nvGrpSpPr>
            <p:grpSpPr>
              <a:xfrm>
                <a:off x="7230903" y="4933188"/>
                <a:ext cx="652843" cy="225742"/>
                <a:chOff x="7230903" y="4933188"/>
                <a:chExt cx="652843" cy="225742"/>
              </a:xfrm>
            </p:grpSpPr>
            <p:sp>
              <p:nvSpPr>
                <p:cNvPr id="9558" name="Google Shape;9558;p319"/>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59" name="Google Shape;9559;p319"/>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560" name="Google Shape;9560;p319"/>
                <p:cNvGrpSpPr/>
                <p:nvPr/>
              </p:nvGrpSpPr>
              <p:grpSpPr>
                <a:xfrm>
                  <a:off x="7487126" y="4973859"/>
                  <a:ext cx="332041" cy="142684"/>
                  <a:chOff x="7487126" y="4973859"/>
                  <a:chExt cx="332041" cy="142684"/>
                </a:xfrm>
              </p:grpSpPr>
              <p:sp>
                <p:nvSpPr>
                  <p:cNvPr id="9561" name="Google Shape;9561;p319"/>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62" name="Google Shape;9562;p319"/>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63" name="Google Shape;9563;p319"/>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64" name="Google Shape;9564;p319"/>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9565" name="Google Shape;9565;p319"/>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566" name="Google Shape;9566;p319"/>
            <p:cNvGrpSpPr/>
            <p:nvPr/>
          </p:nvGrpSpPr>
          <p:grpSpPr>
            <a:xfrm>
              <a:off x="8756326" y="539537"/>
              <a:ext cx="173370" cy="112691"/>
              <a:chOff x="7816120" y="4892994"/>
              <a:chExt cx="123062" cy="79991"/>
            </a:xfrm>
          </p:grpSpPr>
          <p:grpSp>
            <p:nvGrpSpPr>
              <p:cNvPr id="9567" name="Google Shape;9567;p319"/>
              <p:cNvGrpSpPr/>
              <p:nvPr/>
            </p:nvGrpSpPr>
            <p:grpSpPr>
              <a:xfrm>
                <a:off x="7816120" y="4902803"/>
                <a:ext cx="123062" cy="63817"/>
                <a:chOff x="7816120" y="4902803"/>
                <a:chExt cx="123062" cy="63817"/>
              </a:xfrm>
            </p:grpSpPr>
            <p:sp>
              <p:nvSpPr>
                <p:cNvPr id="9568" name="Google Shape;9568;p319"/>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69" name="Google Shape;9569;p319"/>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570" name="Google Shape;9570;p319"/>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3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9571" name="Shape 9571"/>
        <p:cNvGrpSpPr/>
        <p:nvPr/>
      </p:nvGrpSpPr>
      <p:grpSpPr>
        <a:xfrm>
          <a:off x="0" y="0"/>
          <a:ext cx="0" cy="0"/>
          <a:chOff x="0" y="0"/>
          <a:chExt cx="0" cy="0"/>
        </a:xfrm>
      </p:grpSpPr>
      <p:sp>
        <p:nvSpPr>
          <p:cNvPr id="9572" name="Google Shape;9572;p320"/>
          <p:cNvSpPr txBox="1"/>
          <p:nvPr>
            <p:ph hasCustomPrompt="1" type="title"/>
          </p:nvPr>
        </p:nvSpPr>
        <p:spPr>
          <a:xfrm>
            <a:off x="798388"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9573" name="Google Shape;9573;p320"/>
          <p:cNvSpPr txBox="1"/>
          <p:nvPr>
            <p:ph idx="1" type="subTitle"/>
          </p:nvPr>
        </p:nvSpPr>
        <p:spPr>
          <a:xfrm>
            <a:off x="798388"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9574" name="Google Shape;9574;p320"/>
          <p:cNvSpPr txBox="1"/>
          <p:nvPr>
            <p:ph hasCustomPrompt="1" idx="2" type="title"/>
          </p:nvPr>
        </p:nvSpPr>
        <p:spPr>
          <a:xfrm>
            <a:off x="2825700" y="1029535"/>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9575" name="Google Shape;9575;p320"/>
          <p:cNvSpPr txBox="1"/>
          <p:nvPr>
            <p:ph idx="3" type="subTitle"/>
          </p:nvPr>
        </p:nvSpPr>
        <p:spPr>
          <a:xfrm>
            <a:off x="2825700" y="1804473"/>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9576" name="Google Shape;9576;p320"/>
          <p:cNvSpPr txBox="1"/>
          <p:nvPr>
            <p:ph hasCustomPrompt="1" idx="4" type="title"/>
          </p:nvPr>
        </p:nvSpPr>
        <p:spPr>
          <a:xfrm>
            <a:off x="4853013"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9577" name="Google Shape;9577;p320"/>
          <p:cNvSpPr txBox="1"/>
          <p:nvPr>
            <p:ph idx="5" type="subTitle"/>
          </p:nvPr>
        </p:nvSpPr>
        <p:spPr>
          <a:xfrm>
            <a:off x="4853013"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9578" name="Google Shape;9578;p320"/>
          <p:cNvSpPr/>
          <p:nvPr/>
        </p:nvSpPr>
        <p:spPr>
          <a:xfrm rot="-5710536">
            <a:off x="-1869285" y="3438573"/>
            <a:ext cx="3168438" cy="23079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320"/>
          <p:cNvSpPr/>
          <p:nvPr/>
        </p:nvSpPr>
        <p:spPr>
          <a:xfrm rot="-294905">
            <a:off x="7350387" y="3903245"/>
            <a:ext cx="3168449" cy="256199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9580" name="Shape 9580"/>
        <p:cNvGrpSpPr/>
        <p:nvPr/>
      </p:nvGrpSpPr>
      <p:grpSpPr>
        <a:xfrm>
          <a:off x="0" y="0"/>
          <a:ext cx="0" cy="0"/>
          <a:chOff x="0" y="0"/>
          <a:chExt cx="0" cy="0"/>
        </a:xfrm>
      </p:grpSpPr>
      <p:sp>
        <p:nvSpPr>
          <p:cNvPr id="9581" name="Google Shape;9581;p3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582" name="Google Shape;9582;p321"/>
          <p:cNvSpPr/>
          <p:nvPr/>
        </p:nvSpPr>
        <p:spPr>
          <a:xfrm flipH="1" rot="337739">
            <a:off x="8212271" y="3187242"/>
            <a:ext cx="3158465" cy="3518480"/>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3" name="Google Shape;9583;p321"/>
          <p:cNvGrpSpPr/>
          <p:nvPr/>
        </p:nvGrpSpPr>
        <p:grpSpPr>
          <a:xfrm>
            <a:off x="90200" y="4214393"/>
            <a:ext cx="516117" cy="779220"/>
            <a:chOff x="10572463" y="3528536"/>
            <a:chExt cx="580168" cy="875823"/>
          </a:xfrm>
        </p:grpSpPr>
        <p:grpSp>
          <p:nvGrpSpPr>
            <p:cNvPr id="9584" name="Google Shape;9584;p321"/>
            <p:cNvGrpSpPr/>
            <p:nvPr/>
          </p:nvGrpSpPr>
          <p:grpSpPr>
            <a:xfrm>
              <a:off x="10713815" y="3528536"/>
              <a:ext cx="438816" cy="746664"/>
              <a:chOff x="10713815" y="3528536"/>
              <a:chExt cx="438816" cy="746664"/>
            </a:xfrm>
          </p:grpSpPr>
          <p:sp>
            <p:nvSpPr>
              <p:cNvPr id="9585" name="Google Shape;9585;p321"/>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586" name="Google Shape;9586;p321"/>
              <p:cNvGrpSpPr/>
              <p:nvPr/>
            </p:nvGrpSpPr>
            <p:grpSpPr>
              <a:xfrm>
                <a:off x="10776489" y="3625310"/>
                <a:ext cx="313848" cy="288226"/>
                <a:chOff x="10776489" y="3625310"/>
                <a:chExt cx="313848" cy="288226"/>
              </a:xfrm>
            </p:grpSpPr>
            <p:sp>
              <p:nvSpPr>
                <p:cNvPr id="9587" name="Google Shape;9587;p321"/>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88" name="Google Shape;9588;p321"/>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89" name="Google Shape;9589;p321"/>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0" name="Google Shape;9590;p321"/>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1" name="Google Shape;9591;p321"/>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2" name="Google Shape;9592;p321"/>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593" name="Google Shape;9593;p321"/>
              <p:cNvGrpSpPr/>
              <p:nvPr/>
            </p:nvGrpSpPr>
            <p:grpSpPr>
              <a:xfrm>
                <a:off x="10776489" y="3999547"/>
                <a:ext cx="313848" cy="181546"/>
                <a:chOff x="10776489" y="3999547"/>
                <a:chExt cx="313848" cy="181546"/>
              </a:xfrm>
            </p:grpSpPr>
            <p:sp>
              <p:nvSpPr>
                <p:cNvPr id="9594" name="Google Shape;9594;p321"/>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5" name="Google Shape;9595;p321"/>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6" name="Google Shape;9596;p321"/>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7" name="Google Shape;9597;p321"/>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598" name="Google Shape;9598;p321"/>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599" name="Google Shape;9599;p321"/>
            <p:cNvGrpSpPr/>
            <p:nvPr/>
          </p:nvGrpSpPr>
          <p:grpSpPr>
            <a:xfrm>
              <a:off x="10572463" y="3657790"/>
              <a:ext cx="438817" cy="746569"/>
              <a:chOff x="10572463" y="3657790"/>
              <a:chExt cx="438817" cy="746569"/>
            </a:xfrm>
          </p:grpSpPr>
          <p:sp>
            <p:nvSpPr>
              <p:cNvPr id="9600" name="Google Shape;9600;p321"/>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601" name="Google Shape;9601;p321"/>
              <p:cNvGrpSpPr/>
              <p:nvPr/>
            </p:nvGrpSpPr>
            <p:grpSpPr>
              <a:xfrm>
                <a:off x="10635138" y="3754469"/>
                <a:ext cx="313848" cy="288321"/>
                <a:chOff x="10635138" y="3754469"/>
                <a:chExt cx="313848" cy="288321"/>
              </a:xfrm>
            </p:grpSpPr>
            <p:sp>
              <p:nvSpPr>
                <p:cNvPr id="9602" name="Google Shape;9602;p321"/>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3" name="Google Shape;9603;p321"/>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4" name="Google Shape;9604;p321"/>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5" name="Google Shape;9605;p321"/>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6" name="Google Shape;9606;p321"/>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7" name="Google Shape;9607;p321"/>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608" name="Google Shape;9608;p321"/>
              <p:cNvGrpSpPr/>
              <p:nvPr/>
            </p:nvGrpSpPr>
            <p:grpSpPr>
              <a:xfrm>
                <a:off x="10635138" y="4128801"/>
                <a:ext cx="313848" cy="181547"/>
                <a:chOff x="10635138" y="4128801"/>
                <a:chExt cx="313848" cy="181547"/>
              </a:xfrm>
            </p:grpSpPr>
            <p:sp>
              <p:nvSpPr>
                <p:cNvPr id="9609" name="Google Shape;9609;p321"/>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10" name="Google Shape;9610;p321"/>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11" name="Google Shape;9611;p321"/>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12" name="Google Shape;9612;p321"/>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613" name="Google Shape;9613;p321"/>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9614" name="Google Shape;9614;p321"/>
          <p:cNvSpPr/>
          <p:nvPr/>
        </p:nvSpPr>
        <p:spPr>
          <a:xfrm flipH="1" rot="-3657034">
            <a:off x="-1404232" y="-737971"/>
            <a:ext cx="2746020" cy="16278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5" name="Google Shape;9615;p321"/>
          <p:cNvGrpSpPr/>
          <p:nvPr/>
        </p:nvGrpSpPr>
        <p:grpSpPr>
          <a:xfrm>
            <a:off x="8114970" y="266839"/>
            <a:ext cx="829992" cy="750888"/>
            <a:chOff x="8114596" y="445039"/>
            <a:chExt cx="633002" cy="572716"/>
          </a:xfrm>
        </p:grpSpPr>
        <p:grpSp>
          <p:nvGrpSpPr>
            <p:cNvPr id="9616" name="Google Shape;9616;p321"/>
            <p:cNvGrpSpPr/>
            <p:nvPr/>
          </p:nvGrpSpPr>
          <p:grpSpPr>
            <a:xfrm>
              <a:off x="8114596" y="445039"/>
              <a:ext cx="633002" cy="572716"/>
              <a:chOff x="7189660" y="520827"/>
              <a:chExt cx="598074" cy="541115"/>
            </a:xfrm>
          </p:grpSpPr>
          <p:sp>
            <p:nvSpPr>
              <p:cNvPr id="9617" name="Google Shape;9617;p321"/>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618" name="Google Shape;9618;p321"/>
              <p:cNvGrpSpPr/>
              <p:nvPr/>
            </p:nvGrpSpPr>
            <p:grpSpPr>
              <a:xfrm>
                <a:off x="7579137" y="551973"/>
                <a:ext cx="164782" cy="41529"/>
                <a:chOff x="7579137" y="551973"/>
                <a:chExt cx="164782" cy="41529"/>
              </a:xfrm>
            </p:grpSpPr>
            <p:sp>
              <p:nvSpPr>
                <p:cNvPr id="9619" name="Google Shape;9619;p321"/>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20" name="Google Shape;9620;p321"/>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21" name="Google Shape;9621;p321"/>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622" name="Google Shape;9622;p321"/>
            <p:cNvGrpSpPr/>
            <p:nvPr/>
          </p:nvGrpSpPr>
          <p:grpSpPr>
            <a:xfrm>
              <a:off x="8184962" y="619646"/>
              <a:ext cx="498115" cy="257273"/>
              <a:chOff x="7256144" y="685800"/>
              <a:chExt cx="470630" cy="243077"/>
            </a:xfrm>
          </p:grpSpPr>
          <p:sp>
            <p:nvSpPr>
              <p:cNvPr id="9623" name="Google Shape;9623;p321"/>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624" name="Google Shape;9624;p321"/>
              <p:cNvGrpSpPr/>
              <p:nvPr/>
            </p:nvGrpSpPr>
            <p:grpSpPr>
              <a:xfrm>
                <a:off x="7512843" y="685800"/>
                <a:ext cx="213931" cy="243077"/>
                <a:chOff x="7512843" y="685800"/>
                <a:chExt cx="213931" cy="243077"/>
              </a:xfrm>
            </p:grpSpPr>
            <p:grpSp>
              <p:nvGrpSpPr>
                <p:cNvPr id="9625" name="Google Shape;9625;p321"/>
                <p:cNvGrpSpPr/>
                <p:nvPr/>
              </p:nvGrpSpPr>
              <p:grpSpPr>
                <a:xfrm>
                  <a:off x="7512843" y="836580"/>
                  <a:ext cx="213931" cy="92297"/>
                  <a:chOff x="7512843" y="836580"/>
                  <a:chExt cx="213931" cy="92297"/>
                </a:xfrm>
              </p:grpSpPr>
              <p:sp>
                <p:nvSpPr>
                  <p:cNvPr id="9626" name="Google Shape;9626;p321"/>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27" name="Google Shape;9627;p321"/>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628" name="Google Shape;9628;p321"/>
                <p:cNvGrpSpPr/>
                <p:nvPr/>
              </p:nvGrpSpPr>
              <p:grpSpPr>
                <a:xfrm>
                  <a:off x="7512843" y="761238"/>
                  <a:ext cx="213931" cy="92296"/>
                  <a:chOff x="7512843" y="761238"/>
                  <a:chExt cx="213931" cy="92296"/>
                </a:xfrm>
              </p:grpSpPr>
              <p:sp>
                <p:nvSpPr>
                  <p:cNvPr id="9629" name="Google Shape;9629;p321"/>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0" name="Google Shape;9630;p321"/>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631" name="Google Shape;9631;p321"/>
                <p:cNvGrpSpPr/>
                <p:nvPr/>
              </p:nvGrpSpPr>
              <p:grpSpPr>
                <a:xfrm>
                  <a:off x="7512843" y="685800"/>
                  <a:ext cx="213931" cy="92297"/>
                  <a:chOff x="7512843" y="685800"/>
                  <a:chExt cx="213931" cy="92297"/>
                </a:xfrm>
              </p:grpSpPr>
              <p:sp>
                <p:nvSpPr>
                  <p:cNvPr id="9632" name="Google Shape;9632;p321"/>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3" name="Google Shape;9633;p321"/>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3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9634" name="Shape 9634"/>
        <p:cNvGrpSpPr/>
        <p:nvPr/>
      </p:nvGrpSpPr>
      <p:grpSpPr>
        <a:xfrm>
          <a:off x="0" y="0"/>
          <a:ext cx="0" cy="0"/>
          <a:chOff x="0" y="0"/>
          <a:chExt cx="0" cy="0"/>
        </a:xfrm>
      </p:grpSpPr>
      <p:sp>
        <p:nvSpPr>
          <p:cNvPr id="9635" name="Google Shape;9635;p322"/>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3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9637" name="Google Shape;9637;p322"/>
          <p:cNvGrpSpPr/>
          <p:nvPr/>
        </p:nvGrpSpPr>
        <p:grpSpPr>
          <a:xfrm flipH="1">
            <a:off x="683048" y="4696520"/>
            <a:ext cx="325927" cy="404808"/>
            <a:chOff x="7385113" y="1535430"/>
            <a:chExt cx="435673" cy="541115"/>
          </a:xfrm>
        </p:grpSpPr>
        <p:sp>
          <p:nvSpPr>
            <p:cNvPr id="9638" name="Google Shape;9638;p322"/>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639" name="Google Shape;9639;p322"/>
            <p:cNvGrpSpPr/>
            <p:nvPr/>
          </p:nvGrpSpPr>
          <p:grpSpPr>
            <a:xfrm>
              <a:off x="7612094" y="1566576"/>
              <a:ext cx="164781" cy="41529"/>
              <a:chOff x="7612094" y="1566576"/>
              <a:chExt cx="164781" cy="41529"/>
            </a:xfrm>
          </p:grpSpPr>
          <p:sp>
            <p:nvSpPr>
              <p:cNvPr id="9640" name="Google Shape;9640;p322"/>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41" name="Google Shape;9641;p322"/>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42" name="Google Shape;9642;p322"/>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643" name="Google Shape;9643;p322"/>
          <p:cNvGrpSpPr/>
          <p:nvPr/>
        </p:nvGrpSpPr>
        <p:grpSpPr>
          <a:xfrm flipH="1">
            <a:off x="713902" y="4774546"/>
            <a:ext cx="268636" cy="280965"/>
            <a:chOff x="7420451" y="1639728"/>
            <a:chExt cx="359091" cy="375571"/>
          </a:xfrm>
        </p:grpSpPr>
        <p:sp>
          <p:nvSpPr>
            <p:cNvPr id="9644" name="Google Shape;9644;p322"/>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45" name="Google Shape;9645;p322"/>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646" name="Google Shape;9646;p322"/>
          <p:cNvGrpSpPr/>
          <p:nvPr/>
        </p:nvGrpSpPr>
        <p:grpSpPr>
          <a:xfrm flipH="1">
            <a:off x="96200" y="4469347"/>
            <a:ext cx="355444" cy="644072"/>
            <a:chOff x="1945386" y="5582316"/>
            <a:chExt cx="470725" cy="852963"/>
          </a:xfrm>
        </p:grpSpPr>
        <p:grpSp>
          <p:nvGrpSpPr>
            <p:cNvPr id="9647" name="Google Shape;9647;p322"/>
            <p:cNvGrpSpPr/>
            <p:nvPr/>
          </p:nvGrpSpPr>
          <p:grpSpPr>
            <a:xfrm>
              <a:off x="1945386" y="5582316"/>
              <a:ext cx="470725" cy="852963"/>
              <a:chOff x="1945386" y="5582316"/>
              <a:chExt cx="470725" cy="852963"/>
            </a:xfrm>
          </p:grpSpPr>
          <p:sp>
            <p:nvSpPr>
              <p:cNvPr id="9648" name="Google Shape;9648;p322"/>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49" name="Google Shape;9649;p322"/>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650" name="Google Shape;9650;p322"/>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651" name="Google Shape;9651;p322"/>
          <p:cNvGrpSpPr/>
          <p:nvPr/>
        </p:nvGrpSpPr>
        <p:grpSpPr>
          <a:xfrm>
            <a:off x="7975988" y="116167"/>
            <a:ext cx="1061979" cy="558999"/>
            <a:chOff x="3859815" y="2867310"/>
            <a:chExt cx="1262157" cy="664368"/>
          </a:xfrm>
        </p:grpSpPr>
        <p:sp>
          <p:nvSpPr>
            <p:cNvPr id="9652" name="Google Shape;9652;p322"/>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653" name="Google Shape;9653;p322"/>
            <p:cNvGrpSpPr/>
            <p:nvPr/>
          </p:nvGrpSpPr>
          <p:grpSpPr>
            <a:xfrm>
              <a:off x="4275677" y="3065525"/>
              <a:ext cx="334517" cy="380047"/>
              <a:chOff x="4275677" y="3065525"/>
              <a:chExt cx="334517" cy="380047"/>
            </a:xfrm>
          </p:grpSpPr>
          <p:grpSp>
            <p:nvGrpSpPr>
              <p:cNvPr id="9654" name="Google Shape;9654;p322"/>
              <p:cNvGrpSpPr/>
              <p:nvPr/>
            </p:nvGrpSpPr>
            <p:grpSpPr>
              <a:xfrm>
                <a:off x="4275677" y="3065525"/>
                <a:ext cx="334517" cy="380047"/>
                <a:chOff x="4275677" y="3065525"/>
                <a:chExt cx="334517" cy="380047"/>
              </a:xfrm>
            </p:grpSpPr>
            <p:grpSp>
              <p:nvGrpSpPr>
                <p:cNvPr id="9655" name="Google Shape;9655;p322"/>
                <p:cNvGrpSpPr/>
                <p:nvPr/>
              </p:nvGrpSpPr>
              <p:grpSpPr>
                <a:xfrm>
                  <a:off x="4275677" y="3301269"/>
                  <a:ext cx="334422" cy="144303"/>
                  <a:chOff x="4275677" y="3301269"/>
                  <a:chExt cx="334422" cy="144303"/>
                </a:xfrm>
              </p:grpSpPr>
              <p:sp>
                <p:nvSpPr>
                  <p:cNvPr id="9656" name="Google Shape;9656;p322"/>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57" name="Google Shape;9657;p322"/>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658" name="Google Shape;9658;p322"/>
                <p:cNvGrpSpPr/>
                <p:nvPr/>
              </p:nvGrpSpPr>
              <p:grpSpPr>
                <a:xfrm>
                  <a:off x="4275677" y="3183350"/>
                  <a:ext cx="334422" cy="144302"/>
                  <a:chOff x="4275677" y="3183350"/>
                  <a:chExt cx="334422" cy="144302"/>
                </a:xfrm>
              </p:grpSpPr>
              <p:sp>
                <p:nvSpPr>
                  <p:cNvPr id="9659" name="Google Shape;9659;p322"/>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0" name="Google Shape;9660;p322"/>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661" name="Google Shape;9661;p322"/>
                <p:cNvGrpSpPr/>
                <p:nvPr/>
              </p:nvGrpSpPr>
              <p:grpSpPr>
                <a:xfrm>
                  <a:off x="4275677" y="3065525"/>
                  <a:ext cx="334517" cy="144303"/>
                  <a:chOff x="4275677" y="3065525"/>
                  <a:chExt cx="334517" cy="144303"/>
                </a:xfrm>
              </p:grpSpPr>
              <p:sp>
                <p:nvSpPr>
                  <p:cNvPr id="9662" name="Google Shape;9662;p322"/>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3" name="Google Shape;9663;p322"/>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9664" name="Google Shape;9664;p322"/>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5" name="Google Shape;9665;p322"/>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6" name="Google Shape;9666;p322"/>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667" name="Google Shape;9667;p322"/>
          <p:cNvGrpSpPr/>
          <p:nvPr/>
        </p:nvGrpSpPr>
        <p:grpSpPr>
          <a:xfrm flipH="1" rot="5400000">
            <a:off x="557972" y="4696603"/>
            <a:ext cx="16329" cy="218290"/>
            <a:chOff x="10809827" y="4402455"/>
            <a:chExt cx="24764" cy="330993"/>
          </a:xfrm>
        </p:grpSpPr>
        <p:sp>
          <p:nvSpPr>
            <p:cNvPr id="9668" name="Google Shape;9668;p322"/>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9" name="Google Shape;9669;p322"/>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70" name="Google Shape;9670;p322"/>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671" name="Google Shape;9671;p322"/>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322"/>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9673" name="Shape 9673"/>
        <p:cNvGrpSpPr/>
        <p:nvPr/>
      </p:nvGrpSpPr>
      <p:grpSpPr>
        <a:xfrm>
          <a:off x="0" y="0"/>
          <a:ext cx="0" cy="0"/>
          <a:chOff x="0" y="0"/>
          <a:chExt cx="0" cy="0"/>
        </a:xfrm>
      </p:grpSpPr>
      <p:sp>
        <p:nvSpPr>
          <p:cNvPr id="9674" name="Google Shape;9674;p323"/>
          <p:cNvSpPr txBox="1"/>
          <p:nvPr>
            <p:ph type="title"/>
          </p:nvPr>
        </p:nvSpPr>
        <p:spPr>
          <a:xfrm>
            <a:off x="2347938" y="997200"/>
            <a:ext cx="4448100" cy="10587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sz="85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675" name="Google Shape;9675;p323"/>
          <p:cNvSpPr txBox="1"/>
          <p:nvPr>
            <p:ph idx="1" type="subTitle"/>
          </p:nvPr>
        </p:nvSpPr>
        <p:spPr>
          <a:xfrm>
            <a:off x="2347900" y="1841450"/>
            <a:ext cx="4448100" cy="105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9676" name="Google Shape;9676;p323"/>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Open Sans"/>
                <a:ea typeface="Open Sans"/>
                <a:cs typeface="Open Sans"/>
                <a:sym typeface="Open Sans"/>
              </a:rPr>
              <a:t>CREDITS:</a:t>
            </a:r>
            <a:r>
              <a:rPr lang="en" sz="1200">
                <a:solidFill>
                  <a:schemeClr val="dk1"/>
                </a:solidFill>
                <a:latin typeface="Open Sans"/>
                <a:ea typeface="Open Sans"/>
                <a:cs typeface="Open Sans"/>
                <a:sym typeface="Open Sans"/>
              </a:rPr>
              <a:t> This presentation template was created by </a:t>
            </a:r>
            <a:r>
              <a:rPr b="1" lang="en" sz="1200" u="sng">
                <a:solidFill>
                  <a:schemeClr val="hlink"/>
                </a:solidFill>
                <a:latin typeface="Open Sans"/>
                <a:ea typeface="Open Sans"/>
                <a:cs typeface="Open Sans"/>
                <a:sym typeface="Open Sans"/>
                <a:hlinkClick r:id="rId2"/>
              </a:rPr>
              <a:t>Slidesgo</a:t>
            </a:r>
            <a:r>
              <a:rPr lang="en" sz="1200">
                <a:solidFill>
                  <a:schemeClr val="dk1"/>
                </a:solidFill>
                <a:latin typeface="Open Sans"/>
                <a:ea typeface="Open Sans"/>
                <a:cs typeface="Open Sans"/>
                <a:sym typeface="Open Sans"/>
              </a:rPr>
              <a:t>, and includes icons, infographics &amp; images by </a:t>
            </a:r>
            <a:r>
              <a:rPr b="1" lang="en" sz="1200" u="sng">
                <a:solidFill>
                  <a:schemeClr val="dk1"/>
                </a:solidFill>
                <a:latin typeface="Open Sans"/>
                <a:ea typeface="Open Sans"/>
                <a:cs typeface="Open Sans"/>
                <a:sym typeface="Open Sans"/>
                <a:hlinkClick r:id="rId3">
                  <a:extLst>
                    <a:ext uri="{A12FA001-AC4F-418D-AE19-62706E023703}">
                      <ahyp:hlinkClr val="tx"/>
                    </a:ext>
                  </a:extLst>
                </a:hlinkClick>
              </a:rPr>
              <a:t>Freepik</a:t>
            </a:r>
            <a:r>
              <a:rPr lang="en" sz="1200" u="sng">
                <a:solidFill>
                  <a:schemeClr val="dk1"/>
                </a:solidFill>
                <a:latin typeface="Open Sans"/>
                <a:ea typeface="Open Sans"/>
                <a:cs typeface="Open Sans"/>
                <a:sym typeface="Open Sans"/>
              </a:rPr>
              <a:t> </a:t>
            </a:r>
            <a:endParaRPr b="1" sz="1200" u="sng">
              <a:solidFill>
                <a:schemeClr val="dk1"/>
              </a:solidFill>
              <a:latin typeface="Open Sans"/>
              <a:ea typeface="Open Sans"/>
              <a:cs typeface="Open Sans"/>
              <a:sym typeface="Open Sans"/>
            </a:endParaRPr>
          </a:p>
        </p:txBody>
      </p:sp>
      <p:sp>
        <p:nvSpPr>
          <p:cNvPr id="9677" name="Google Shape;9677;p323"/>
          <p:cNvSpPr/>
          <p:nvPr/>
        </p:nvSpPr>
        <p:spPr>
          <a:xfrm flipH="1" rot="-2493044">
            <a:off x="-1086706" y="-570280"/>
            <a:ext cx="2902912" cy="23472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323"/>
          <p:cNvSpPr/>
          <p:nvPr/>
        </p:nvSpPr>
        <p:spPr>
          <a:xfrm flipH="1" rot="-5051288">
            <a:off x="7227752" y="3451481"/>
            <a:ext cx="2997828" cy="2576307"/>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323"/>
          <p:cNvSpPr/>
          <p:nvPr/>
        </p:nvSpPr>
        <p:spPr>
          <a:xfrm flipH="1" rot="460638">
            <a:off x="178423" y="3742788"/>
            <a:ext cx="1359611" cy="122255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323"/>
          <p:cNvSpPr/>
          <p:nvPr/>
        </p:nvSpPr>
        <p:spPr>
          <a:xfrm flipH="1" rot="460623">
            <a:off x="6683138" y="-2074210"/>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9681" name="Shape 9681"/>
        <p:cNvGrpSpPr/>
        <p:nvPr/>
      </p:nvGrpSpPr>
      <p:grpSpPr>
        <a:xfrm>
          <a:off x="0" y="0"/>
          <a:ext cx="0" cy="0"/>
          <a:chOff x="0" y="0"/>
          <a:chExt cx="0" cy="0"/>
        </a:xfrm>
      </p:grpSpPr>
      <p:sp>
        <p:nvSpPr>
          <p:cNvPr id="9682" name="Google Shape;9682;p324"/>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324"/>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324"/>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324"/>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6" name="Google Shape;9686;p324"/>
          <p:cNvGrpSpPr/>
          <p:nvPr/>
        </p:nvGrpSpPr>
        <p:grpSpPr>
          <a:xfrm>
            <a:off x="7931872" y="177093"/>
            <a:ext cx="997823" cy="737095"/>
            <a:chOff x="7931872" y="177093"/>
            <a:chExt cx="997823" cy="737095"/>
          </a:xfrm>
        </p:grpSpPr>
        <p:grpSp>
          <p:nvGrpSpPr>
            <p:cNvPr id="9687" name="Google Shape;9687;p324"/>
            <p:cNvGrpSpPr/>
            <p:nvPr/>
          </p:nvGrpSpPr>
          <p:grpSpPr>
            <a:xfrm>
              <a:off x="7931872" y="177093"/>
              <a:ext cx="919725" cy="318025"/>
              <a:chOff x="7230903" y="4635722"/>
              <a:chExt cx="652843" cy="225742"/>
            </a:xfrm>
          </p:grpSpPr>
          <p:sp>
            <p:nvSpPr>
              <p:cNvPr id="9688" name="Google Shape;9688;p324"/>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89" name="Google Shape;9689;p324"/>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690" name="Google Shape;9690;p324"/>
              <p:cNvGrpSpPr/>
              <p:nvPr/>
            </p:nvGrpSpPr>
            <p:grpSpPr>
              <a:xfrm>
                <a:off x="7487126" y="4676394"/>
                <a:ext cx="332041" cy="142684"/>
                <a:chOff x="7487126" y="4676394"/>
                <a:chExt cx="332041" cy="142684"/>
              </a:xfrm>
            </p:grpSpPr>
            <p:sp>
              <p:nvSpPr>
                <p:cNvPr id="9691" name="Google Shape;9691;p324"/>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2" name="Google Shape;9692;p324"/>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3" name="Google Shape;9693;p324"/>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4" name="Google Shape;9694;p324"/>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695" name="Google Shape;9695;p324"/>
            <p:cNvGrpSpPr/>
            <p:nvPr/>
          </p:nvGrpSpPr>
          <p:grpSpPr>
            <a:xfrm>
              <a:off x="7931872" y="596163"/>
              <a:ext cx="919725" cy="318025"/>
              <a:chOff x="7230903" y="4933188"/>
              <a:chExt cx="652843" cy="225742"/>
            </a:xfrm>
          </p:grpSpPr>
          <p:grpSp>
            <p:nvGrpSpPr>
              <p:cNvPr id="9696" name="Google Shape;9696;p324"/>
              <p:cNvGrpSpPr/>
              <p:nvPr/>
            </p:nvGrpSpPr>
            <p:grpSpPr>
              <a:xfrm>
                <a:off x="7230903" y="4933188"/>
                <a:ext cx="652843" cy="225742"/>
                <a:chOff x="7230903" y="4933188"/>
                <a:chExt cx="652843" cy="225742"/>
              </a:xfrm>
            </p:grpSpPr>
            <p:sp>
              <p:nvSpPr>
                <p:cNvPr id="9697" name="Google Shape;9697;p324"/>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8" name="Google Shape;9698;p324"/>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699" name="Google Shape;9699;p324"/>
                <p:cNvGrpSpPr/>
                <p:nvPr/>
              </p:nvGrpSpPr>
              <p:grpSpPr>
                <a:xfrm>
                  <a:off x="7487126" y="4973859"/>
                  <a:ext cx="332041" cy="142684"/>
                  <a:chOff x="7487126" y="4973859"/>
                  <a:chExt cx="332041" cy="142684"/>
                </a:xfrm>
              </p:grpSpPr>
              <p:sp>
                <p:nvSpPr>
                  <p:cNvPr id="9700" name="Google Shape;9700;p324"/>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1" name="Google Shape;9701;p324"/>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2" name="Google Shape;9702;p324"/>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3" name="Google Shape;9703;p324"/>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9704" name="Google Shape;9704;p324"/>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05" name="Google Shape;9705;p324"/>
            <p:cNvGrpSpPr/>
            <p:nvPr/>
          </p:nvGrpSpPr>
          <p:grpSpPr>
            <a:xfrm>
              <a:off x="8756326" y="539537"/>
              <a:ext cx="173370" cy="112691"/>
              <a:chOff x="7816120" y="4892994"/>
              <a:chExt cx="123062" cy="79991"/>
            </a:xfrm>
          </p:grpSpPr>
          <p:grpSp>
            <p:nvGrpSpPr>
              <p:cNvPr id="9706" name="Google Shape;9706;p324"/>
              <p:cNvGrpSpPr/>
              <p:nvPr/>
            </p:nvGrpSpPr>
            <p:grpSpPr>
              <a:xfrm>
                <a:off x="7816120" y="4902803"/>
                <a:ext cx="123062" cy="63817"/>
                <a:chOff x="7816120" y="4902803"/>
                <a:chExt cx="123062" cy="63817"/>
              </a:xfrm>
            </p:grpSpPr>
            <p:sp>
              <p:nvSpPr>
                <p:cNvPr id="9707" name="Google Shape;9707;p324"/>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8" name="Google Shape;9708;p324"/>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709" name="Google Shape;9709;p324"/>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3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9710" name="Shape 9710"/>
        <p:cNvGrpSpPr/>
        <p:nvPr/>
      </p:nvGrpSpPr>
      <p:grpSpPr>
        <a:xfrm>
          <a:off x="0" y="0"/>
          <a:ext cx="0" cy="0"/>
          <a:chOff x="0" y="0"/>
          <a:chExt cx="0" cy="0"/>
        </a:xfrm>
      </p:grpSpPr>
      <p:sp>
        <p:nvSpPr>
          <p:cNvPr id="9711" name="Google Shape;9711;p325"/>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325"/>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3" name="Google Shape;9713;p325"/>
          <p:cNvGrpSpPr/>
          <p:nvPr/>
        </p:nvGrpSpPr>
        <p:grpSpPr>
          <a:xfrm>
            <a:off x="65066" y="4373044"/>
            <a:ext cx="878158" cy="654532"/>
            <a:chOff x="1114425" y="4361211"/>
            <a:chExt cx="573023" cy="427101"/>
          </a:xfrm>
        </p:grpSpPr>
        <p:grpSp>
          <p:nvGrpSpPr>
            <p:cNvPr id="9714" name="Google Shape;9714;p325"/>
            <p:cNvGrpSpPr/>
            <p:nvPr/>
          </p:nvGrpSpPr>
          <p:grpSpPr>
            <a:xfrm>
              <a:off x="1114425" y="4361211"/>
              <a:ext cx="573023" cy="427101"/>
              <a:chOff x="1114425" y="4361211"/>
              <a:chExt cx="573023" cy="427101"/>
            </a:xfrm>
          </p:grpSpPr>
          <p:sp>
            <p:nvSpPr>
              <p:cNvPr id="9715" name="Google Shape;9715;p325"/>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6" name="Google Shape;9716;p325"/>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7" name="Google Shape;9717;p325"/>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718" name="Google Shape;9718;p325"/>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19" name="Google Shape;9719;p325"/>
          <p:cNvGrpSpPr/>
          <p:nvPr/>
        </p:nvGrpSpPr>
        <p:grpSpPr>
          <a:xfrm>
            <a:off x="8114970" y="266839"/>
            <a:ext cx="829992" cy="750888"/>
            <a:chOff x="8114596" y="445039"/>
            <a:chExt cx="633002" cy="572716"/>
          </a:xfrm>
        </p:grpSpPr>
        <p:grpSp>
          <p:nvGrpSpPr>
            <p:cNvPr id="9720" name="Google Shape;9720;p325"/>
            <p:cNvGrpSpPr/>
            <p:nvPr/>
          </p:nvGrpSpPr>
          <p:grpSpPr>
            <a:xfrm>
              <a:off x="8114596" y="445039"/>
              <a:ext cx="633002" cy="572716"/>
              <a:chOff x="7189660" y="520827"/>
              <a:chExt cx="598074" cy="541115"/>
            </a:xfrm>
          </p:grpSpPr>
          <p:sp>
            <p:nvSpPr>
              <p:cNvPr id="9721" name="Google Shape;9721;p325"/>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722" name="Google Shape;9722;p325"/>
              <p:cNvGrpSpPr/>
              <p:nvPr/>
            </p:nvGrpSpPr>
            <p:grpSpPr>
              <a:xfrm>
                <a:off x="7579137" y="551973"/>
                <a:ext cx="164782" cy="41529"/>
                <a:chOff x="7579137" y="551973"/>
                <a:chExt cx="164782" cy="41529"/>
              </a:xfrm>
            </p:grpSpPr>
            <p:sp>
              <p:nvSpPr>
                <p:cNvPr id="9723" name="Google Shape;9723;p325"/>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4" name="Google Shape;9724;p325"/>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5" name="Google Shape;9725;p325"/>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726" name="Google Shape;9726;p325"/>
            <p:cNvGrpSpPr/>
            <p:nvPr/>
          </p:nvGrpSpPr>
          <p:grpSpPr>
            <a:xfrm>
              <a:off x="8184962" y="619646"/>
              <a:ext cx="498115" cy="257273"/>
              <a:chOff x="7256144" y="685800"/>
              <a:chExt cx="470630" cy="243077"/>
            </a:xfrm>
          </p:grpSpPr>
          <p:sp>
            <p:nvSpPr>
              <p:cNvPr id="9727" name="Google Shape;9727;p325"/>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728" name="Google Shape;9728;p325"/>
              <p:cNvGrpSpPr/>
              <p:nvPr/>
            </p:nvGrpSpPr>
            <p:grpSpPr>
              <a:xfrm>
                <a:off x="7512843" y="685800"/>
                <a:ext cx="213931" cy="243077"/>
                <a:chOff x="7512843" y="685800"/>
                <a:chExt cx="213931" cy="243077"/>
              </a:xfrm>
            </p:grpSpPr>
            <p:grpSp>
              <p:nvGrpSpPr>
                <p:cNvPr id="9729" name="Google Shape;9729;p325"/>
                <p:cNvGrpSpPr/>
                <p:nvPr/>
              </p:nvGrpSpPr>
              <p:grpSpPr>
                <a:xfrm>
                  <a:off x="7512843" y="836580"/>
                  <a:ext cx="213931" cy="92297"/>
                  <a:chOff x="7512843" y="836580"/>
                  <a:chExt cx="213931" cy="92297"/>
                </a:xfrm>
              </p:grpSpPr>
              <p:sp>
                <p:nvSpPr>
                  <p:cNvPr id="9730" name="Google Shape;9730;p325"/>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31" name="Google Shape;9731;p325"/>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32" name="Google Shape;9732;p325"/>
                <p:cNvGrpSpPr/>
                <p:nvPr/>
              </p:nvGrpSpPr>
              <p:grpSpPr>
                <a:xfrm>
                  <a:off x="7512843" y="761238"/>
                  <a:ext cx="213931" cy="92296"/>
                  <a:chOff x="7512843" y="761238"/>
                  <a:chExt cx="213931" cy="92296"/>
                </a:xfrm>
              </p:grpSpPr>
              <p:sp>
                <p:nvSpPr>
                  <p:cNvPr id="9733" name="Google Shape;9733;p325"/>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34" name="Google Shape;9734;p325"/>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35" name="Google Shape;9735;p325"/>
                <p:cNvGrpSpPr/>
                <p:nvPr/>
              </p:nvGrpSpPr>
              <p:grpSpPr>
                <a:xfrm>
                  <a:off x="7512843" y="685800"/>
                  <a:ext cx="213931" cy="92297"/>
                  <a:chOff x="7512843" y="685800"/>
                  <a:chExt cx="213931" cy="92297"/>
                </a:xfrm>
              </p:grpSpPr>
              <p:sp>
                <p:nvSpPr>
                  <p:cNvPr id="9736" name="Google Shape;9736;p325"/>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37" name="Google Shape;9737;p325"/>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3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741" name="Shape 9741"/>
        <p:cNvGrpSpPr/>
        <p:nvPr/>
      </p:nvGrpSpPr>
      <p:grpSpPr>
        <a:xfrm>
          <a:off x="0" y="0"/>
          <a:ext cx="0" cy="0"/>
          <a:chOff x="0" y="0"/>
          <a:chExt cx="0" cy="0"/>
        </a:xfrm>
      </p:grpSpPr>
      <p:sp>
        <p:nvSpPr>
          <p:cNvPr id="9742" name="Google Shape;9742;p327"/>
          <p:cNvSpPr txBox="1"/>
          <p:nvPr>
            <p:ph type="ctrTitle"/>
          </p:nvPr>
        </p:nvSpPr>
        <p:spPr>
          <a:xfrm>
            <a:off x="713225" y="1144500"/>
            <a:ext cx="4112100" cy="23787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5000">
                <a:latin typeface="Epilogue"/>
                <a:ea typeface="Epilogue"/>
                <a:cs typeface="Epilogue"/>
                <a:sym typeface="Epilogu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9743" name="Google Shape;9743;p327"/>
          <p:cNvSpPr txBox="1"/>
          <p:nvPr>
            <p:ph idx="1" type="subTitle"/>
          </p:nvPr>
        </p:nvSpPr>
        <p:spPr>
          <a:xfrm>
            <a:off x="713225" y="3523200"/>
            <a:ext cx="41121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latin typeface="Lato"/>
                <a:ea typeface="Lato"/>
                <a:cs typeface="Lato"/>
                <a:sym typeface="La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9744" name="Google Shape;9744;p327"/>
          <p:cNvSpPr/>
          <p:nvPr/>
        </p:nvSpPr>
        <p:spPr>
          <a:xfrm rot="10800000">
            <a:off x="-1604593" y="-845132"/>
            <a:ext cx="3281418" cy="21328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327"/>
          <p:cNvSpPr/>
          <p:nvPr/>
        </p:nvSpPr>
        <p:spPr>
          <a:xfrm flipH="1" rot="-9899992">
            <a:off x="-1515196" y="4121356"/>
            <a:ext cx="3953580" cy="192177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9746" name="Shape 9746"/>
        <p:cNvGrpSpPr/>
        <p:nvPr/>
      </p:nvGrpSpPr>
      <p:grpSpPr>
        <a:xfrm>
          <a:off x="0" y="0"/>
          <a:ext cx="0" cy="0"/>
          <a:chOff x="0" y="0"/>
          <a:chExt cx="0" cy="0"/>
        </a:xfrm>
      </p:grpSpPr>
      <p:sp>
        <p:nvSpPr>
          <p:cNvPr id="9747" name="Google Shape;9747;p328"/>
          <p:cNvSpPr txBox="1"/>
          <p:nvPr>
            <p:ph type="title"/>
          </p:nvPr>
        </p:nvSpPr>
        <p:spPr>
          <a:xfrm>
            <a:off x="4047175" y="2571975"/>
            <a:ext cx="43836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9748" name="Google Shape;9748;p328"/>
          <p:cNvSpPr txBox="1"/>
          <p:nvPr>
            <p:ph hasCustomPrompt="1" idx="2" type="title"/>
          </p:nvPr>
        </p:nvSpPr>
        <p:spPr>
          <a:xfrm>
            <a:off x="4047175" y="1321975"/>
            <a:ext cx="1235700" cy="841800"/>
          </a:xfrm>
          <a:prstGeom prst="rect">
            <a:avLst/>
          </a:prstGeom>
          <a:noFill/>
        </p:spPr>
        <p:txBody>
          <a:bodyPr anchorCtr="0" anchor="b"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9749" name="Google Shape;9749;p328"/>
          <p:cNvSpPr/>
          <p:nvPr>
            <p:ph idx="3" type="pic"/>
          </p:nvPr>
        </p:nvSpPr>
        <p:spPr>
          <a:xfrm>
            <a:off x="484625" y="1076550"/>
            <a:ext cx="2990400" cy="2990400"/>
          </a:xfrm>
          <a:prstGeom prst="roundRect">
            <a:avLst>
              <a:gd fmla="val 16667" name="adj"/>
            </a:avLst>
          </a:prstGeom>
          <a:noFill/>
          <a:ln>
            <a:noFill/>
          </a:ln>
        </p:spPr>
      </p:sp>
      <p:sp>
        <p:nvSpPr>
          <p:cNvPr id="9750" name="Google Shape;9750;p328"/>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328"/>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328"/>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9753" name="Shape 9753"/>
        <p:cNvGrpSpPr/>
        <p:nvPr/>
      </p:nvGrpSpPr>
      <p:grpSpPr>
        <a:xfrm>
          <a:off x="0" y="0"/>
          <a:ext cx="0" cy="0"/>
          <a:chOff x="0" y="0"/>
          <a:chExt cx="0" cy="0"/>
        </a:xfrm>
      </p:grpSpPr>
      <p:sp>
        <p:nvSpPr>
          <p:cNvPr id="9754" name="Google Shape;9754;p3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755" name="Google Shape;9755;p329"/>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9756" name="Google Shape;9756;p329"/>
          <p:cNvSpPr/>
          <p:nvPr/>
        </p:nvSpPr>
        <p:spPr>
          <a:xfrm flipH="1" rot="-4014673">
            <a:off x="-1798429" y="-1029372"/>
            <a:ext cx="3158476" cy="250963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329"/>
          <p:cNvSpPr/>
          <p:nvPr/>
        </p:nvSpPr>
        <p:spPr>
          <a:xfrm flipH="1">
            <a:off x="8355841" y="2667287"/>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758" name="Google Shape;9758;p329"/>
          <p:cNvGrpSpPr/>
          <p:nvPr/>
        </p:nvGrpSpPr>
        <p:grpSpPr>
          <a:xfrm flipH="1">
            <a:off x="8380540" y="1729933"/>
            <a:ext cx="668783" cy="959747"/>
            <a:chOff x="10519314" y="4728596"/>
            <a:chExt cx="751780" cy="1078731"/>
          </a:xfrm>
        </p:grpSpPr>
        <p:grpSp>
          <p:nvGrpSpPr>
            <p:cNvPr id="9759" name="Google Shape;9759;p329"/>
            <p:cNvGrpSpPr/>
            <p:nvPr/>
          </p:nvGrpSpPr>
          <p:grpSpPr>
            <a:xfrm>
              <a:off x="10519314" y="4728596"/>
              <a:ext cx="626662" cy="1078731"/>
              <a:chOff x="10519314" y="4728596"/>
              <a:chExt cx="626662" cy="1078731"/>
            </a:xfrm>
          </p:grpSpPr>
          <p:grpSp>
            <p:nvGrpSpPr>
              <p:cNvPr id="9760" name="Google Shape;9760;p329"/>
              <p:cNvGrpSpPr/>
              <p:nvPr/>
            </p:nvGrpSpPr>
            <p:grpSpPr>
              <a:xfrm>
                <a:off x="10903220" y="4888205"/>
                <a:ext cx="242756" cy="919122"/>
                <a:chOff x="10903220" y="4888205"/>
                <a:chExt cx="242756" cy="919122"/>
              </a:xfrm>
            </p:grpSpPr>
            <p:sp>
              <p:nvSpPr>
                <p:cNvPr id="9761" name="Google Shape;9761;p329"/>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62" name="Google Shape;9762;p329"/>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63" name="Google Shape;9763;p329"/>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764" name="Google Shape;9764;p329"/>
                <p:cNvGrpSpPr/>
                <p:nvPr/>
              </p:nvGrpSpPr>
              <p:grpSpPr>
                <a:xfrm>
                  <a:off x="11014221" y="5588618"/>
                  <a:ext cx="100021" cy="114784"/>
                  <a:chOff x="11014221" y="5588618"/>
                  <a:chExt cx="100021" cy="114784"/>
                </a:xfrm>
              </p:grpSpPr>
              <p:sp>
                <p:nvSpPr>
                  <p:cNvPr id="9765" name="Google Shape;9765;p329"/>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66" name="Google Shape;9766;p329"/>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67" name="Google Shape;9767;p329"/>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68" name="Google Shape;9768;p329"/>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769" name="Google Shape;9769;p329"/>
              <p:cNvGrpSpPr/>
              <p:nvPr/>
            </p:nvGrpSpPr>
            <p:grpSpPr>
              <a:xfrm>
                <a:off x="10718623" y="4728596"/>
                <a:ext cx="229169" cy="1075979"/>
                <a:chOff x="10718623" y="4728596"/>
                <a:chExt cx="229169" cy="1075979"/>
              </a:xfrm>
            </p:grpSpPr>
            <p:sp>
              <p:nvSpPr>
                <p:cNvPr id="9770" name="Google Shape;9770;p329"/>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71" name="Google Shape;9771;p329"/>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772" name="Google Shape;9772;p329"/>
                <p:cNvGrpSpPr/>
                <p:nvPr/>
              </p:nvGrpSpPr>
              <p:grpSpPr>
                <a:xfrm>
                  <a:off x="10765015" y="5040134"/>
                  <a:ext cx="116314" cy="49775"/>
                  <a:chOff x="10765015" y="5040134"/>
                  <a:chExt cx="116314" cy="49775"/>
                </a:xfrm>
              </p:grpSpPr>
              <p:sp>
                <p:nvSpPr>
                  <p:cNvPr id="9773" name="Google Shape;9773;p329"/>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74" name="Google Shape;9774;p329"/>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75" name="Google Shape;9775;p329"/>
                <p:cNvGrpSpPr/>
                <p:nvPr/>
              </p:nvGrpSpPr>
              <p:grpSpPr>
                <a:xfrm>
                  <a:off x="10784825" y="5436314"/>
                  <a:ext cx="116414" cy="49961"/>
                  <a:chOff x="10784825" y="5436314"/>
                  <a:chExt cx="116414" cy="49961"/>
                </a:xfrm>
              </p:grpSpPr>
              <p:sp>
                <p:nvSpPr>
                  <p:cNvPr id="9776" name="Google Shape;9776;p329"/>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77" name="Google Shape;9777;p329"/>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778" name="Google Shape;9778;p329"/>
              <p:cNvGrpSpPr/>
              <p:nvPr/>
            </p:nvGrpSpPr>
            <p:grpSpPr>
              <a:xfrm>
                <a:off x="10519314" y="4813458"/>
                <a:ext cx="202120" cy="992123"/>
                <a:chOff x="10519314" y="4813458"/>
                <a:chExt cx="202120" cy="992123"/>
              </a:xfrm>
            </p:grpSpPr>
            <p:sp>
              <p:nvSpPr>
                <p:cNvPr id="9779" name="Google Shape;9779;p329"/>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80" name="Google Shape;9780;p329"/>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781" name="Google Shape;9781;p329"/>
                <p:cNvGrpSpPr/>
                <p:nvPr/>
              </p:nvGrpSpPr>
              <p:grpSpPr>
                <a:xfrm>
                  <a:off x="10556176" y="5465730"/>
                  <a:ext cx="128397" cy="44196"/>
                  <a:chOff x="10556176" y="5465730"/>
                  <a:chExt cx="128397" cy="44196"/>
                </a:xfrm>
              </p:grpSpPr>
              <p:sp>
                <p:nvSpPr>
                  <p:cNvPr id="9782" name="Google Shape;9782;p329"/>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83" name="Google Shape;9783;p329"/>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84" name="Google Shape;9784;p329"/>
                <p:cNvGrpSpPr/>
                <p:nvPr/>
              </p:nvGrpSpPr>
              <p:grpSpPr>
                <a:xfrm>
                  <a:off x="10556176" y="5689187"/>
                  <a:ext cx="128397" cy="44196"/>
                  <a:chOff x="10556176" y="5689187"/>
                  <a:chExt cx="128397" cy="44196"/>
                </a:xfrm>
              </p:grpSpPr>
              <p:sp>
                <p:nvSpPr>
                  <p:cNvPr id="9785" name="Google Shape;9785;p329"/>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86" name="Google Shape;9786;p329"/>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9787" name="Google Shape;9787;p329"/>
            <p:cNvGrpSpPr/>
            <p:nvPr/>
          </p:nvGrpSpPr>
          <p:grpSpPr>
            <a:xfrm>
              <a:off x="11058042" y="5088325"/>
              <a:ext cx="213052" cy="717953"/>
              <a:chOff x="11058042" y="5088325"/>
              <a:chExt cx="213052" cy="717953"/>
            </a:xfrm>
          </p:grpSpPr>
          <p:sp>
            <p:nvSpPr>
              <p:cNvPr id="9788" name="Google Shape;9788;p329"/>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89" name="Google Shape;9789;p329"/>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790" name="Google Shape;9790;p329"/>
          <p:cNvGrpSpPr/>
          <p:nvPr/>
        </p:nvGrpSpPr>
        <p:grpSpPr>
          <a:xfrm flipH="1">
            <a:off x="8485925" y="662239"/>
            <a:ext cx="516117" cy="779220"/>
            <a:chOff x="10572463" y="3528536"/>
            <a:chExt cx="580168" cy="875823"/>
          </a:xfrm>
        </p:grpSpPr>
        <p:grpSp>
          <p:nvGrpSpPr>
            <p:cNvPr id="9791" name="Google Shape;9791;p329"/>
            <p:cNvGrpSpPr/>
            <p:nvPr/>
          </p:nvGrpSpPr>
          <p:grpSpPr>
            <a:xfrm>
              <a:off x="10713815" y="3528536"/>
              <a:ext cx="438816" cy="746664"/>
              <a:chOff x="10713815" y="3528536"/>
              <a:chExt cx="438816" cy="746664"/>
            </a:xfrm>
          </p:grpSpPr>
          <p:sp>
            <p:nvSpPr>
              <p:cNvPr id="9792" name="Google Shape;9792;p329"/>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793" name="Google Shape;9793;p329"/>
              <p:cNvGrpSpPr/>
              <p:nvPr/>
            </p:nvGrpSpPr>
            <p:grpSpPr>
              <a:xfrm>
                <a:off x="10776489" y="3625310"/>
                <a:ext cx="313848" cy="288226"/>
                <a:chOff x="10776489" y="3625310"/>
                <a:chExt cx="313848" cy="288226"/>
              </a:xfrm>
            </p:grpSpPr>
            <p:sp>
              <p:nvSpPr>
                <p:cNvPr id="9794" name="Google Shape;9794;p329"/>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95" name="Google Shape;9795;p329"/>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96" name="Google Shape;9796;p329"/>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97" name="Google Shape;9797;p329"/>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98" name="Google Shape;9798;p329"/>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99" name="Google Shape;9799;p329"/>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800" name="Google Shape;9800;p329"/>
              <p:cNvGrpSpPr/>
              <p:nvPr/>
            </p:nvGrpSpPr>
            <p:grpSpPr>
              <a:xfrm>
                <a:off x="10776489" y="3999547"/>
                <a:ext cx="313848" cy="181546"/>
                <a:chOff x="10776489" y="3999547"/>
                <a:chExt cx="313848" cy="181546"/>
              </a:xfrm>
            </p:grpSpPr>
            <p:sp>
              <p:nvSpPr>
                <p:cNvPr id="9801" name="Google Shape;9801;p329"/>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02" name="Google Shape;9802;p329"/>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03" name="Google Shape;9803;p329"/>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04" name="Google Shape;9804;p329"/>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805" name="Google Shape;9805;p329"/>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806" name="Google Shape;9806;p329"/>
            <p:cNvGrpSpPr/>
            <p:nvPr/>
          </p:nvGrpSpPr>
          <p:grpSpPr>
            <a:xfrm>
              <a:off x="10572463" y="3657790"/>
              <a:ext cx="438817" cy="746569"/>
              <a:chOff x="10572463" y="3657790"/>
              <a:chExt cx="438817" cy="746569"/>
            </a:xfrm>
          </p:grpSpPr>
          <p:sp>
            <p:nvSpPr>
              <p:cNvPr id="9807" name="Google Shape;9807;p329"/>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808" name="Google Shape;9808;p329"/>
              <p:cNvGrpSpPr/>
              <p:nvPr/>
            </p:nvGrpSpPr>
            <p:grpSpPr>
              <a:xfrm>
                <a:off x="10635138" y="3754469"/>
                <a:ext cx="313848" cy="288321"/>
                <a:chOff x="10635138" y="3754469"/>
                <a:chExt cx="313848" cy="288321"/>
              </a:xfrm>
            </p:grpSpPr>
            <p:sp>
              <p:nvSpPr>
                <p:cNvPr id="9809" name="Google Shape;9809;p329"/>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10" name="Google Shape;9810;p329"/>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11" name="Google Shape;9811;p329"/>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12" name="Google Shape;9812;p329"/>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13" name="Google Shape;9813;p329"/>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14" name="Google Shape;9814;p329"/>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815" name="Google Shape;9815;p329"/>
              <p:cNvGrpSpPr/>
              <p:nvPr/>
            </p:nvGrpSpPr>
            <p:grpSpPr>
              <a:xfrm>
                <a:off x="10635138" y="4128801"/>
                <a:ext cx="313848" cy="181547"/>
                <a:chOff x="10635138" y="4128801"/>
                <a:chExt cx="313848" cy="181547"/>
              </a:xfrm>
            </p:grpSpPr>
            <p:sp>
              <p:nvSpPr>
                <p:cNvPr id="9816" name="Google Shape;9816;p329"/>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17" name="Google Shape;9817;p329"/>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18" name="Google Shape;9818;p329"/>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19" name="Google Shape;9819;p329"/>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820" name="Google Shape;9820;p329"/>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821" name="Google Shape;9821;p329"/>
          <p:cNvGrpSpPr/>
          <p:nvPr/>
        </p:nvGrpSpPr>
        <p:grpSpPr>
          <a:xfrm flipH="1">
            <a:off x="8768853" y="1439765"/>
            <a:ext cx="22030" cy="294484"/>
            <a:chOff x="10809827" y="4402455"/>
            <a:chExt cx="24764" cy="330993"/>
          </a:xfrm>
        </p:grpSpPr>
        <p:sp>
          <p:nvSpPr>
            <p:cNvPr id="9822" name="Google Shape;9822;p329"/>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23" name="Google Shape;9823;p329"/>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24" name="Google Shape;9824;p329"/>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825" name="Google Shape;9825;p329"/>
          <p:cNvSpPr/>
          <p:nvPr/>
        </p:nvSpPr>
        <p:spPr>
          <a:xfrm flipH="1" rot="8662747">
            <a:off x="7370974" y="4168319"/>
            <a:ext cx="2746019" cy="19216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6" name="Google Shape;9826;p329"/>
          <p:cNvGrpSpPr/>
          <p:nvPr/>
        </p:nvGrpSpPr>
        <p:grpSpPr>
          <a:xfrm flipH="1">
            <a:off x="122956" y="4228558"/>
            <a:ext cx="829992" cy="750888"/>
            <a:chOff x="8114596" y="445039"/>
            <a:chExt cx="633002" cy="572716"/>
          </a:xfrm>
        </p:grpSpPr>
        <p:grpSp>
          <p:nvGrpSpPr>
            <p:cNvPr id="9827" name="Google Shape;9827;p329"/>
            <p:cNvGrpSpPr/>
            <p:nvPr/>
          </p:nvGrpSpPr>
          <p:grpSpPr>
            <a:xfrm>
              <a:off x="8114596" y="445039"/>
              <a:ext cx="633002" cy="572716"/>
              <a:chOff x="7189660" y="520827"/>
              <a:chExt cx="598074" cy="541115"/>
            </a:xfrm>
          </p:grpSpPr>
          <p:sp>
            <p:nvSpPr>
              <p:cNvPr id="9828" name="Google Shape;9828;p329"/>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829" name="Google Shape;9829;p329"/>
              <p:cNvGrpSpPr/>
              <p:nvPr/>
            </p:nvGrpSpPr>
            <p:grpSpPr>
              <a:xfrm>
                <a:off x="7579137" y="551973"/>
                <a:ext cx="164782" cy="41529"/>
                <a:chOff x="7579137" y="551973"/>
                <a:chExt cx="164782" cy="41529"/>
              </a:xfrm>
            </p:grpSpPr>
            <p:sp>
              <p:nvSpPr>
                <p:cNvPr id="9830" name="Google Shape;9830;p329"/>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31" name="Google Shape;9831;p329"/>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32" name="Google Shape;9832;p329"/>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833" name="Google Shape;9833;p329"/>
            <p:cNvGrpSpPr/>
            <p:nvPr/>
          </p:nvGrpSpPr>
          <p:grpSpPr>
            <a:xfrm>
              <a:off x="8184962" y="619646"/>
              <a:ext cx="498115" cy="257273"/>
              <a:chOff x="7256144" y="685800"/>
              <a:chExt cx="470630" cy="243077"/>
            </a:xfrm>
          </p:grpSpPr>
          <p:sp>
            <p:nvSpPr>
              <p:cNvPr id="9834" name="Google Shape;9834;p329"/>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835" name="Google Shape;9835;p329"/>
              <p:cNvGrpSpPr/>
              <p:nvPr/>
            </p:nvGrpSpPr>
            <p:grpSpPr>
              <a:xfrm>
                <a:off x="7512843" y="685800"/>
                <a:ext cx="213931" cy="243077"/>
                <a:chOff x="7512843" y="685800"/>
                <a:chExt cx="213931" cy="243077"/>
              </a:xfrm>
            </p:grpSpPr>
            <p:grpSp>
              <p:nvGrpSpPr>
                <p:cNvPr id="9836" name="Google Shape;9836;p329"/>
                <p:cNvGrpSpPr/>
                <p:nvPr/>
              </p:nvGrpSpPr>
              <p:grpSpPr>
                <a:xfrm>
                  <a:off x="7512843" y="836580"/>
                  <a:ext cx="213931" cy="92297"/>
                  <a:chOff x="7512843" y="836580"/>
                  <a:chExt cx="213931" cy="92297"/>
                </a:xfrm>
              </p:grpSpPr>
              <p:sp>
                <p:nvSpPr>
                  <p:cNvPr id="9837" name="Google Shape;9837;p329"/>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38" name="Google Shape;9838;p329"/>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839" name="Google Shape;9839;p329"/>
                <p:cNvGrpSpPr/>
                <p:nvPr/>
              </p:nvGrpSpPr>
              <p:grpSpPr>
                <a:xfrm>
                  <a:off x="7512843" y="761238"/>
                  <a:ext cx="213931" cy="92296"/>
                  <a:chOff x="7512843" y="761238"/>
                  <a:chExt cx="213931" cy="92296"/>
                </a:xfrm>
              </p:grpSpPr>
              <p:sp>
                <p:nvSpPr>
                  <p:cNvPr id="9840" name="Google Shape;9840;p329"/>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41" name="Google Shape;9841;p329"/>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842" name="Google Shape;9842;p329"/>
                <p:cNvGrpSpPr/>
                <p:nvPr/>
              </p:nvGrpSpPr>
              <p:grpSpPr>
                <a:xfrm>
                  <a:off x="7512843" y="685800"/>
                  <a:ext cx="213931" cy="92297"/>
                  <a:chOff x="7512843" y="685800"/>
                  <a:chExt cx="213931" cy="92297"/>
                </a:xfrm>
              </p:grpSpPr>
              <p:sp>
                <p:nvSpPr>
                  <p:cNvPr id="9843" name="Google Shape;9843;p329"/>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44" name="Google Shape;9844;p329"/>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3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9845" name="Shape 9845"/>
        <p:cNvGrpSpPr/>
        <p:nvPr/>
      </p:nvGrpSpPr>
      <p:grpSpPr>
        <a:xfrm>
          <a:off x="0" y="0"/>
          <a:ext cx="0" cy="0"/>
          <a:chOff x="0" y="0"/>
          <a:chExt cx="0" cy="0"/>
        </a:xfrm>
      </p:grpSpPr>
      <p:sp>
        <p:nvSpPr>
          <p:cNvPr id="9846" name="Google Shape;9846;p3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847" name="Google Shape;9847;p330"/>
          <p:cNvSpPr txBox="1"/>
          <p:nvPr>
            <p:ph idx="1" type="subTitle"/>
          </p:nvPr>
        </p:nvSpPr>
        <p:spPr>
          <a:xfrm>
            <a:off x="4679150"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9848" name="Google Shape;9848;p330"/>
          <p:cNvSpPr txBox="1"/>
          <p:nvPr>
            <p:ph idx="2" type="subTitle"/>
          </p:nvPr>
        </p:nvSpPr>
        <p:spPr>
          <a:xfrm>
            <a:off x="1080525"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9849" name="Google Shape;9849;p330"/>
          <p:cNvSpPr txBox="1"/>
          <p:nvPr>
            <p:ph idx="3" type="subTitle"/>
          </p:nvPr>
        </p:nvSpPr>
        <p:spPr>
          <a:xfrm>
            <a:off x="1080536"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850" name="Google Shape;9850;p330"/>
          <p:cNvSpPr txBox="1"/>
          <p:nvPr>
            <p:ph idx="4" type="subTitle"/>
          </p:nvPr>
        </p:nvSpPr>
        <p:spPr>
          <a:xfrm>
            <a:off x="4679164"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851" name="Google Shape;9851;p330"/>
          <p:cNvSpPr/>
          <p:nvPr/>
        </p:nvSpPr>
        <p:spPr>
          <a:xfrm rot="5551952">
            <a:off x="-721531" y="4084618"/>
            <a:ext cx="2053998" cy="17652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330"/>
          <p:cNvSpPr/>
          <p:nvPr/>
        </p:nvSpPr>
        <p:spPr>
          <a:xfrm rot="-460685">
            <a:off x="-850641" y="-888875"/>
            <a:ext cx="2082611" cy="168399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330"/>
          <p:cNvSpPr/>
          <p:nvPr/>
        </p:nvSpPr>
        <p:spPr>
          <a:xfrm rot="3259731">
            <a:off x="7063135" y="-804478"/>
            <a:ext cx="3168421" cy="25619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9854" name="Shape 9854"/>
        <p:cNvGrpSpPr/>
        <p:nvPr/>
      </p:nvGrpSpPr>
      <p:grpSpPr>
        <a:xfrm>
          <a:off x="0" y="0"/>
          <a:ext cx="0" cy="0"/>
          <a:chOff x="0" y="0"/>
          <a:chExt cx="0" cy="0"/>
        </a:xfrm>
      </p:grpSpPr>
      <p:sp>
        <p:nvSpPr>
          <p:cNvPr id="9855" name="Google Shape;9855;p3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856" name="Google Shape;9856;p331"/>
          <p:cNvSpPr/>
          <p:nvPr/>
        </p:nvSpPr>
        <p:spPr>
          <a:xfrm rot="-9076707">
            <a:off x="85462" y="-755109"/>
            <a:ext cx="1683799" cy="1313891"/>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7" name="Google Shape;9857;p331"/>
          <p:cNvGrpSpPr/>
          <p:nvPr/>
        </p:nvGrpSpPr>
        <p:grpSpPr>
          <a:xfrm>
            <a:off x="6779278" y="192982"/>
            <a:ext cx="2107998" cy="297419"/>
            <a:chOff x="6108096" y="3265836"/>
            <a:chExt cx="1633727" cy="230504"/>
          </a:xfrm>
        </p:grpSpPr>
        <p:sp>
          <p:nvSpPr>
            <p:cNvPr id="9858" name="Google Shape;9858;p331"/>
            <p:cNvSpPr/>
            <p:nvPr/>
          </p:nvSpPr>
          <p:spPr>
            <a:xfrm>
              <a:off x="6108096" y="3265836"/>
              <a:ext cx="1633727" cy="230504"/>
            </a:xfrm>
            <a:custGeom>
              <a:rect b="b" l="l" r="r" t="t"/>
              <a:pathLst>
                <a:path extrusionOk="0" h="230504" w="1633727">
                  <a:moveTo>
                    <a:pt x="1518476" y="0"/>
                  </a:moveTo>
                  <a:cubicBezTo>
                    <a:pt x="1582128" y="0"/>
                    <a:pt x="1633728" y="51600"/>
                    <a:pt x="1633728" y="115253"/>
                  </a:cubicBezTo>
                  <a:lnTo>
                    <a:pt x="1633728" y="115253"/>
                  </a:lnTo>
                  <a:cubicBezTo>
                    <a:pt x="1633728" y="178905"/>
                    <a:pt x="1582128" y="230505"/>
                    <a:pt x="1518476" y="230505"/>
                  </a:cubicBezTo>
                  <a:lnTo>
                    <a:pt x="115252" y="230505"/>
                  </a:lnTo>
                  <a:cubicBezTo>
                    <a:pt x="51601" y="230505"/>
                    <a:pt x="0" y="178905"/>
                    <a:pt x="0" y="115253"/>
                  </a:cubicBezTo>
                  <a:lnTo>
                    <a:pt x="0" y="115253"/>
                  </a:lnTo>
                  <a:cubicBezTo>
                    <a:pt x="0" y="51600"/>
                    <a:pt x="51601" y="0"/>
                    <a:pt x="115252"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59" name="Google Shape;9859;p331"/>
            <p:cNvSpPr/>
            <p:nvPr/>
          </p:nvSpPr>
          <p:spPr>
            <a:xfrm>
              <a:off x="7528381" y="3292292"/>
              <a:ext cx="166485" cy="165854"/>
            </a:xfrm>
            <a:custGeom>
              <a:rect b="b" l="l" r="r" t="t"/>
              <a:pathLst>
                <a:path extrusionOk="0" h="165854" w="166485">
                  <a:moveTo>
                    <a:pt x="161532" y="137469"/>
                  </a:moveTo>
                  <a:lnTo>
                    <a:pt x="120003" y="95941"/>
                  </a:lnTo>
                  <a:lnTo>
                    <a:pt x="113336" y="102608"/>
                  </a:lnTo>
                  <a:lnTo>
                    <a:pt x="105811" y="95083"/>
                  </a:lnTo>
                  <a:cubicBezTo>
                    <a:pt x="123622" y="71842"/>
                    <a:pt x="122194" y="38600"/>
                    <a:pt x="100953" y="17359"/>
                  </a:cubicBezTo>
                  <a:cubicBezTo>
                    <a:pt x="77807" y="-5786"/>
                    <a:pt x="40374" y="-5786"/>
                    <a:pt x="17324" y="17359"/>
                  </a:cubicBezTo>
                  <a:cubicBezTo>
                    <a:pt x="-5727" y="40505"/>
                    <a:pt x="-5822" y="77938"/>
                    <a:pt x="17324" y="100989"/>
                  </a:cubicBezTo>
                  <a:cubicBezTo>
                    <a:pt x="38850" y="122515"/>
                    <a:pt x="72568" y="123754"/>
                    <a:pt x="95809" y="105275"/>
                  </a:cubicBezTo>
                  <a:lnTo>
                    <a:pt x="103334" y="112800"/>
                  </a:lnTo>
                  <a:lnTo>
                    <a:pt x="96667" y="119467"/>
                  </a:lnTo>
                  <a:lnTo>
                    <a:pt x="138196" y="160996"/>
                  </a:lnTo>
                  <a:cubicBezTo>
                    <a:pt x="144673" y="167473"/>
                    <a:pt x="155150" y="167473"/>
                    <a:pt x="161627" y="160996"/>
                  </a:cubicBezTo>
                  <a:lnTo>
                    <a:pt x="161627" y="160996"/>
                  </a:lnTo>
                  <a:cubicBezTo>
                    <a:pt x="168104" y="154519"/>
                    <a:pt x="168104" y="144042"/>
                    <a:pt x="161627" y="137565"/>
                  </a:cubicBezTo>
                  <a:close/>
                  <a:moveTo>
                    <a:pt x="59138" y="102513"/>
                  </a:moveTo>
                  <a:cubicBezTo>
                    <a:pt x="54471" y="102513"/>
                    <a:pt x="49899" y="101751"/>
                    <a:pt x="45612" y="100417"/>
                  </a:cubicBezTo>
                  <a:cubicBezTo>
                    <a:pt x="33611" y="96512"/>
                    <a:pt x="23896" y="87463"/>
                    <a:pt x="19133" y="75938"/>
                  </a:cubicBezTo>
                  <a:cubicBezTo>
                    <a:pt x="16942" y="70794"/>
                    <a:pt x="15799" y="65175"/>
                    <a:pt x="15799" y="59269"/>
                  </a:cubicBezTo>
                  <a:cubicBezTo>
                    <a:pt x="15799" y="35361"/>
                    <a:pt x="35231" y="15931"/>
                    <a:pt x="59138" y="15931"/>
                  </a:cubicBezTo>
                  <a:cubicBezTo>
                    <a:pt x="65044" y="15931"/>
                    <a:pt x="70663" y="17074"/>
                    <a:pt x="75807" y="19264"/>
                  </a:cubicBezTo>
                  <a:cubicBezTo>
                    <a:pt x="87332" y="24122"/>
                    <a:pt x="96381" y="33742"/>
                    <a:pt x="100286" y="45744"/>
                  </a:cubicBezTo>
                  <a:cubicBezTo>
                    <a:pt x="101715" y="50030"/>
                    <a:pt x="102382" y="54507"/>
                    <a:pt x="102382" y="59269"/>
                  </a:cubicBezTo>
                  <a:cubicBezTo>
                    <a:pt x="102382" y="83177"/>
                    <a:pt x="83046" y="102513"/>
                    <a:pt x="59138" y="1025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60" name="Google Shape;9860;p331"/>
            <p:cNvSpPr/>
            <p:nvPr/>
          </p:nvSpPr>
          <p:spPr>
            <a:xfrm>
              <a:off x="7475124" y="3290220"/>
              <a:ext cx="7620" cy="174307"/>
            </a:xfrm>
            <a:custGeom>
              <a:rect b="b" l="l" r="r" t="t"/>
              <a:pathLst>
                <a:path extrusionOk="0" h="174307" w="7620">
                  <a:moveTo>
                    <a:pt x="3810" y="174308"/>
                  </a:moveTo>
                  <a:lnTo>
                    <a:pt x="3810" y="174308"/>
                  </a:lnTo>
                  <a:cubicBezTo>
                    <a:pt x="1714" y="174308"/>
                    <a:pt x="0" y="172593"/>
                    <a:pt x="0" y="170497"/>
                  </a:cubicBezTo>
                  <a:lnTo>
                    <a:pt x="0" y="3810"/>
                  </a:lnTo>
                  <a:cubicBezTo>
                    <a:pt x="0" y="1714"/>
                    <a:pt x="1714" y="0"/>
                    <a:pt x="3810" y="0"/>
                  </a:cubicBezTo>
                  <a:lnTo>
                    <a:pt x="3810" y="0"/>
                  </a:lnTo>
                  <a:cubicBezTo>
                    <a:pt x="5905" y="0"/>
                    <a:pt x="7620" y="1714"/>
                    <a:pt x="7620" y="3810"/>
                  </a:cubicBezTo>
                  <a:lnTo>
                    <a:pt x="7620" y="170497"/>
                  </a:lnTo>
                  <a:cubicBezTo>
                    <a:pt x="7620" y="172593"/>
                    <a:pt x="5905" y="174308"/>
                    <a:pt x="3810" y="17430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861" name="Google Shape;9861;p331"/>
          <p:cNvSpPr/>
          <p:nvPr/>
        </p:nvSpPr>
        <p:spPr>
          <a:xfrm flipH="1" rot="532502">
            <a:off x="-514115" y="4385276"/>
            <a:ext cx="1514959" cy="122499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2" name="Google Shape;9862;p331"/>
          <p:cNvGrpSpPr/>
          <p:nvPr/>
        </p:nvGrpSpPr>
        <p:grpSpPr>
          <a:xfrm>
            <a:off x="-148774" y="4544215"/>
            <a:ext cx="784225" cy="584398"/>
            <a:chOff x="1914620" y="1930431"/>
            <a:chExt cx="572929" cy="426911"/>
          </a:xfrm>
        </p:grpSpPr>
        <p:grpSp>
          <p:nvGrpSpPr>
            <p:cNvPr id="9863" name="Google Shape;9863;p331"/>
            <p:cNvGrpSpPr/>
            <p:nvPr/>
          </p:nvGrpSpPr>
          <p:grpSpPr>
            <a:xfrm>
              <a:off x="1914620" y="1930431"/>
              <a:ext cx="572929" cy="426911"/>
              <a:chOff x="1914620" y="1930431"/>
              <a:chExt cx="572929" cy="426911"/>
            </a:xfrm>
          </p:grpSpPr>
          <p:sp>
            <p:nvSpPr>
              <p:cNvPr id="9864" name="Google Shape;9864;p331"/>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65" name="Google Shape;9865;p331"/>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66" name="Google Shape;9866;p331"/>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867" name="Google Shape;9867;p331"/>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868" name="Google Shape;9868;p331"/>
          <p:cNvSpPr/>
          <p:nvPr/>
        </p:nvSpPr>
        <p:spPr>
          <a:xfrm rot="5844200">
            <a:off x="8030548" y="2339312"/>
            <a:ext cx="2404301" cy="131859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9869" name="Shape 9869"/>
        <p:cNvGrpSpPr/>
        <p:nvPr/>
      </p:nvGrpSpPr>
      <p:grpSpPr>
        <a:xfrm>
          <a:off x="0" y="0"/>
          <a:ext cx="0" cy="0"/>
          <a:chOff x="0" y="0"/>
          <a:chExt cx="0" cy="0"/>
        </a:xfrm>
      </p:grpSpPr>
      <p:sp>
        <p:nvSpPr>
          <p:cNvPr id="9870" name="Google Shape;9870;p332"/>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871" name="Google Shape;9871;p332"/>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9872" name="Google Shape;9872;p332"/>
          <p:cNvSpPr/>
          <p:nvPr>
            <p:ph idx="2" type="pic"/>
          </p:nvPr>
        </p:nvSpPr>
        <p:spPr>
          <a:xfrm>
            <a:off x="5668975" y="1076550"/>
            <a:ext cx="2990400" cy="2990400"/>
          </a:xfrm>
          <a:prstGeom prst="roundRect">
            <a:avLst>
              <a:gd fmla="val 16667" name="adj"/>
            </a:avLst>
          </a:prstGeom>
          <a:noFill/>
          <a:ln>
            <a:noFill/>
          </a:ln>
        </p:spPr>
      </p:sp>
      <p:sp>
        <p:nvSpPr>
          <p:cNvPr id="9873" name="Google Shape;9873;p332"/>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332"/>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5" name="Google Shape;9875;p332"/>
          <p:cNvGrpSpPr/>
          <p:nvPr/>
        </p:nvGrpSpPr>
        <p:grpSpPr>
          <a:xfrm>
            <a:off x="65066" y="4373044"/>
            <a:ext cx="878158" cy="654532"/>
            <a:chOff x="1114425" y="4361211"/>
            <a:chExt cx="573023" cy="427101"/>
          </a:xfrm>
        </p:grpSpPr>
        <p:grpSp>
          <p:nvGrpSpPr>
            <p:cNvPr id="9876" name="Google Shape;9876;p332"/>
            <p:cNvGrpSpPr/>
            <p:nvPr/>
          </p:nvGrpSpPr>
          <p:grpSpPr>
            <a:xfrm>
              <a:off x="1114425" y="4361211"/>
              <a:ext cx="573023" cy="427101"/>
              <a:chOff x="1114425" y="4361211"/>
              <a:chExt cx="573023" cy="427101"/>
            </a:xfrm>
          </p:grpSpPr>
          <p:sp>
            <p:nvSpPr>
              <p:cNvPr id="9877" name="Google Shape;9877;p332"/>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78" name="Google Shape;9878;p332"/>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79" name="Google Shape;9879;p332"/>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880" name="Google Shape;9880;p332"/>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3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9881" name="Shape 9881"/>
        <p:cNvGrpSpPr/>
        <p:nvPr/>
      </p:nvGrpSpPr>
      <p:grpSpPr>
        <a:xfrm>
          <a:off x="0" y="0"/>
          <a:ext cx="0" cy="0"/>
          <a:chOff x="0" y="0"/>
          <a:chExt cx="0" cy="0"/>
        </a:xfrm>
      </p:grpSpPr>
      <p:sp>
        <p:nvSpPr>
          <p:cNvPr id="9882" name="Google Shape;9882;p333"/>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9883" name="Google Shape;9883;p333"/>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333"/>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333"/>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9886" name="Shape 9886"/>
        <p:cNvGrpSpPr/>
        <p:nvPr/>
      </p:nvGrpSpPr>
      <p:grpSpPr>
        <a:xfrm>
          <a:off x="0" y="0"/>
          <a:ext cx="0" cy="0"/>
          <a:chOff x="0" y="0"/>
          <a:chExt cx="0" cy="0"/>
        </a:xfrm>
      </p:grpSpPr>
      <p:sp>
        <p:nvSpPr>
          <p:cNvPr id="9887" name="Google Shape;9887;p334"/>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15000"/>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9888" name="Google Shape;9888;p334"/>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9889" name="Google Shape;9889;p334"/>
          <p:cNvSpPr/>
          <p:nvPr/>
        </p:nvSpPr>
        <p:spPr>
          <a:xfrm rot="3263452">
            <a:off x="-163955"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334"/>
          <p:cNvSpPr/>
          <p:nvPr/>
        </p:nvSpPr>
        <p:spPr>
          <a:xfrm rot="-460623">
            <a:off x="-1793263"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334"/>
          <p:cNvSpPr/>
          <p:nvPr/>
        </p:nvSpPr>
        <p:spPr>
          <a:xfrm rot="4592047">
            <a:off x="7797256" y="593203"/>
            <a:ext cx="1475158" cy="11928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9892" name="Shape 9892"/>
        <p:cNvGrpSpPr/>
        <p:nvPr/>
      </p:nvGrpSpPr>
      <p:grpSpPr>
        <a:xfrm>
          <a:off x="0" y="0"/>
          <a:ext cx="0" cy="0"/>
          <a:chOff x="0" y="0"/>
          <a:chExt cx="0" cy="0"/>
        </a:xfrm>
      </p:grpSpPr>
      <p:sp>
        <p:nvSpPr>
          <p:cNvPr id="9893" name="Google Shape;9893;p335"/>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algn="ctr">
              <a:spcBef>
                <a:spcPts val="0"/>
              </a:spcBef>
              <a:spcAft>
                <a:spcPts val="0"/>
              </a:spcAft>
              <a:buSzPts val="3000"/>
              <a:buNone/>
              <a:defRPr>
                <a:solidFill>
                  <a:schemeClr val="lt1"/>
                </a:solidFill>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Tree>
  </p:cSld>
  <p:clrMapOvr>
    <a:masterClrMapping/>
  </p:clrMapOvr>
</p:sldLayout>
</file>

<file path=ppt/slideLayouts/slideLayout3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9894" name="Shape 9894"/>
        <p:cNvGrpSpPr/>
        <p:nvPr/>
      </p:nvGrpSpPr>
      <p:grpSpPr>
        <a:xfrm>
          <a:off x="0" y="0"/>
          <a:ext cx="0" cy="0"/>
          <a:chOff x="0" y="0"/>
          <a:chExt cx="0" cy="0"/>
        </a:xfrm>
      </p:grpSpPr>
      <p:sp>
        <p:nvSpPr>
          <p:cNvPr id="9895" name="Google Shape;9895;p336"/>
          <p:cNvSpPr txBox="1"/>
          <p:nvPr>
            <p:ph hasCustomPrompt="1" type="title"/>
          </p:nvPr>
        </p:nvSpPr>
        <p:spPr>
          <a:xfrm>
            <a:off x="713225" y="1477363"/>
            <a:ext cx="6576000" cy="15267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896" name="Google Shape;9896;p336"/>
          <p:cNvSpPr txBox="1"/>
          <p:nvPr>
            <p:ph idx="1" type="subTitle"/>
          </p:nvPr>
        </p:nvSpPr>
        <p:spPr>
          <a:xfrm>
            <a:off x="713225" y="3169038"/>
            <a:ext cx="6576000" cy="497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9897" name="Google Shape;9897;p336"/>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336"/>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336"/>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336"/>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1" name="Google Shape;9901;p336"/>
          <p:cNvGrpSpPr/>
          <p:nvPr/>
        </p:nvGrpSpPr>
        <p:grpSpPr>
          <a:xfrm>
            <a:off x="7441503" y="289852"/>
            <a:ext cx="1366913" cy="1382099"/>
            <a:chOff x="6568493" y="8"/>
            <a:chExt cx="1820608" cy="1840590"/>
          </a:xfrm>
        </p:grpSpPr>
        <p:sp>
          <p:nvSpPr>
            <p:cNvPr id="9902" name="Google Shape;9902;p336"/>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03" name="Google Shape;9903;p336"/>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904" name="Google Shape;9904;p336"/>
            <p:cNvGrpSpPr/>
            <p:nvPr/>
          </p:nvGrpSpPr>
          <p:grpSpPr>
            <a:xfrm>
              <a:off x="6568493" y="84720"/>
              <a:ext cx="1649109" cy="1669065"/>
              <a:chOff x="8921020" y="472154"/>
              <a:chExt cx="1959958" cy="1983676"/>
            </a:xfrm>
          </p:grpSpPr>
          <p:sp>
            <p:nvSpPr>
              <p:cNvPr id="9905" name="Google Shape;9905;p336"/>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06" name="Google Shape;9906;p336"/>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907" name="Google Shape;9907;p336"/>
              <p:cNvGrpSpPr/>
              <p:nvPr/>
            </p:nvGrpSpPr>
            <p:grpSpPr>
              <a:xfrm>
                <a:off x="9011888" y="537781"/>
                <a:ext cx="255174" cy="64389"/>
                <a:chOff x="9011888" y="537781"/>
                <a:chExt cx="255174" cy="64389"/>
              </a:xfrm>
            </p:grpSpPr>
            <p:sp>
              <p:nvSpPr>
                <p:cNvPr id="9908" name="Google Shape;9908;p336"/>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09" name="Google Shape;9909;p336"/>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0" name="Google Shape;9910;p336"/>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911" name="Google Shape;9911;p336"/>
            <p:cNvGrpSpPr/>
            <p:nvPr/>
          </p:nvGrpSpPr>
          <p:grpSpPr>
            <a:xfrm>
              <a:off x="6795939" y="406335"/>
              <a:ext cx="1194216" cy="1228757"/>
              <a:chOff x="9191339" y="854392"/>
              <a:chExt cx="1419320" cy="1460372"/>
            </a:xfrm>
          </p:grpSpPr>
          <p:grpSp>
            <p:nvGrpSpPr>
              <p:cNvPr id="9912" name="Google Shape;9912;p336"/>
              <p:cNvGrpSpPr/>
              <p:nvPr/>
            </p:nvGrpSpPr>
            <p:grpSpPr>
              <a:xfrm>
                <a:off x="9191339" y="1884045"/>
                <a:ext cx="604932" cy="420243"/>
                <a:chOff x="9191339" y="1884045"/>
                <a:chExt cx="604932" cy="420243"/>
              </a:xfrm>
            </p:grpSpPr>
            <p:sp>
              <p:nvSpPr>
                <p:cNvPr id="9913" name="Google Shape;9913;p336"/>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4" name="Google Shape;9914;p336"/>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5" name="Google Shape;9915;p336"/>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6" name="Google Shape;9916;p336"/>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7" name="Google Shape;9917;p336"/>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8" name="Google Shape;9918;p336"/>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9" name="Google Shape;9919;p336"/>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0" name="Google Shape;9920;p336"/>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1" name="Google Shape;9921;p336"/>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2" name="Google Shape;9922;p336"/>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923" name="Google Shape;9923;p336"/>
              <p:cNvGrpSpPr/>
              <p:nvPr/>
            </p:nvGrpSpPr>
            <p:grpSpPr>
              <a:xfrm>
                <a:off x="10004774" y="854392"/>
                <a:ext cx="604932" cy="420243"/>
                <a:chOff x="10004774" y="854392"/>
                <a:chExt cx="604932" cy="420243"/>
              </a:xfrm>
            </p:grpSpPr>
            <p:sp>
              <p:nvSpPr>
                <p:cNvPr id="9924" name="Google Shape;9924;p336"/>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5" name="Google Shape;9925;p336"/>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6" name="Google Shape;9926;p336"/>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7" name="Google Shape;9927;p336"/>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8" name="Google Shape;9928;p336"/>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9" name="Google Shape;9929;p336"/>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0" name="Google Shape;9930;p336"/>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1" name="Google Shape;9931;p336"/>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2" name="Google Shape;9932;p336"/>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3" name="Google Shape;9933;p336"/>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934" name="Google Shape;9934;p336"/>
              <p:cNvGrpSpPr/>
              <p:nvPr/>
            </p:nvGrpSpPr>
            <p:grpSpPr>
              <a:xfrm>
                <a:off x="10004774" y="1374362"/>
                <a:ext cx="604932" cy="303466"/>
                <a:chOff x="10004774" y="1374362"/>
                <a:chExt cx="604932" cy="303466"/>
              </a:xfrm>
            </p:grpSpPr>
            <p:sp>
              <p:nvSpPr>
                <p:cNvPr id="9935" name="Google Shape;9935;p336"/>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6" name="Google Shape;9936;p336"/>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7" name="Google Shape;9937;p336"/>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8" name="Google Shape;9938;p336"/>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9" name="Google Shape;9939;p336"/>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0" name="Google Shape;9940;p336"/>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1" name="Google Shape;9941;p336"/>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2" name="Google Shape;9942;p336"/>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943" name="Google Shape;9943;p336"/>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4" name="Google Shape;9944;p336"/>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945" name="Google Shape;9945;p336"/>
            <p:cNvGrpSpPr/>
            <p:nvPr/>
          </p:nvGrpSpPr>
          <p:grpSpPr>
            <a:xfrm>
              <a:off x="6717319" y="354723"/>
              <a:ext cx="656533" cy="799751"/>
              <a:chOff x="9097899" y="793051"/>
              <a:chExt cx="780287" cy="950500"/>
            </a:xfrm>
          </p:grpSpPr>
          <p:grpSp>
            <p:nvGrpSpPr>
              <p:cNvPr id="9946" name="Google Shape;9946;p336"/>
              <p:cNvGrpSpPr/>
              <p:nvPr/>
            </p:nvGrpSpPr>
            <p:grpSpPr>
              <a:xfrm>
                <a:off x="9118758" y="814006"/>
                <a:ext cx="747999" cy="918020"/>
                <a:chOff x="9118758" y="814006"/>
                <a:chExt cx="747999" cy="918020"/>
              </a:xfrm>
            </p:grpSpPr>
            <p:sp>
              <p:nvSpPr>
                <p:cNvPr id="9947" name="Google Shape;9947;p336"/>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8" name="Google Shape;9948;p336"/>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9" name="Google Shape;9949;p336"/>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50" name="Google Shape;9950;p336"/>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951" name="Google Shape;9951;p336"/>
              <p:cNvGrpSpPr/>
              <p:nvPr/>
            </p:nvGrpSpPr>
            <p:grpSpPr>
              <a:xfrm>
                <a:off x="9097899" y="793051"/>
                <a:ext cx="780287" cy="950500"/>
                <a:chOff x="9097899" y="793051"/>
                <a:chExt cx="780287" cy="950500"/>
              </a:xfrm>
            </p:grpSpPr>
            <p:grpSp>
              <p:nvGrpSpPr>
                <p:cNvPr id="9952" name="Google Shape;9952;p336"/>
                <p:cNvGrpSpPr/>
                <p:nvPr/>
              </p:nvGrpSpPr>
              <p:grpSpPr>
                <a:xfrm>
                  <a:off x="9097899" y="793051"/>
                  <a:ext cx="780287" cy="41909"/>
                  <a:chOff x="9097899" y="793051"/>
                  <a:chExt cx="780287" cy="41909"/>
                </a:xfrm>
              </p:grpSpPr>
              <p:sp>
                <p:nvSpPr>
                  <p:cNvPr id="9953" name="Google Shape;9953;p336"/>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54" name="Google Shape;9954;p336"/>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55" name="Google Shape;9955;p336"/>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956" name="Google Shape;9956;p336"/>
                <p:cNvGrpSpPr/>
                <p:nvPr/>
              </p:nvGrpSpPr>
              <p:grpSpPr>
                <a:xfrm>
                  <a:off x="9097899" y="1247298"/>
                  <a:ext cx="780287" cy="41910"/>
                  <a:chOff x="9097899" y="1247298"/>
                  <a:chExt cx="780287" cy="41910"/>
                </a:xfrm>
              </p:grpSpPr>
              <p:sp>
                <p:nvSpPr>
                  <p:cNvPr id="9957" name="Google Shape;9957;p336"/>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58" name="Google Shape;9958;p336"/>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959" name="Google Shape;9959;p336"/>
                <p:cNvGrpSpPr/>
                <p:nvPr/>
              </p:nvGrpSpPr>
              <p:grpSpPr>
                <a:xfrm>
                  <a:off x="9097899" y="1701641"/>
                  <a:ext cx="780287" cy="41910"/>
                  <a:chOff x="9097899" y="1701641"/>
                  <a:chExt cx="780287" cy="41910"/>
                </a:xfrm>
              </p:grpSpPr>
              <p:sp>
                <p:nvSpPr>
                  <p:cNvPr id="9960" name="Google Shape;9960;p336"/>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61" name="Google Shape;9961;p336"/>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62" name="Google Shape;9962;p336"/>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9963" name="Google Shape;9963;p336"/>
            <p:cNvGrpSpPr/>
            <p:nvPr/>
          </p:nvGrpSpPr>
          <p:grpSpPr>
            <a:xfrm>
              <a:off x="7074117" y="956519"/>
              <a:ext cx="215826" cy="125825"/>
              <a:chOff x="9521952" y="1508283"/>
              <a:chExt cx="256508" cy="149542"/>
            </a:xfrm>
          </p:grpSpPr>
          <p:sp>
            <p:nvSpPr>
              <p:cNvPr id="9964" name="Google Shape;9964;p336"/>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965" name="Google Shape;9965;p336"/>
              <p:cNvGrpSpPr/>
              <p:nvPr/>
            </p:nvGrpSpPr>
            <p:grpSpPr>
              <a:xfrm>
                <a:off x="9556578" y="1534618"/>
                <a:ext cx="183763" cy="98921"/>
                <a:chOff x="9556578" y="1534618"/>
                <a:chExt cx="183763" cy="98921"/>
              </a:xfrm>
            </p:grpSpPr>
            <p:grpSp>
              <p:nvGrpSpPr>
                <p:cNvPr id="9966" name="Google Shape;9966;p336"/>
                <p:cNvGrpSpPr/>
                <p:nvPr/>
              </p:nvGrpSpPr>
              <p:grpSpPr>
                <a:xfrm>
                  <a:off x="9645396" y="1536115"/>
                  <a:ext cx="94945" cy="94946"/>
                  <a:chOff x="9645396" y="1536115"/>
                  <a:chExt cx="94945" cy="94946"/>
                </a:xfrm>
              </p:grpSpPr>
              <p:sp>
                <p:nvSpPr>
                  <p:cNvPr id="9967" name="Google Shape;9967;p336"/>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68" name="Google Shape;9968;p336"/>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969" name="Google Shape;9969;p336"/>
                <p:cNvGrpSpPr/>
                <p:nvPr/>
              </p:nvGrpSpPr>
              <p:grpSpPr>
                <a:xfrm>
                  <a:off x="9556578" y="1534618"/>
                  <a:ext cx="98773" cy="98921"/>
                  <a:chOff x="9556578" y="1534618"/>
                  <a:chExt cx="98773" cy="98921"/>
                </a:xfrm>
              </p:grpSpPr>
              <p:sp>
                <p:nvSpPr>
                  <p:cNvPr id="9970" name="Google Shape;9970;p336"/>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71" name="Google Shape;9971;p336"/>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3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9972" name="Shape 9972"/>
        <p:cNvGrpSpPr/>
        <p:nvPr/>
      </p:nvGrpSpPr>
      <p:grpSpPr>
        <a:xfrm>
          <a:off x="0" y="0"/>
          <a:ext cx="0" cy="0"/>
          <a:chOff x="0" y="0"/>
          <a:chExt cx="0" cy="0"/>
        </a:xfrm>
      </p:grpSpPr>
    </p:spTree>
  </p:cSld>
  <p:clrMapOvr>
    <a:masterClrMapping/>
  </p:clrMapOvr>
</p:sldLayout>
</file>

<file path=ppt/slideLayouts/slideLayout3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9973" name="Shape 9973"/>
        <p:cNvGrpSpPr/>
        <p:nvPr/>
      </p:nvGrpSpPr>
      <p:grpSpPr>
        <a:xfrm>
          <a:off x="0" y="0"/>
          <a:ext cx="0" cy="0"/>
          <a:chOff x="0" y="0"/>
          <a:chExt cx="0" cy="0"/>
        </a:xfrm>
      </p:grpSpPr>
      <p:sp>
        <p:nvSpPr>
          <p:cNvPr id="9974" name="Google Shape;9974;p3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975" name="Google Shape;9975;p338"/>
          <p:cNvSpPr txBox="1"/>
          <p:nvPr>
            <p:ph hasCustomPrompt="1" idx="2" type="title"/>
          </p:nvPr>
        </p:nvSpPr>
        <p:spPr>
          <a:xfrm>
            <a:off x="110097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976" name="Google Shape;9976;p338"/>
          <p:cNvSpPr txBox="1"/>
          <p:nvPr>
            <p:ph hasCustomPrompt="1" idx="3" type="title"/>
          </p:nvPr>
        </p:nvSpPr>
        <p:spPr>
          <a:xfrm>
            <a:off x="110097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977" name="Google Shape;9977;p338"/>
          <p:cNvSpPr txBox="1"/>
          <p:nvPr>
            <p:ph hasCustomPrompt="1" idx="4" type="title"/>
          </p:nvPr>
        </p:nvSpPr>
        <p:spPr>
          <a:xfrm>
            <a:off x="3419250"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978" name="Google Shape;9978;p338"/>
          <p:cNvSpPr txBox="1"/>
          <p:nvPr>
            <p:ph hasCustomPrompt="1" idx="5" type="title"/>
          </p:nvPr>
        </p:nvSpPr>
        <p:spPr>
          <a:xfrm>
            <a:off x="3419250"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979" name="Google Shape;9979;p338"/>
          <p:cNvSpPr txBox="1"/>
          <p:nvPr>
            <p:ph hasCustomPrompt="1" idx="6" type="title"/>
          </p:nvPr>
        </p:nvSpPr>
        <p:spPr>
          <a:xfrm>
            <a:off x="573752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980" name="Google Shape;9980;p338"/>
          <p:cNvSpPr txBox="1"/>
          <p:nvPr>
            <p:ph hasCustomPrompt="1" idx="7" type="title"/>
          </p:nvPr>
        </p:nvSpPr>
        <p:spPr>
          <a:xfrm>
            <a:off x="573752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981" name="Google Shape;9981;p338"/>
          <p:cNvSpPr txBox="1"/>
          <p:nvPr>
            <p:ph idx="1" type="subTitle"/>
          </p:nvPr>
        </p:nvSpPr>
        <p:spPr>
          <a:xfrm>
            <a:off x="110097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982" name="Google Shape;9982;p338"/>
          <p:cNvSpPr txBox="1"/>
          <p:nvPr>
            <p:ph idx="8" type="subTitle"/>
          </p:nvPr>
        </p:nvSpPr>
        <p:spPr>
          <a:xfrm>
            <a:off x="3419250"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983" name="Google Shape;9983;p338"/>
          <p:cNvSpPr txBox="1"/>
          <p:nvPr>
            <p:ph idx="9" type="subTitle"/>
          </p:nvPr>
        </p:nvSpPr>
        <p:spPr>
          <a:xfrm>
            <a:off x="573752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984" name="Google Shape;9984;p338"/>
          <p:cNvSpPr txBox="1"/>
          <p:nvPr>
            <p:ph idx="13" type="subTitle"/>
          </p:nvPr>
        </p:nvSpPr>
        <p:spPr>
          <a:xfrm>
            <a:off x="110097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985" name="Google Shape;9985;p338"/>
          <p:cNvSpPr txBox="1"/>
          <p:nvPr>
            <p:ph idx="14" type="subTitle"/>
          </p:nvPr>
        </p:nvSpPr>
        <p:spPr>
          <a:xfrm>
            <a:off x="3419250"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986" name="Google Shape;9986;p338"/>
          <p:cNvSpPr txBox="1"/>
          <p:nvPr>
            <p:ph idx="15" type="subTitle"/>
          </p:nvPr>
        </p:nvSpPr>
        <p:spPr>
          <a:xfrm>
            <a:off x="573752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987" name="Google Shape;9987;p338"/>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338"/>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9" name="Google Shape;9989;p338"/>
          <p:cNvGrpSpPr/>
          <p:nvPr/>
        </p:nvGrpSpPr>
        <p:grpSpPr>
          <a:xfrm>
            <a:off x="8114970" y="266839"/>
            <a:ext cx="829992" cy="750888"/>
            <a:chOff x="8114596" y="445039"/>
            <a:chExt cx="633002" cy="572716"/>
          </a:xfrm>
        </p:grpSpPr>
        <p:grpSp>
          <p:nvGrpSpPr>
            <p:cNvPr id="9990" name="Google Shape;9990;p338"/>
            <p:cNvGrpSpPr/>
            <p:nvPr/>
          </p:nvGrpSpPr>
          <p:grpSpPr>
            <a:xfrm>
              <a:off x="8114596" y="445039"/>
              <a:ext cx="633002" cy="572716"/>
              <a:chOff x="7189660" y="520827"/>
              <a:chExt cx="598074" cy="541115"/>
            </a:xfrm>
          </p:grpSpPr>
          <p:sp>
            <p:nvSpPr>
              <p:cNvPr id="9991" name="Google Shape;9991;p338"/>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992" name="Google Shape;9992;p338"/>
              <p:cNvGrpSpPr/>
              <p:nvPr/>
            </p:nvGrpSpPr>
            <p:grpSpPr>
              <a:xfrm>
                <a:off x="7579137" y="551973"/>
                <a:ext cx="164782" cy="41529"/>
                <a:chOff x="7579137" y="551973"/>
                <a:chExt cx="164782" cy="41529"/>
              </a:xfrm>
            </p:grpSpPr>
            <p:sp>
              <p:nvSpPr>
                <p:cNvPr id="9993" name="Google Shape;9993;p338"/>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94" name="Google Shape;9994;p338"/>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95" name="Google Shape;9995;p338"/>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996" name="Google Shape;9996;p338"/>
            <p:cNvGrpSpPr/>
            <p:nvPr/>
          </p:nvGrpSpPr>
          <p:grpSpPr>
            <a:xfrm>
              <a:off x="8184962" y="619646"/>
              <a:ext cx="498115" cy="257273"/>
              <a:chOff x="7256144" y="685800"/>
              <a:chExt cx="470630" cy="243077"/>
            </a:xfrm>
          </p:grpSpPr>
          <p:sp>
            <p:nvSpPr>
              <p:cNvPr id="9997" name="Google Shape;9997;p338"/>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998" name="Google Shape;9998;p338"/>
              <p:cNvGrpSpPr/>
              <p:nvPr/>
            </p:nvGrpSpPr>
            <p:grpSpPr>
              <a:xfrm>
                <a:off x="7512843" y="685800"/>
                <a:ext cx="213931" cy="243077"/>
                <a:chOff x="7512843" y="685800"/>
                <a:chExt cx="213931" cy="243077"/>
              </a:xfrm>
            </p:grpSpPr>
            <p:grpSp>
              <p:nvGrpSpPr>
                <p:cNvPr id="9999" name="Google Shape;9999;p338"/>
                <p:cNvGrpSpPr/>
                <p:nvPr/>
              </p:nvGrpSpPr>
              <p:grpSpPr>
                <a:xfrm>
                  <a:off x="7512843" y="836580"/>
                  <a:ext cx="213931" cy="92297"/>
                  <a:chOff x="7512843" y="836580"/>
                  <a:chExt cx="213931" cy="92297"/>
                </a:xfrm>
              </p:grpSpPr>
              <p:sp>
                <p:nvSpPr>
                  <p:cNvPr id="10000" name="Google Shape;10000;p338"/>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01" name="Google Shape;10001;p338"/>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02" name="Google Shape;10002;p338"/>
                <p:cNvGrpSpPr/>
                <p:nvPr/>
              </p:nvGrpSpPr>
              <p:grpSpPr>
                <a:xfrm>
                  <a:off x="7512843" y="761238"/>
                  <a:ext cx="213931" cy="92296"/>
                  <a:chOff x="7512843" y="761238"/>
                  <a:chExt cx="213931" cy="92296"/>
                </a:xfrm>
              </p:grpSpPr>
              <p:sp>
                <p:nvSpPr>
                  <p:cNvPr id="10003" name="Google Shape;10003;p338"/>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04" name="Google Shape;10004;p338"/>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05" name="Google Shape;10005;p338"/>
                <p:cNvGrpSpPr/>
                <p:nvPr/>
              </p:nvGrpSpPr>
              <p:grpSpPr>
                <a:xfrm>
                  <a:off x="7512843" y="685800"/>
                  <a:ext cx="213931" cy="92297"/>
                  <a:chOff x="7512843" y="685800"/>
                  <a:chExt cx="213931" cy="92297"/>
                </a:xfrm>
              </p:grpSpPr>
              <p:sp>
                <p:nvSpPr>
                  <p:cNvPr id="10006" name="Google Shape;10006;p338"/>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07" name="Google Shape;10007;p338"/>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
        <p:nvSpPr>
          <p:cNvPr id="10008" name="Google Shape;10008;p338"/>
          <p:cNvSpPr/>
          <p:nvPr/>
        </p:nvSpPr>
        <p:spPr>
          <a:xfrm>
            <a:off x="62832" y="4828541"/>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009" name="Google Shape;10009;p338"/>
          <p:cNvGrpSpPr/>
          <p:nvPr/>
        </p:nvGrpSpPr>
        <p:grpSpPr>
          <a:xfrm>
            <a:off x="103395" y="3891186"/>
            <a:ext cx="668783" cy="959747"/>
            <a:chOff x="10519314" y="4728596"/>
            <a:chExt cx="751780" cy="1078731"/>
          </a:xfrm>
        </p:grpSpPr>
        <p:grpSp>
          <p:nvGrpSpPr>
            <p:cNvPr id="10010" name="Google Shape;10010;p338"/>
            <p:cNvGrpSpPr/>
            <p:nvPr/>
          </p:nvGrpSpPr>
          <p:grpSpPr>
            <a:xfrm>
              <a:off x="10519314" y="4728596"/>
              <a:ext cx="626662" cy="1078731"/>
              <a:chOff x="10519314" y="4728596"/>
              <a:chExt cx="626662" cy="1078731"/>
            </a:xfrm>
          </p:grpSpPr>
          <p:grpSp>
            <p:nvGrpSpPr>
              <p:cNvPr id="10011" name="Google Shape;10011;p338"/>
              <p:cNvGrpSpPr/>
              <p:nvPr/>
            </p:nvGrpSpPr>
            <p:grpSpPr>
              <a:xfrm>
                <a:off x="10903220" y="4888205"/>
                <a:ext cx="242756" cy="919122"/>
                <a:chOff x="10903220" y="4888205"/>
                <a:chExt cx="242756" cy="919122"/>
              </a:xfrm>
            </p:grpSpPr>
            <p:sp>
              <p:nvSpPr>
                <p:cNvPr id="10012" name="Google Shape;10012;p338"/>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13" name="Google Shape;10013;p338"/>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14" name="Google Shape;10014;p338"/>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015" name="Google Shape;10015;p338"/>
                <p:cNvGrpSpPr/>
                <p:nvPr/>
              </p:nvGrpSpPr>
              <p:grpSpPr>
                <a:xfrm>
                  <a:off x="11014221" y="5588618"/>
                  <a:ext cx="100021" cy="114784"/>
                  <a:chOff x="11014221" y="5588618"/>
                  <a:chExt cx="100021" cy="114784"/>
                </a:xfrm>
              </p:grpSpPr>
              <p:sp>
                <p:nvSpPr>
                  <p:cNvPr id="10016" name="Google Shape;10016;p338"/>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17" name="Google Shape;10017;p338"/>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18" name="Google Shape;10018;p338"/>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19" name="Google Shape;10019;p338"/>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020" name="Google Shape;10020;p338"/>
              <p:cNvGrpSpPr/>
              <p:nvPr/>
            </p:nvGrpSpPr>
            <p:grpSpPr>
              <a:xfrm>
                <a:off x="10718623" y="4728596"/>
                <a:ext cx="229169" cy="1075979"/>
                <a:chOff x="10718623" y="4728596"/>
                <a:chExt cx="229169" cy="1075979"/>
              </a:xfrm>
            </p:grpSpPr>
            <p:sp>
              <p:nvSpPr>
                <p:cNvPr id="10021" name="Google Shape;10021;p338"/>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22" name="Google Shape;10022;p338"/>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023" name="Google Shape;10023;p338"/>
                <p:cNvGrpSpPr/>
                <p:nvPr/>
              </p:nvGrpSpPr>
              <p:grpSpPr>
                <a:xfrm>
                  <a:off x="10765015" y="5040134"/>
                  <a:ext cx="116314" cy="49775"/>
                  <a:chOff x="10765015" y="5040134"/>
                  <a:chExt cx="116314" cy="49775"/>
                </a:xfrm>
              </p:grpSpPr>
              <p:sp>
                <p:nvSpPr>
                  <p:cNvPr id="10024" name="Google Shape;10024;p338"/>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25" name="Google Shape;10025;p338"/>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26" name="Google Shape;10026;p338"/>
                <p:cNvGrpSpPr/>
                <p:nvPr/>
              </p:nvGrpSpPr>
              <p:grpSpPr>
                <a:xfrm>
                  <a:off x="10784825" y="5436314"/>
                  <a:ext cx="116414" cy="49961"/>
                  <a:chOff x="10784825" y="5436314"/>
                  <a:chExt cx="116414" cy="49961"/>
                </a:xfrm>
              </p:grpSpPr>
              <p:sp>
                <p:nvSpPr>
                  <p:cNvPr id="10027" name="Google Shape;10027;p338"/>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28" name="Google Shape;10028;p338"/>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029" name="Google Shape;10029;p338"/>
              <p:cNvGrpSpPr/>
              <p:nvPr/>
            </p:nvGrpSpPr>
            <p:grpSpPr>
              <a:xfrm>
                <a:off x="10519314" y="4813458"/>
                <a:ext cx="202120" cy="992123"/>
                <a:chOff x="10519314" y="4813458"/>
                <a:chExt cx="202120" cy="992123"/>
              </a:xfrm>
            </p:grpSpPr>
            <p:sp>
              <p:nvSpPr>
                <p:cNvPr id="10030" name="Google Shape;10030;p338"/>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31" name="Google Shape;10031;p338"/>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032" name="Google Shape;10032;p338"/>
                <p:cNvGrpSpPr/>
                <p:nvPr/>
              </p:nvGrpSpPr>
              <p:grpSpPr>
                <a:xfrm>
                  <a:off x="10556176" y="5465730"/>
                  <a:ext cx="128397" cy="44196"/>
                  <a:chOff x="10556176" y="5465730"/>
                  <a:chExt cx="128397" cy="44196"/>
                </a:xfrm>
              </p:grpSpPr>
              <p:sp>
                <p:nvSpPr>
                  <p:cNvPr id="10033" name="Google Shape;10033;p338"/>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34" name="Google Shape;10034;p338"/>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35" name="Google Shape;10035;p338"/>
                <p:cNvGrpSpPr/>
                <p:nvPr/>
              </p:nvGrpSpPr>
              <p:grpSpPr>
                <a:xfrm>
                  <a:off x="10556176" y="5689187"/>
                  <a:ext cx="128397" cy="44196"/>
                  <a:chOff x="10556176" y="5689187"/>
                  <a:chExt cx="128397" cy="44196"/>
                </a:xfrm>
              </p:grpSpPr>
              <p:sp>
                <p:nvSpPr>
                  <p:cNvPr id="10036" name="Google Shape;10036;p338"/>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37" name="Google Shape;10037;p338"/>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0038" name="Google Shape;10038;p338"/>
            <p:cNvGrpSpPr/>
            <p:nvPr/>
          </p:nvGrpSpPr>
          <p:grpSpPr>
            <a:xfrm>
              <a:off x="11058042" y="5088325"/>
              <a:ext cx="213052" cy="717953"/>
              <a:chOff x="11058042" y="5088325"/>
              <a:chExt cx="213052" cy="717953"/>
            </a:xfrm>
          </p:grpSpPr>
          <p:sp>
            <p:nvSpPr>
              <p:cNvPr id="10039" name="Google Shape;10039;p338"/>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40" name="Google Shape;10040;p338"/>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041" name="Google Shape;10041;p338"/>
          <p:cNvGrpSpPr/>
          <p:nvPr/>
        </p:nvGrpSpPr>
        <p:grpSpPr>
          <a:xfrm>
            <a:off x="150676" y="2823493"/>
            <a:ext cx="516117" cy="779220"/>
            <a:chOff x="10572463" y="3528536"/>
            <a:chExt cx="580168" cy="875823"/>
          </a:xfrm>
        </p:grpSpPr>
        <p:grpSp>
          <p:nvGrpSpPr>
            <p:cNvPr id="10042" name="Google Shape;10042;p338"/>
            <p:cNvGrpSpPr/>
            <p:nvPr/>
          </p:nvGrpSpPr>
          <p:grpSpPr>
            <a:xfrm>
              <a:off x="10713815" y="3528536"/>
              <a:ext cx="438816" cy="746664"/>
              <a:chOff x="10713815" y="3528536"/>
              <a:chExt cx="438816" cy="746664"/>
            </a:xfrm>
          </p:grpSpPr>
          <p:sp>
            <p:nvSpPr>
              <p:cNvPr id="10043" name="Google Shape;10043;p338"/>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044" name="Google Shape;10044;p338"/>
              <p:cNvGrpSpPr/>
              <p:nvPr/>
            </p:nvGrpSpPr>
            <p:grpSpPr>
              <a:xfrm>
                <a:off x="10776489" y="3625310"/>
                <a:ext cx="313848" cy="288226"/>
                <a:chOff x="10776489" y="3625310"/>
                <a:chExt cx="313848" cy="288226"/>
              </a:xfrm>
            </p:grpSpPr>
            <p:sp>
              <p:nvSpPr>
                <p:cNvPr id="10045" name="Google Shape;10045;p338"/>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46" name="Google Shape;10046;p338"/>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47" name="Google Shape;10047;p338"/>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48" name="Google Shape;10048;p338"/>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49" name="Google Shape;10049;p338"/>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50" name="Google Shape;10050;p338"/>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51" name="Google Shape;10051;p338"/>
              <p:cNvGrpSpPr/>
              <p:nvPr/>
            </p:nvGrpSpPr>
            <p:grpSpPr>
              <a:xfrm>
                <a:off x="10776489" y="3999547"/>
                <a:ext cx="313848" cy="181546"/>
                <a:chOff x="10776489" y="3999547"/>
                <a:chExt cx="313848" cy="181546"/>
              </a:xfrm>
            </p:grpSpPr>
            <p:sp>
              <p:nvSpPr>
                <p:cNvPr id="10052" name="Google Shape;10052;p338"/>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53" name="Google Shape;10053;p338"/>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54" name="Google Shape;10054;p338"/>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55" name="Google Shape;10055;p338"/>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056" name="Google Shape;10056;p338"/>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57" name="Google Shape;10057;p338"/>
            <p:cNvGrpSpPr/>
            <p:nvPr/>
          </p:nvGrpSpPr>
          <p:grpSpPr>
            <a:xfrm>
              <a:off x="10572463" y="3657790"/>
              <a:ext cx="438817" cy="746569"/>
              <a:chOff x="10572463" y="3657790"/>
              <a:chExt cx="438817" cy="746569"/>
            </a:xfrm>
          </p:grpSpPr>
          <p:sp>
            <p:nvSpPr>
              <p:cNvPr id="10058" name="Google Shape;10058;p338"/>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059" name="Google Shape;10059;p338"/>
              <p:cNvGrpSpPr/>
              <p:nvPr/>
            </p:nvGrpSpPr>
            <p:grpSpPr>
              <a:xfrm>
                <a:off x="10635138" y="3754469"/>
                <a:ext cx="313848" cy="288321"/>
                <a:chOff x="10635138" y="3754469"/>
                <a:chExt cx="313848" cy="288321"/>
              </a:xfrm>
            </p:grpSpPr>
            <p:sp>
              <p:nvSpPr>
                <p:cNvPr id="10060" name="Google Shape;10060;p338"/>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61" name="Google Shape;10061;p338"/>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62" name="Google Shape;10062;p338"/>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63" name="Google Shape;10063;p338"/>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64" name="Google Shape;10064;p338"/>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65" name="Google Shape;10065;p338"/>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66" name="Google Shape;10066;p338"/>
              <p:cNvGrpSpPr/>
              <p:nvPr/>
            </p:nvGrpSpPr>
            <p:grpSpPr>
              <a:xfrm>
                <a:off x="10635138" y="4128801"/>
                <a:ext cx="313848" cy="181547"/>
                <a:chOff x="10635138" y="4128801"/>
                <a:chExt cx="313848" cy="181547"/>
              </a:xfrm>
            </p:grpSpPr>
            <p:sp>
              <p:nvSpPr>
                <p:cNvPr id="10067" name="Google Shape;10067;p338"/>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68" name="Google Shape;10068;p338"/>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69" name="Google Shape;10069;p338"/>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70" name="Google Shape;10070;p338"/>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071" name="Google Shape;10071;p338"/>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072" name="Google Shape;10072;p338"/>
          <p:cNvGrpSpPr/>
          <p:nvPr/>
        </p:nvGrpSpPr>
        <p:grpSpPr>
          <a:xfrm>
            <a:off x="361835" y="3601018"/>
            <a:ext cx="22030" cy="294484"/>
            <a:chOff x="10809827" y="4402455"/>
            <a:chExt cx="24764" cy="330993"/>
          </a:xfrm>
        </p:grpSpPr>
        <p:sp>
          <p:nvSpPr>
            <p:cNvPr id="10073" name="Google Shape;10073;p338"/>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74" name="Google Shape;10074;p338"/>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75" name="Google Shape;10075;p338"/>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3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10076" name="Shape 10076"/>
        <p:cNvGrpSpPr/>
        <p:nvPr/>
      </p:nvGrpSpPr>
      <p:grpSpPr>
        <a:xfrm>
          <a:off x="0" y="0"/>
          <a:ext cx="0" cy="0"/>
          <a:chOff x="0" y="0"/>
          <a:chExt cx="0" cy="0"/>
        </a:xfrm>
      </p:grpSpPr>
      <p:sp>
        <p:nvSpPr>
          <p:cNvPr id="10077" name="Google Shape;10077;p339"/>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078" name="Google Shape;10078;p339"/>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10079" name="Google Shape;10079;p339"/>
          <p:cNvSpPr/>
          <p:nvPr>
            <p:ph idx="2" type="pic"/>
          </p:nvPr>
        </p:nvSpPr>
        <p:spPr>
          <a:xfrm>
            <a:off x="5668975" y="1076550"/>
            <a:ext cx="2990400" cy="2990400"/>
          </a:xfrm>
          <a:prstGeom prst="roundRect">
            <a:avLst>
              <a:gd fmla="val 16667" name="adj"/>
            </a:avLst>
          </a:prstGeom>
          <a:noFill/>
          <a:ln>
            <a:noFill/>
          </a:ln>
        </p:spPr>
      </p:sp>
      <p:sp>
        <p:nvSpPr>
          <p:cNvPr id="10080" name="Google Shape;10080;p339"/>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339"/>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2" name="Google Shape;10082;p339"/>
          <p:cNvGrpSpPr/>
          <p:nvPr/>
        </p:nvGrpSpPr>
        <p:grpSpPr>
          <a:xfrm>
            <a:off x="65066" y="4373044"/>
            <a:ext cx="878158" cy="654532"/>
            <a:chOff x="1114425" y="4361211"/>
            <a:chExt cx="573023" cy="427101"/>
          </a:xfrm>
        </p:grpSpPr>
        <p:grpSp>
          <p:nvGrpSpPr>
            <p:cNvPr id="10083" name="Google Shape;10083;p339"/>
            <p:cNvGrpSpPr/>
            <p:nvPr/>
          </p:nvGrpSpPr>
          <p:grpSpPr>
            <a:xfrm>
              <a:off x="1114425" y="4361211"/>
              <a:ext cx="573023" cy="427101"/>
              <a:chOff x="1114425" y="4361211"/>
              <a:chExt cx="573023" cy="427101"/>
            </a:xfrm>
          </p:grpSpPr>
          <p:sp>
            <p:nvSpPr>
              <p:cNvPr id="10084" name="Google Shape;10084;p339"/>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85" name="Google Shape;10085;p339"/>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86" name="Google Shape;10086;p339"/>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087" name="Google Shape;10087;p339"/>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3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_1">
    <p:spTree>
      <p:nvGrpSpPr>
        <p:cNvPr id="10088" name="Shape 10088"/>
        <p:cNvGrpSpPr/>
        <p:nvPr/>
      </p:nvGrpSpPr>
      <p:grpSpPr>
        <a:xfrm>
          <a:off x="0" y="0"/>
          <a:ext cx="0" cy="0"/>
          <a:chOff x="0" y="0"/>
          <a:chExt cx="0" cy="0"/>
        </a:xfrm>
      </p:grpSpPr>
      <p:sp>
        <p:nvSpPr>
          <p:cNvPr id="10089" name="Google Shape;10089;p340"/>
          <p:cNvSpPr txBox="1"/>
          <p:nvPr>
            <p:ph type="title"/>
          </p:nvPr>
        </p:nvSpPr>
        <p:spPr>
          <a:xfrm>
            <a:off x="2013850" y="841075"/>
            <a:ext cx="5116200" cy="13905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sz="4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090" name="Google Shape;10090;p340"/>
          <p:cNvSpPr txBox="1"/>
          <p:nvPr>
            <p:ph idx="1" type="subTitle"/>
          </p:nvPr>
        </p:nvSpPr>
        <p:spPr>
          <a:xfrm>
            <a:off x="2013850" y="2231525"/>
            <a:ext cx="51162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10091" name="Google Shape;10091;p340"/>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2" name="Google Shape;10092;p340"/>
          <p:cNvGrpSpPr/>
          <p:nvPr/>
        </p:nvGrpSpPr>
        <p:grpSpPr>
          <a:xfrm flipH="1">
            <a:off x="683048" y="4696520"/>
            <a:ext cx="325927" cy="404808"/>
            <a:chOff x="7385113" y="1535430"/>
            <a:chExt cx="435673" cy="541115"/>
          </a:xfrm>
        </p:grpSpPr>
        <p:sp>
          <p:nvSpPr>
            <p:cNvPr id="10093" name="Google Shape;10093;p340"/>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094" name="Google Shape;10094;p340"/>
            <p:cNvGrpSpPr/>
            <p:nvPr/>
          </p:nvGrpSpPr>
          <p:grpSpPr>
            <a:xfrm>
              <a:off x="7612094" y="1566576"/>
              <a:ext cx="164781" cy="41529"/>
              <a:chOff x="7612094" y="1566576"/>
              <a:chExt cx="164781" cy="41529"/>
            </a:xfrm>
          </p:grpSpPr>
          <p:sp>
            <p:nvSpPr>
              <p:cNvPr id="10095" name="Google Shape;10095;p340"/>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96" name="Google Shape;10096;p340"/>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97" name="Google Shape;10097;p340"/>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098" name="Google Shape;10098;p340"/>
          <p:cNvGrpSpPr/>
          <p:nvPr/>
        </p:nvGrpSpPr>
        <p:grpSpPr>
          <a:xfrm flipH="1">
            <a:off x="713902" y="4774546"/>
            <a:ext cx="268636" cy="280965"/>
            <a:chOff x="7420451" y="1639728"/>
            <a:chExt cx="359091" cy="375571"/>
          </a:xfrm>
        </p:grpSpPr>
        <p:sp>
          <p:nvSpPr>
            <p:cNvPr id="10099" name="Google Shape;10099;p340"/>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00" name="Google Shape;10100;p340"/>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101" name="Google Shape;10101;p340"/>
          <p:cNvGrpSpPr/>
          <p:nvPr/>
        </p:nvGrpSpPr>
        <p:grpSpPr>
          <a:xfrm flipH="1">
            <a:off x="96200" y="4469347"/>
            <a:ext cx="355444" cy="644072"/>
            <a:chOff x="1945386" y="5582316"/>
            <a:chExt cx="470725" cy="852963"/>
          </a:xfrm>
        </p:grpSpPr>
        <p:grpSp>
          <p:nvGrpSpPr>
            <p:cNvPr id="10102" name="Google Shape;10102;p340"/>
            <p:cNvGrpSpPr/>
            <p:nvPr/>
          </p:nvGrpSpPr>
          <p:grpSpPr>
            <a:xfrm>
              <a:off x="1945386" y="5582316"/>
              <a:ext cx="470725" cy="852963"/>
              <a:chOff x="1945386" y="5582316"/>
              <a:chExt cx="470725" cy="852963"/>
            </a:xfrm>
          </p:grpSpPr>
          <p:sp>
            <p:nvSpPr>
              <p:cNvPr id="10103" name="Google Shape;10103;p340"/>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04" name="Google Shape;10104;p340"/>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105" name="Google Shape;10105;p340"/>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106" name="Google Shape;10106;p340"/>
          <p:cNvGrpSpPr/>
          <p:nvPr/>
        </p:nvGrpSpPr>
        <p:grpSpPr>
          <a:xfrm>
            <a:off x="7975988" y="116167"/>
            <a:ext cx="1061979" cy="558999"/>
            <a:chOff x="3859815" y="2867310"/>
            <a:chExt cx="1262157" cy="664368"/>
          </a:xfrm>
        </p:grpSpPr>
        <p:sp>
          <p:nvSpPr>
            <p:cNvPr id="10107" name="Google Shape;10107;p340"/>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108" name="Google Shape;10108;p340"/>
            <p:cNvGrpSpPr/>
            <p:nvPr/>
          </p:nvGrpSpPr>
          <p:grpSpPr>
            <a:xfrm>
              <a:off x="4275677" y="3065525"/>
              <a:ext cx="334517" cy="380047"/>
              <a:chOff x="4275677" y="3065525"/>
              <a:chExt cx="334517" cy="380047"/>
            </a:xfrm>
          </p:grpSpPr>
          <p:grpSp>
            <p:nvGrpSpPr>
              <p:cNvPr id="10109" name="Google Shape;10109;p340"/>
              <p:cNvGrpSpPr/>
              <p:nvPr/>
            </p:nvGrpSpPr>
            <p:grpSpPr>
              <a:xfrm>
                <a:off x="4275677" y="3065525"/>
                <a:ext cx="334517" cy="380047"/>
                <a:chOff x="4275677" y="3065525"/>
                <a:chExt cx="334517" cy="380047"/>
              </a:xfrm>
            </p:grpSpPr>
            <p:grpSp>
              <p:nvGrpSpPr>
                <p:cNvPr id="10110" name="Google Shape;10110;p340"/>
                <p:cNvGrpSpPr/>
                <p:nvPr/>
              </p:nvGrpSpPr>
              <p:grpSpPr>
                <a:xfrm>
                  <a:off x="4275677" y="3301269"/>
                  <a:ext cx="334422" cy="144303"/>
                  <a:chOff x="4275677" y="3301269"/>
                  <a:chExt cx="334422" cy="144303"/>
                </a:xfrm>
              </p:grpSpPr>
              <p:sp>
                <p:nvSpPr>
                  <p:cNvPr id="10111" name="Google Shape;10111;p340"/>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12" name="Google Shape;10112;p340"/>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113" name="Google Shape;10113;p340"/>
                <p:cNvGrpSpPr/>
                <p:nvPr/>
              </p:nvGrpSpPr>
              <p:grpSpPr>
                <a:xfrm>
                  <a:off x="4275677" y="3183350"/>
                  <a:ext cx="334422" cy="144302"/>
                  <a:chOff x="4275677" y="3183350"/>
                  <a:chExt cx="334422" cy="144302"/>
                </a:xfrm>
              </p:grpSpPr>
              <p:sp>
                <p:nvSpPr>
                  <p:cNvPr id="10114" name="Google Shape;10114;p340"/>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15" name="Google Shape;10115;p340"/>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116" name="Google Shape;10116;p340"/>
                <p:cNvGrpSpPr/>
                <p:nvPr/>
              </p:nvGrpSpPr>
              <p:grpSpPr>
                <a:xfrm>
                  <a:off x="4275677" y="3065525"/>
                  <a:ext cx="334517" cy="144303"/>
                  <a:chOff x="4275677" y="3065525"/>
                  <a:chExt cx="334517" cy="144303"/>
                </a:xfrm>
              </p:grpSpPr>
              <p:sp>
                <p:nvSpPr>
                  <p:cNvPr id="10117" name="Google Shape;10117;p340"/>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18" name="Google Shape;10118;p340"/>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0119" name="Google Shape;10119;p340"/>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20" name="Google Shape;10120;p340"/>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21" name="Google Shape;10121;p340"/>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122" name="Google Shape;10122;p340"/>
          <p:cNvGrpSpPr/>
          <p:nvPr/>
        </p:nvGrpSpPr>
        <p:grpSpPr>
          <a:xfrm flipH="1" rot="5400000">
            <a:off x="557972" y="4696603"/>
            <a:ext cx="16329" cy="218290"/>
            <a:chOff x="10809827" y="4402455"/>
            <a:chExt cx="24764" cy="330993"/>
          </a:xfrm>
        </p:grpSpPr>
        <p:sp>
          <p:nvSpPr>
            <p:cNvPr id="10123" name="Google Shape;10123;p340"/>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24" name="Google Shape;10124;p340"/>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25" name="Google Shape;10125;p340"/>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126" name="Google Shape;10126;p340"/>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340"/>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0128" name="Shape 10128"/>
        <p:cNvGrpSpPr/>
        <p:nvPr/>
      </p:nvGrpSpPr>
      <p:grpSpPr>
        <a:xfrm>
          <a:off x="0" y="0"/>
          <a:ext cx="0" cy="0"/>
          <a:chOff x="0" y="0"/>
          <a:chExt cx="0" cy="0"/>
        </a:xfrm>
      </p:grpSpPr>
      <p:sp>
        <p:nvSpPr>
          <p:cNvPr id="10129" name="Google Shape;10129;p3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130" name="Google Shape;10130;p341"/>
          <p:cNvSpPr txBox="1"/>
          <p:nvPr>
            <p:ph idx="1" type="subTitle"/>
          </p:nvPr>
        </p:nvSpPr>
        <p:spPr>
          <a:xfrm>
            <a:off x="93762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131" name="Google Shape;10131;p341"/>
          <p:cNvSpPr txBox="1"/>
          <p:nvPr>
            <p:ph idx="2" type="subTitle"/>
          </p:nvPr>
        </p:nvSpPr>
        <p:spPr>
          <a:xfrm>
            <a:off x="3484347"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132" name="Google Shape;10132;p341"/>
          <p:cNvSpPr txBox="1"/>
          <p:nvPr>
            <p:ph idx="3" type="subTitle"/>
          </p:nvPr>
        </p:nvSpPr>
        <p:spPr>
          <a:xfrm>
            <a:off x="603107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133" name="Google Shape;10133;p341"/>
          <p:cNvSpPr txBox="1"/>
          <p:nvPr>
            <p:ph idx="4" type="subTitle"/>
          </p:nvPr>
        </p:nvSpPr>
        <p:spPr>
          <a:xfrm>
            <a:off x="93762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134" name="Google Shape;10134;p341"/>
          <p:cNvSpPr txBox="1"/>
          <p:nvPr>
            <p:ph idx="5" type="subTitle"/>
          </p:nvPr>
        </p:nvSpPr>
        <p:spPr>
          <a:xfrm>
            <a:off x="3484350"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135" name="Google Shape;10135;p341"/>
          <p:cNvSpPr txBox="1"/>
          <p:nvPr>
            <p:ph idx="6" type="subTitle"/>
          </p:nvPr>
        </p:nvSpPr>
        <p:spPr>
          <a:xfrm>
            <a:off x="603107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136" name="Google Shape;10136;p341"/>
          <p:cNvSpPr/>
          <p:nvPr/>
        </p:nvSpPr>
        <p:spPr>
          <a:xfrm flipH="1" rot="8800738">
            <a:off x="7902412" y="4181666"/>
            <a:ext cx="1680262" cy="1358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341"/>
          <p:cNvSpPr/>
          <p:nvPr/>
        </p:nvSpPr>
        <p:spPr>
          <a:xfrm flipH="1" rot="-8942362">
            <a:off x="-983149" y="4040244"/>
            <a:ext cx="2474148" cy="2000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341"/>
          <p:cNvSpPr/>
          <p:nvPr/>
        </p:nvSpPr>
        <p:spPr>
          <a:xfrm flipH="1" rot="1554271">
            <a:off x="7563507" y="-664049"/>
            <a:ext cx="2112334" cy="200257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341"/>
          <p:cNvSpPr/>
          <p:nvPr/>
        </p:nvSpPr>
        <p:spPr>
          <a:xfrm>
            <a:off x="62825" y="1725386"/>
            <a:ext cx="606206" cy="37384"/>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140" name="Google Shape;10140;p341"/>
          <p:cNvGrpSpPr/>
          <p:nvPr/>
        </p:nvGrpSpPr>
        <p:grpSpPr>
          <a:xfrm>
            <a:off x="96399" y="951293"/>
            <a:ext cx="552408" cy="792759"/>
            <a:chOff x="10519314" y="4728596"/>
            <a:chExt cx="751780" cy="1078731"/>
          </a:xfrm>
        </p:grpSpPr>
        <p:grpSp>
          <p:nvGrpSpPr>
            <p:cNvPr id="10141" name="Google Shape;10141;p341"/>
            <p:cNvGrpSpPr/>
            <p:nvPr/>
          </p:nvGrpSpPr>
          <p:grpSpPr>
            <a:xfrm>
              <a:off x="10519314" y="4728596"/>
              <a:ext cx="626662" cy="1078731"/>
              <a:chOff x="10519314" y="4728596"/>
              <a:chExt cx="626662" cy="1078731"/>
            </a:xfrm>
          </p:grpSpPr>
          <p:grpSp>
            <p:nvGrpSpPr>
              <p:cNvPr id="10142" name="Google Shape;10142;p341"/>
              <p:cNvGrpSpPr/>
              <p:nvPr/>
            </p:nvGrpSpPr>
            <p:grpSpPr>
              <a:xfrm>
                <a:off x="10903220" y="4888205"/>
                <a:ext cx="242756" cy="919122"/>
                <a:chOff x="10903220" y="4888205"/>
                <a:chExt cx="242756" cy="919122"/>
              </a:xfrm>
            </p:grpSpPr>
            <p:sp>
              <p:nvSpPr>
                <p:cNvPr id="10143" name="Google Shape;10143;p341"/>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44" name="Google Shape;10144;p341"/>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45" name="Google Shape;10145;p341"/>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146" name="Google Shape;10146;p341"/>
                <p:cNvGrpSpPr/>
                <p:nvPr/>
              </p:nvGrpSpPr>
              <p:grpSpPr>
                <a:xfrm>
                  <a:off x="11014221" y="5588618"/>
                  <a:ext cx="100021" cy="114784"/>
                  <a:chOff x="11014221" y="5588618"/>
                  <a:chExt cx="100021" cy="114784"/>
                </a:xfrm>
              </p:grpSpPr>
              <p:sp>
                <p:nvSpPr>
                  <p:cNvPr id="10147" name="Google Shape;10147;p341"/>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48" name="Google Shape;10148;p341"/>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49" name="Google Shape;10149;p341"/>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50" name="Google Shape;10150;p341"/>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151" name="Google Shape;10151;p341"/>
              <p:cNvGrpSpPr/>
              <p:nvPr/>
            </p:nvGrpSpPr>
            <p:grpSpPr>
              <a:xfrm>
                <a:off x="10718623" y="4728596"/>
                <a:ext cx="229169" cy="1075979"/>
                <a:chOff x="10718623" y="4728596"/>
                <a:chExt cx="229169" cy="1075979"/>
              </a:xfrm>
            </p:grpSpPr>
            <p:sp>
              <p:nvSpPr>
                <p:cNvPr id="10152" name="Google Shape;10152;p341"/>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53" name="Google Shape;10153;p341"/>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154" name="Google Shape;10154;p341"/>
                <p:cNvGrpSpPr/>
                <p:nvPr/>
              </p:nvGrpSpPr>
              <p:grpSpPr>
                <a:xfrm>
                  <a:off x="10765015" y="5040134"/>
                  <a:ext cx="116314" cy="49775"/>
                  <a:chOff x="10765015" y="5040134"/>
                  <a:chExt cx="116314" cy="49775"/>
                </a:xfrm>
              </p:grpSpPr>
              <p:sp>
                <p:nvSpPr>
                  <p:cNvPr id="10155" name="Google Shape;10155;p341"/>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56" name="Google Shape;10156;p341"/>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157" name="Google Shape;10157;p341"/>
                <p:cNvGrpSpPr/>
                <p:nvPr/>
              </p:nvGrpSpPr>
              <p:grpSpPr>
                <a:xfrm>
                  <a:off x="10784825" y="5436314"/>
                  <a:ext cx="116414" cy="49961"/>
                  <a:chOff x="10784825" y="5436314"/>
                  <a:chExt cx="116414" cy="49961"/>
                </a:xfrm>
              </p:grpSpPr>
              <p:sp>
                <p:nvSpPr>
                  <p:cNvPr id="10158" name="Google Shape;10158;p341"/>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59" name="Google Shape;10159;p341"/>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160" name="Google Shape;10160;p341"/>
              <p:cNvGrpSpPr/>
              <p:nvPr/>
            </p:nvGrpSpPr>
            <p:grpSpPr>
              <a:xfrm>
                <a:off x="10519314" y="4813458"/>
                <a:ext cx="202120" cy="992123"/>
                <a:chOff x="10519314" y="4813458"/>
                <a:chExt cx="202120" cy="992123"/>
              </a:xfrm>
            </p:grpSpPr>
            <p:sp>
              <p:nvSpPr>
                <p:cNvPr id="10161" name="Google Shape;10161;p341"/>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62" name="Google Shape;10162;p341"/>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163" name="Google Shape;10163;p341"/>
                <p:cNvGrpSpPr/>
                <p:nvPr/>
              </p:nvGrpSpPr>
              <p:grpSpPr>
                <a:xfrm>
                  <a:off x="10556176" y="5465730"/>
                  <a:ext cx="128397" cy="44196"/>
                  <a:chOff x="10556176" y="5465730"/>
                  <a:chExt cx="128397" cy="44196"/>
                </a:xfrm>
              </p:grpSpPr>
              <p:sp>
                <p:nvSpPr>
                  <p:cNvPr id="10164" name="Google Shape;10164;p341"/>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65" name="Google Shape;10165;p341"/>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166" name="Google Shape;10166;p341"/>
                <p:cNvGrpSpPr/>
                <p:nvPr/>
              </p:nvGrpSpPr>
              <p:grpSpPr>
                <a:xfrm>
                  <a:off x="10556176" y="5689187"/>
                  <a:ext cx="128397" cy="44196"/>
                  <a:chOff x="10556176" y="5689187"/>
                  <a:chExt cx="128397" cy="44196"/>
                </a:xfrm>
              </p:grpSpPr>
              <p:sp>
                <p:nvSpPr>
                  <p:cNvPr id="10167" name="Google Shape;10167;p341"/>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68" name="Google Shape;10168;p341"/>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0169" name="Google Shape;10169;p341"/>
            <p:cNvGrpSpPr/>
            <p:nvPr/>
          </p:nvGrpSpPr>
          <p:grpSpPr>
            <a:xfrm>
              <a:off x="11058042" y="5088325"/>
              <a:ext cx="213052" cy="717953"/>
              <a:chOff x="11058042" y="5088325"/>
              <a:chExt cx="213052" cy="717953"/>
            </a:xfrm>
          </p:grpSpPr>
          <p:sp>
            <p:nvSpPr>
              <p:cNvPr id="10170" name="Google Shape;10170;p341"/>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71" name="Google Shape;10171;p341"/>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172" name="Google Shape;10172;p341"/>
          <p:cNvGrpSpPr/>
          <p:nvPr/>
        </p:nvGrpSpPr>
        <p:grpSpPr>
          <a:xfrm>
            <a:off x="135453" y="69369"/>
            <a:ext cx="426307" cy="643642"/>
            <a:chOff x="10572463" y="3528536"/>
            <a:chExt cx="580168" cy="875823"/>
          </a:xfrm>
        </p:grpSpPr>
        <p:grpSp>
          <p:nvGrpSpPr>
            <p:cNvPr id="10173" name="Google Shape;10173;p341"/>
            <p:cNvGrpSpPr/>
            <p:nvPr/>
          </p:nvGrpSpPr>
          <p:grpSpPr>
            <a:xfrm>
              <a:off x="10713815" y="3528536"/>
              <a:ext cx="438816" cy="746664"/>
              <a:chOff x="10713815" y="3528536"/>
              <a:chExt cx="438816" cy="746664"/>
            </a:xfrm>
          </p:grpSpPr>
          <p:sp>
            <p:nvSpPr>
              <p:cNvPr id="10174" name="Google Shape;10174;p341"/>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175" name="Google Shape;10175;p341"/>
              <p:cNvGrpSpPr/>
              <p:nvPr/>
            </p:nvGrpSpPr>
            <p:grpSpPr>
              <a:xfrm>
                <a:off x="10776489" y="3625310"/>
                <a:ext cx="313848" cy="288226"/>
                <a:chOff x="10776489" y="3625310"/>
                <a:chExt cx="313848" cy="288226"/>
              </a:xfrm>
            </p:grpSpPr>
            <p:sp>
              <p:nvSpPr>
                <p:cNvPr id="10176" name="Google Shape;10176;p341"/>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77" name="Google Shape;10177;p341"/>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78" name="Google Shape;10178;p341"/>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79" name="Google Shape;10179;p341"/>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80" name="Google Shape;10180;p341"/>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81" name="Google Shape;10181;p341"/>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182" name="Google Shape;10182;p341"/>
              <p:cNvGrpSpPr/>
              <p:nvPr/>
            </p:nvGrpSpPr>
            <p:grpSpPr>
              <a:xfrm>
                <a:off x="10776489" y="3999547"/>
                <a:ext cx="313848" cy="181546"/>
                <a:chOff x="10776489" y="3999547"/>
                <a:chExt cx="313848" cy="181546"/>
              </a:xfrm>
            </p:grpSpPr>
            <p:sp>
              <p:nvSpPr>
                <p:cNvPr id="10183" name="Google Shape;10183;p341"/>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84" name="Google Shape;10184;p341"/>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85" name="Google Shape;10185;p341"/>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86" name="Google Shape;10186;p341"/>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187" name="Google Shape;10187;p341"/>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188" name="Google Shape;10188;p341"/>
            <p:cNvGrpSpPr/>
            <p:nvPr/>
          </p:nvGrpSpPr>
          <p:grpSpPr>
            <a:xfrm>
              <a:off x="10572463" y="3657790"/>
              <a:ext cx="438817" cy="746569"/>
              <a:chOff x="10572463" y="3657790"/>
              <a:chExt cx="438817" cy="746569"/>
            </a:xfrm>
          </p:grpSpPr>
          <p:sp>
            <p:nvSpPr>
              <p:cNvPr id="10189" name="Google Shape;10189;p341"/>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190" name="Google Shape;10190;p341"/>
              <p:cNvGrpSpPr/>
              <p:nvPr/>
            </p:nvGrpSpPr>
            <p:grpSpPr>
              <a:xfrm>
                <a:off x="10635138" y="3754469"/>
                <a:ext cx="313848" cy="288321"/>
                <a:chOff x="10635138" y="3754469"/>
                <a:chExt cx="313848" cy="288321"/>
              </a:xfrm>
            </p:grpSpPr>
            <p:sp>
              <p:nvSpPr>
                <p:cNvPr id="10191" name="Google Shape;10191;p341"/>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92" name="Google Shape;10192;p341"/>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93" name="Google Shape;10193;p341"/>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94" name="Google Shape;10194;p341"/>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95" name="Google Shape;10195;p341"/>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96" name="Google Shape;10196;p341"/>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197" name="Google Shape;10197;p341"/>
              <p:cNvGrpSpPr/>
              <p:nvPr/>
            </p:nvGrpSpPr>
            <p:grpSpPr>
              <a:xfrm>
                <a:off x="10635138" y="4128801"/>
                <a:ext cx="313848" cy="181547"/>
                <a:chOff x="10635138" y="4128801"/>
                <a:chExt cx="313848" cy="181547"/>
              </a:xfrm>
            </p:grpSpPr>
            <p:sp>
              <p:nvSpPr>
                <p:cNvPr id="10198" name="Google Shape;10198;p341"/>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99" name="Google Shape;10199;p341"/>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00" name="Google Shape;10200;p341"/>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01" name="Google Shape;10201;p341"/>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202" name="Google Shape;10202;p341"/>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203" name="Google Shape;10203;p341"/>
          <p:cNvGrpSpPr/>
          <p:nvPr/>
        </p:nvGrpSpPr>
        <p:grpSpPr>
          <a:xfrm>
            <a:off x="309868" y="711612"/>
            <a:ext cx="18197" cy="243247"/>
            <a:chOff x="10809827" y="4402455"/>
            <a:chExt cx="24764" cy="330993"/>
          </a:xfrm>
        </p:grpSpPr>
        <p:sp>
          <p:nvSpPr>
            <p:cNvPr id="10204" name="Google Shape;10204;p341"/>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05" name="Google Shape;10205;p341"/>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06" name="Google Shape;10206;p341"/>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207" name="Google Shape;10207;p341"/>
          <p:cNvGrpSpPr/>
          <p:nvPr/>
        </p:nvGrpSpPr>
        <p:grpSpPr>
          <a:xfrm>
            <a:off x="8421644" y="1045085"/>
            <a:ext cx="396068" cy="717683"/>
            <a:chOff x="1945386" y="5582316"/>
            <a:chExt cx="470725" cy="852963"/>
          </a:xfrm>
        </p:grpSpPr>
        <p:grpSp>
          <p:nvGrpSpPr>
            <p:cNvPr id="10208" name="Google Shape;10208;p341"/>
            <p:cNvGrpSpPr/>
            <p:nvPr/>
          </p:nvGrpSpPr>
          <p:grpSpPr>
            <a:xfrm>
              <a:off x="1945386" y="5582316"/>
              <a:ext cx="470725" cy="852963"/>
              <a:chOff x="1945386" y="5582316"/>
              <a:chExt cx="470725" cy="852963"/>
            </a:xfrm>
          </p:grpSpPr>
          <p:sp>
            <p:nvSpPr>
              <p:cNvPr id="10209" name="Google Shape;10209;p341"/>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10" name="Google Shape;10210;p341"/>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211" name="Google Shape;10211;p341"/>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212" name="Google Shape;10212;p341"/>
          <p:cNvGrpSpPr/>
          <p:nvPr/>
        </p:nvGrpSpPr>
        <p:grpSpPr>
          <a:xfrm>
            <a:off x="8088695" y="57742"/>
            <a:ext cx="1061979" cy="558999"/>
            <a:chOff x="3859815" y="2867310"/>
            <a:chExt cx="1262157" cy="664368"/>
          </a:xfrm>
        </p:grpSpPr>
        <p:sp>
          <p:nvSpPr>
            <p:cNvPr id="10213" name="Google Shape;10213;p341"/>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214" name="Google Shape;10214;p341"/>
            <p:cNvGrpSpPr/>
            <p:nvPr/>
          </p:nvGrpSpPr>
          <p:grpSpPr>
            <a:xfrm>
              <a:off x="4275677" y="3065525"/>
              <a:ext cx="334517" cy="380047"/>
              <a:chOff x="4275677" y="3065525"/>
              <a:chExt cx="334517" cy="380047"/>
            </a:xfrm>
          </p:grpSpPr>
          <p:grpSp>
            <p:nvGrpSpPr>
              <p:cNvPr id="10215" name="Google Shape;10215;p341"/>
              <p:cNvGrpSpPr/>
              <p:nvPr/>
            </p:nvGrpSpPr>
            <p:grpSpPr>
              <a:xfrm>
                <a:off x="4275677" y="3065525"/>
                <a:ext cx="334517" cy="380047"/>
                <a:chOff x="4275677" y="3065525"/>
                <a:chExt cx="334517" cy="380047"/>
              </a:xfrm>
            </p:grpSpPr>
            <p:grpSp>
              <p:nvGrpSpPr>
                <p:cNvPr id="10216" name="Google Shape;10216;p341"/>
                <p:cNvGrpSpPr/>
                <p:nvPr/>
              </p:nvGrpSpPr>
              <p:grpSpPr>
                <a:xfrm>
                  <a:off x="4275677" y="3301269"/>
                  <a:ext cx="334422" cy="144303"/>
                  <a:chOff x="4275677" y="3301269"/>
                  <a:chExt cx="334422" cy="144303"/>
                </a:xfrm>
              </p:grpSpPr>
              <p:sp>
                <p:nvSpPr>
                  <p:cNvPr id="10217" name="Google Shape;10217;p341"/>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18" name="Google Shape;10218;p341"/>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219" name="Google Shape;10219;p341"/>
                <p:cNvGrpSpPr/>
                <p:nvPr/>
              </p:nvGrpSpPr>
              <p:grpSpPr>
                <a:xfrm>
                  <a:off x="4275677" y="3183350"/>
                  <a:ext cx="334422" cy="144302"/>
                  <a:chOff x="4275677" y="3183350"/>
                  <a:chExt cx="334422" cy="144302"/>
                </a:xfrm>
              </p:grpSpPr>
              <p:sp>
                <p:nvSpPr>
                  <p:cNvPr id="10220" name="Google Shape;10220;p341"/>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21" name="Google Shape;10221;p341"/>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222" name="Google Shape;10222;p341"/>
                <p:cNvGrpSpPr/>
                <p:nvPr/>
              </p:nvGrpSpPr>
              <p:grpSpPr>
                <a:xfrm>
                  <a:off x="4275677" y="3065525"/>
                  <a:ext cx="334517" cy="144303"/>
                  <a:chOff x="4275677" y="3065525"/>
                  <a:chExt cx="334517" cy="144303"/>
                </a:xfrm>
              </p:grpSpPr>
              <p:sp>
                <p:nvSpPr>
                  <p:cNvPr id="10223" name="Google Shape;10223;p341"/>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24" name="Google Shape;10224;p341"/>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0225" name="Google Shape;10225;p341"/>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26" name="Google Shape;10226;p341"/>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27" name="Google Shape;10227;p341"/>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228" name="Google Shape;10228;p341"/>
          <p:cNvGrpSpPr/>
          <p:nvPr/>
        </p:nvGrpSpPr>
        <p:grpSpPr>
          <a:xfrm>
            <a:off x="8582238" y="611818"/>
            <a:ext cx="33124" cy="442802"/>
            <a:chOff x="10809827" y="4402455"/>
            <a:chExt cx="24764" cy="330993"/>
          </a:xfrm>
        </p:grpSpPr>
        <p:sp>
          <p:nvSpPr>
            <p:cNvPr id="10229" name="Google Shape;10229;p341"/>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30" name="Google Shape;10230;p341"/>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31" name="Google Shape;10231;p341"/>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3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0232" name="Shape 10232"/>
        <p:cNvGrpSpPr/>
        <p:nvPr/>
      </p:nvGrpSpPr>
      <p:grpSpPr>
        <a:xfrm>
          <a:off x="0" y="0"/>
          <a:ext cx="0" cy="0"/>
          <a:chOff x="0" y="0"/>
          <a:chExt cx="0" cy="0"/>
        </a:xfrm>
      </p:grpSpPr>
      <p:sp>
        <p:nvSpPr>
          <p:cNvPr id="10233" name="Google Shape;10233;p3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234" name="Google Shape;10234;p342"/>
          <p:cNvSpPr txBox="1"/>
          <p:nvPr>
            <p:ph idx="1" type="subTitle"/>
          </p:nvPr>
        </p:nvSpPr>
        <p:spPr>
          <a:xfrm>
            <a:off x="1253225"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235" name="Google Shape;10235;p342"/>
          <p:cNvSpPr txBox="1"/>
          <p:nvPr>
            <p:ph idx="2" type="subTitle"/>
          </p:nvPr>
        </p:nvSpPr>
        <p:spPr>
          <a:xfrm>
            <a:off x="5079776"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236" name="Google Shape;10236;p342"/>
          <p:cNvSpPr txBox="1"/>
          <p:nvPr>
            <p:ph idx="3" type="subTitle"/>
          </p:nvPr>
        </p:nvSpPr>
        <p:spPr>
          <a:xfrm>
            <a:off x="1253225"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237" name="Google Shape;10237;p342"/>
          <p:cNvSpPr txBox="1"/>
          <p:nvPr>
            <p:ph idx="4" type="subTitle"/>
          </p:nvPr>
        </p:nvSpPr>
        <p:spPr>
          <a:xfrm>
            <a:off x="5079776"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238" name="Google Shape;10238;p342"/>
          <p:cNvSpPr txBox="1"/>
          <p:nvPr>
            <p:ph idx="5" type="subTitle"/>
          </p:nvPr>
        </p:nvSpPr>
        <p:spPr>
          <a:xfrm>
            <a:off x="1253225"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239" name="Google Shape;10239;p342"/>
          <p:cNvSpPr txBox="1"/>
          <p:nvPr>
            <p:ph idx="6" type="subTitle"/>
          </p:nvPr>
        </p:nvSpPr>
        <p:spPr>
          <a:xfrm>
            <a:off x="1253225"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240" name="Google Shape;10240;p342"/>
          <p:cNvSpPr txBox="1"/>
          <p:nvPr>
            <p:ph idx="7" type="subTitle"/>
          </p:nvPr>
        </p:nvSpPr>
        <p:spPr>
          <a:xfrm>
            <a:off x="5079750"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241" name="Google Shape;10241;p342"/>
          <p:cNvSpPr txBox="1"/>
          <p:nvPr>
            <p:ph idx="8" type="subTitle"/>
          </p:nvPr>
        </p:nvSpPr>
        <p:spPr>
          <a:xfrm>
            <a:off x="5079750"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242" name="Google Shape;10242;p342"/>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342"/>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4" name="Google Shape;10244;p342"/>
          <p:cNvGrpSpPr/>
          <p:nvPr/>
        </p:nvGrpSpPr>
        <p:grpSpPr>
          <a:xfrm>
            <a:off x="65066" y="4373044"/>
            <a:ext cx="878158" cy="654532"/>
            <a:chOff x="1114425" y="4361211"/>
            <a:chExt cx="573023" cy="427101"/>
          </a:xfrm>
        </p:grpSpPr>
        <p:grpSp>
          <p:nvGrpSpPr>
            <p:cNvPr id="10245" name="Google Shape;10245;p342"/>
            <p:cNvGrpSpPr/>
            <p:nvPr/>
          </p:nvGrpSpPr>
          <p:grpSpPr>
            <a:xfrm>
              <a:off x="1114425" y="4361211"/>
              <a:ext cx="573023" cy="427101"/>
              <a:chOff x="1114425" y="4361211"/>
              <a:chExt cx="573023" cy="427101"/>
            </a:xfrm>
          </p:grpSpPr>
          <p:sp>
            <p:nvSpPr>
              <p:cNvPr id="10246" name="Google Shape;10246;p342"/>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47" name="Google Shape;10247;p342"/>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48" name="Google Shape;10248;p342"/>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249" name="Google Shape;10249;p342"/>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250" name="Google Shape;10250;p342"/>
          <p:cNvGrpSpPr/>
          <p:nvPr/>
        </p:nvGrpSpPr>
        <p:grpSpPr>
          <a:xfrm>
            <a:off x="8114970" y="266839"/>
            <a:ext cx="829992" cy="750888"/>
            <a:chOff x="8114596" y="445039"/>
            <a:chExt cx="633002" cy="572716"/>
          </a:xfrm>
        </p:grpSpPr>
        <p:grpSp>
          <p:nvGrpSpPr>
            <p:cNvPr id="10251" name="Google Shape;10251;p342"/>
            <p:cNvGrpSpPr/>
            <p:nvPr/>
          </p:nvGrpSpPr>
          <p:grpSpPr>
            <a:xfrm>
              <a:off x="8114596" y="445039"/>
              <a:ext cx="633002" cy="572716"/>
              <a:chOff x="7189660" y="520827"/>
              <a:chExt cx="598074" cy="541115"/>
            </a:xfrm>
          </p:grpSpPr>
          <p:sp>
            <p:nvSpPr>
              <p:cNvPr id="10252" name="Google Shape;10252;p342"/>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253" name="Google Shape;10253;p342"/>
              <p:cNvGrpSpPr/>
              <p:nvPr/>
            </p:nvGrpSpPr>
            <p:grpSpPr>
              <a:xfrm>
                <a:off x="7579137" y="551973"/>
                <a:ext cx="164782" cy="41529"/>
                <a:chOff x="7579137" y="551973"/>
                <a:chExt cx="164782" cy="41529"/>
              </a:xfrm>
            </p:grpSpPr>
            <p:sp>
              <p:nvSpPr>
                <p:cNvPr id="10254" name="Google Shape;10254;p342"/>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55" name="Google Shape;10255;p342"/>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56" name="Google Shape;10256;p342"/>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257" name="Google Shape;10257;p342"/>
            <p:cNvGrpSpPr/>
            <p:nvPr/>
          </p:nvGrpSpPr>
          <p:grpSpPr>
            <a:xfrm>
              <a:off x="8184962" y="619646"/>
              <a:ext cx="498115" cy="257273"/>
              <a:chOff x="7256144" y="685800"/>
              <a:chExt cx="470630" cy="243077"/>
            </a:xfrm>
          </p:grpSpPr>
          <p:sp>
            <p:nvSpPr>
              <p:cNvPr id="10258" name="Google Shape;10258;p342"/>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259" name="Google Shape;10259;p342"/>
              <p:cNvGrpSpPr/>
              <p:nvPr/>
            </p:nvGrpSpPr>
            <p:grpSpPr>
              <a:xfrm>
                <a:off x="7512843" y="685800"/>
                <a:ext cx="213931" cy="243077"/>
                <a:chOff x="7512843" y="685800"/>
                <a:chExt cx="213931" cy="243077"/>
              </a:xfrm>
            </p:grpSpPr>
            <p:grpSp>
              <p:nvGrpSpPr>
                <p:cNvPr id="10260" name="Google Shape;10260;p342"/>
                <p:cNvGrpSpPr/>
                <p:nvPr/>
              </p:nvGrpSpPr>
              <p:grpSpPr>
                <a:xfrm>
                  <a:off x="7512843" y="836580"/>
                  <a:ext cx="213931" cy="92297"/>
                  <a:chOff x="7512843" y="836580"/>
                  <a:chExt cx="213931" cy="92297"/>
                </a:xfrm>
              </p:grpSpPr>
              <p:sp>
                <p:nvSpPr>
                  <p:cNvPr id="10261" name="Google Shape;10261;p342"/>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62" name="Google Shape;10262;p342"/>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263" name="Google Shape;10263;p342"/>
                <p:cNvGrpSpPr/>
                <p:nvPr/>
              </p:nvGrpSpPr>
              <p:grpSpPr>
                <a:xfrm>
                  <a:off x="7512843" y="761238"/>
                  <a:ext cx="213931" cy="92296"/>
                  <a:chOff x="7512843" y="761238"/>
                  <a:chExt cx="213931" cy="92296"/>
                </a:xfrm>
              </p:grpSpPr>
              <p:sp>
                <p:nvSpPr>
                  <p:cNvPr id="10264" name="Google Shape;10264;p342"/>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65" name="Google Shape;10265;p342"/>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266" name="Google Shape;10266;p342"/>
                <p:cNvGrpSpPr/>
                <p:nvPr/>
              </p:nvGrpSpPr>
              <p:grpSpPr>
                <a:xfrm>
                  <a:off x="7512843" y="685800"/>
                  <a:ext cx="213931" cy="92297"/>
                  <a:chOff x="7512843" y="685800"/>
                  <a:chExt cx="213931" cy="92297"/>
                </a:xfrm>
              </p:grpSpPr>
              <p:sp>
                <p:nvSpPr>
                  <p:cNvPr id="10267" name="Google Shape;10267;p342"/>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68" name="Google Shape;10268;p342"/>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3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0269" name="Shape 10269"/>
        <p:cNvGrpSpPr/>
        <p:nvPr/>
      </p:nvGrpSpPr>
      <p:grpSpPr>
        <a:xfrm>
          <a:off x="0" y="0"/>
          <a:ext cx="0" cy="0"/>
          <a:chOff x="0" y="0"/>
          <a:chExt cx="0" cy="0"/>
        </a:xfrm>
      </p:grpSpPr>
      <p:sp>
        <p:nvSpPr>
          <p:cNvPr id="10270" name="Google Shape;10270;p3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271" name="Google Shape;10271;p343"/>
          <p:cNvSpPr txBox="1"/>
          <p:nvPr>
            <p:ph idx="1" type="subTitle"/>
          </p:nvPr>
        </p:nvSpPr>
        <p:spPr>
          <a:xfrm>
            <a:off x="723900" y="171015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272" name="Google Shape;10272;p343"/>
          <p:cNvSpPr txBox="1"/>
          <p:nvPr>
            <p:ph idx="2" type="subTitle"/>
          </p:nvPr>
        </p:nvSpPr>
        <p:spPr>
          <a:xfrm>
            <a:off x="3577144"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273" name="Google Shape;10273;p343"/>
          <p:cNvSpPr txBox="1"/>
          <p:nvPr>
            <p:ph idx="3" type="subTitle"/>
          </p:nvPr>
        </p:nvSpPr>
        <p:spPr>
          <a:xfrm>
            <a:off x="723900"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274" name="Google Shape;10274;p343"/>
          <p:cNvSpPr txBox="1"/>
          <p:nvPr>
            <p:ph idx="4" type="subTitle"/>
          </p:nvPr>
        </p:nvSpPr>
        <p:spPr>
          <a:xfrm>
            <a:off x="3577144"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275" name="Google Shape;10275;p343"/>
          <p:cNvSpPr txBox="1"/>
          <p:nvPr>
            <p:ph idx="5" type="subTitle"/>
          </p:nvPr>
        </p:nvSpPr>
        <p:spPr>
          <a:xfrm>
            <a:off x="6430388"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276" name="Google Shape;10276;p343"/>
          <p:cNvSpPr txBox="1"/>
          <p:nvPr>
            <p:ph idx="6" type="subTitle"/>
          </p:nvPr>
        </p:nvSpPr>
        <p:spPr>
          <a:xfrm>
            <a:off x="6430388"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277" name="Google Shape;10277;p343"/>
          <p:cNvSpPr txBox="1"/>
          <p:nvPr>
            <p:ph idx="7" type="subTitle"/>
          </p:nvPr>
        </p:nvSpPr>
        <p:spPr>
          <a:xfrm>
            <a:off x="731700" y="1060275"/>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278" name="Google Shape;10278;p343"/>
          <p:cNvSpPr txBox="1"/>
          <p:nvPr>
            <p:ph idx="8" type="subTitle"/>
          </p:nvPr>
        </p:nvSpPr>
        <p:spPr>
          <a:xfrm>
            <a:off x="3582994"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279" name="Google Shape;10279;p343"/>
          <p:cNvSpPr txBox="1"/>
          <p:nvPr>
            <p:ph idx="9" type="subTitle"/>
          </p:nvPr>
        </p:nvSpPr>
        <p:spPr>
          <a:xfrm>
            <a:off x="6434288"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280" name="Google Shape;10280;p343"/>
          <p:cNvSpPr txBox="1"/>
          <p:nvPr>
            <p:ph idx="13" type="subTitle"/>
          </p:nvPr>
        </p:nvSpPr>
        <p:spPr>
          <a:xfrm>
            <a:off x="723900" y="2845800"/>
            <a:ext cx="19860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281" name="Google Shape;10281;p343"/>
          <p:cNvSpPr txBox="1"/>
          <p:nvPr>
            <p:ph idx="14" type="subTitle"/>
          </p:nvPr>
        </p:nvSpPr>
        <p:spPr>
          <a:xfrm>
            <a:off x="3582995"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282" name="Google Shape;10282;p343"/>
          <p:cNvSpPr txBox="1"/>
          <p:nvPr>
            <p:ph idx="15" type="subTitle"/>
          </p:nvPr>
        </p:nvSpPr>
        <p:spPr>
          <a:xfrm>
            <a:off x="6434290"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283" name="Google Shape;10283;p343"/>
          <p:cNvSpPr/>
          <p:nvPr/>
        </p:nvSpPr>
        <p:spPr>
          <a:xfrm flipH="1" rot="-3263452">
            <a:off x="7372110" y="40383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343"/>
          <p:cNvSpPr/>
          <p:nvPr/>
        </p:nvSpPr>
        <p:spPr>
          <a:xfrm flipH="1" rot="531647">
            <a:off x="-1621232" y="4095570"/>
            <a:ext cx="2581069" cy="208704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343"/>
          <p:cNvSpPr/>
          <p:nvPr/>
        </p:nvSpPr>
        <p:spPr>
          <a:xfrm flipH="1" rot="460658">
            <a:off x="7344116" y="-1448948"/>
            <a:ext cx="3053845" cy="246933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6" name="Google Shape;10286;p343"/>
          <p:cNvGrpSpPr/>
          <p:nvPr/>
        </p:nvGrpSpPr>
        <p:grpSpPr>
          <a:xfrm>
            <a:off x="7931872" y="177093"/>
            <a:ext cx="997823" cy="737095"/>
            <a:chOff x="7931872" y="177093"/>
            <a:chExt cx="997823" cy="737095"/>
          </a:xfrm>
        </p:grpSpPr>
        <p:grpSp>
          <p:nvGrpSpPr>
            <p:cNvPr id="10287" name="Google Shape;10287;p343"/>
            <p:cNvGrpSpPr/>
            <p:nvPr/>
          </p:nvGrpSpPr>
          <p:grpSpPr>
            <a:xfrm>
              <a:off x="7931872" y="177093"/>
              <a:ext cx="919725" cy="318025"/>
              <a:chOff x="7230903" y="4635722"/>
              <a:chExt cx="652843" cy="225742"/>
            </a:xfrm>
          </p:grpSpPr>
          <p:sp>
            <p:nvSpPr>
              <p:cNvPr id="10288" name="Google Shape;10288;p343"/>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89" name="Google Shape;10289;p343"/>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290" name="Google Shape;10290;p343"/>
              <p:cNvGrpSpPr/>
              <p:nvPr/>
            </p:nvGrpSpPr>
            <p:grpSpPr>
              <a:xfrm>
                <a:off x="7487126" y="4676394"/>
                <a:ext cx="332041" cy="142684"/>
                <a:chOff x="7487126" y="4676394"/>
                <a:chExt cx="332041" cy="142684"/>
              </a:xfrm>
            </p:grpSpPr>
            <p:sp>
              <p:nvSpPr>
                <p:cNvPr id="10291" name="Google Shape;10291;p343"/>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92" name="Google Shape;10292;p343"/>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93" name="Google Shape;10293;p343"/>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94" name="Google Shape;10294;p343"/>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295" name="Google Shape;10295;p343"/>
            <p:cNvGrpSpPr/>
            <p:nvPr/>
          </p:nvGrpSpPr>
          <p:grpSpPr>
            <a:xfrm>
              <a:off x="7931872" y="596163"/>
              <a:ext cx="919725" cy="318025"/>
              <a:chOff x="7230903" y="4933188"/>
              <a:chExt cx="652843" cy="225742"/>
            </a:xfrm>
          </p:grpSpPr>
          <p:grpSp>
            <p:nvGrpSpPr>
              <p:cNvPr id="10296" name="Google Shape;10296;p343"/>
              <p:cNvGrpSpPr/>
              <p:nvPr/>
            </p:nvGrpSpPr>
            <p:grpSpPr>
              <a:xfrm>
                <a:off x="7230903" y="4933188"/>
                <a:ext cx="652843" cy="225742"/>
                <a:chOff x="7230903" y="4933188"/>
                <a:chExt cx="652843" cy="225742"/>
              </a:xfrm>
            </p:grpSpPr>
            <p:sp>
              <p:nvSpPr>
                <p:cNvPr id="10297" name="Google Shape;10297;p343"/>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98" name="Google Shape;10298;p343"/>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299" name="Google Shape;10299;p343"/>
                <p:cNvGrpSpPr/>
                <p:nvPr/>
              </p:nvGrpSpPr>
              <p:grpSpPr>
                <a:xfrm>
                  <a:off x="7487126" y="4973859"/>
                  <a:ext cx="332041" cy="142684"/>
                  <a:chOff x="7487126" y="4973859"/>
                  <a:chExt cx="332041" cy="142684"/>
                </a:xfrm>
              </p:grpSpPr>
              <p:sp>
                <p:nvSpPr>
                  <p:cNvPr id="10300" name="Google Shape;10300;p343"/>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01" name="Google Shape;10301;p343"/>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02" name="Google Shape;10302;p343"/>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03" name="Google Shape;10303;p343"/>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0304" name="Google Shape;10304;p343"/>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305" name="Google Shape;10305;p343"/>
            <p:cNvGrpSpPr/>
            <p:nvPr/>
          </p:nvGrpSpPr>
          <p:grpSpPr>
            <a:xfrm>
              <a:off x="8756326" y="539537"/>
              <a:ext cx="173370" cy="112691"/>
              <a:chOff x="7816120" y="4892994"/>
              <a:chExt cx="123062" cy="79991"/>
            </a:xfrm>
          </p:grpSpPr>
          <p:grpSp>
            <p:nvGrpSpPr>
              <p:cNvPr id="10306" name="Google Shape;10306;p343"/>
              <p:cNvGrpSpPr/>
              <p:nvPr/>
            </p:nvGrpSpPr>
            <p:grpSpPr>
              <a:xfrm>
                <a:off x="7816120" y="4902803"/>
                <a:ext cx="123062" cy="63817"/>
                <a:chOff x="7816120" y="4902803"/>
                <a:chExt cx="123062" cy="63817"/>
              </a:xfrm>
            </p:grpSpPr>
            <p:sp>
              <p:nvSpPr>
                <p:cNvPr id="10307" name="Google Shape;10307;p343"/>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08" name="Google Shape;10308;p343"/>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309" name="Google Shape;10309;p343"/>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3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0310" name="Shape 10310"/>
        <p:cNvGrpSpPr/>
        <p:nvPr/>
      </p:nvGrpSpPr>
      <p:grpSpPr>
        <a:xfrm>
          <a:off x="0" y="0"/>
          <a:ext cx="0" cy="0"/>
          <a:chOff x="0" y="0"/>
          <a:chExt cx="0" cy="0"/>
        </a:xfrm>
      </p:grpSpPr>
      <p:sp>
        <p:nvSpPr>
          <p:cNvPr id="10311" name="Google Shape;10311;p344"/>
          <p:cNvSpPr txBox="1"/>
          <p:nvPr>
            <p:ph hasCustomPrompt="1" type="title"/>
          </p:nvPr>
        </p:nvSpPr>
        <p:spPr>
          <a:xfrm>
            <a:off x="798388"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10312" name="Google Shape;10312;p344"/>
          <p:cNvSpPr txBox="1"/>
          <p:nvPr>
            <p:ph idx="1" type="subTitle"/>
          </p:nvPr>
        </p:nvSpPr>
        <p:spPr>
          <a:xfrm>
            <a:off x="798388"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0313" name="Google Shape;10313;p344"/>
          <p:cNvSpPr txBox="1"/>
          <p:nvPr>
            <p:ph hasCustomPrompt="1" idx="2" type="title"/>
          </p:nvPr>
        </p:nvSpPr>
        <p:spPr>
          <a:xfrm>
            <a:off x="2825700" y="1029535"/>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10314" name="Google Shape;10314;p344"/>
          <p:cNvSpPr txBox="1"/>
          <p:nvPr>
            <p:ph idx="3" type="subTitle"/>
          </p:nvPr>
        </p:nvSpPr>
        <p:spPr>
          <a:xfrm>
            <a:off x="2825700" y="1804473"/>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0315" name="Google Shape;10315;p344"/>
          <p:cNvSpPr txBox="1"/>
          <p:nvPr>
            <p:ph hasCustomPrompt="1" idx="4" type="title"/>
          </p:nvPr>
        </p:nvSpPr>
        <p:spPr>
          <a:xfrm>
            <a:off x="4853013"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10316" name="Google Shape;10316;p344"/>
          <p:cNvSpPr txBox="1"/>
          <p:nvPr>
            <p:ph idx="5" type="subTitle"/>
          </p:nvPr>
        </p:nvSpPr>
        <p:spPr>
          <a:xfrm>
            <a:off x="4853013"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0317" name="Google Shape;10317;p344"/>
          <p:cNvSpPr/>
          <p:nvPr/>
        </p:nvSpPr>
        <p:spPr>
          <a:xfrm rot="-5710536">
            <a:off x="-1869285" y="3438573"/>
            <a:ext cx="3168438" cy="23079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344"/>
          <p:cNvSpPr/>
          <p:nvPr/>
        </p:nvSpPr>
        <p:spPr>
          <a:xfrm rot="-294905">
            <a:off x="7350387" y="3903245"/>
            <a:ext cx="3168449" cy="256199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0319" name="Shape 10319"/>
        <p:cNvGrpSpPr/>
        <p:nvPr/>
      </p:nvGrpSpPr>
      <p:grpSpPr>
        <a:xfrm>
          <a:off x="0" y="0"/>
          <a:ext cx="0" cy="0"/>
          <a:chOff x="0" y="0"/>
          <a:chExt cx="0" cy="0"/>
        </a:xfrm>
      </p:grpSpPr>
      <p:sp>
        <p:nvSpPr>
          <p:cNvPr id="10320" name="Google Shape;10320;p3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321" name="Google Shape;10321;p345"/>
          <p:cNvSpPr/>
          <p:nvPr/>
        </p:nvSpPr>
        <p:spPr>
          <a:xfrm flipH="1" rot="337739">
            <a:off x="8212271" y="3187242"/>
            <a:ext cx="3158465" cy="3518480"/>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2" name="Google Shape;10322;p345"/>
          <p:cNvGrpSpPr/>
          <p:nvPr/>
        </p:nvGrpSpPr>
        <p:grpSpPr>
          <a:xfrm>
            <a:off x="90200" y="4214393"/>
            <a:ext cx="516117" cy="779220"/>
            <a:chOff x="10572463" y="3528536"/>
            <a:chExt cx="580168" cy="875823"/>
          </a:xfrm>
        </p:grpSpPr>
        <p:grpSp>
          <p:nvGrpSpPr>
            <p:cNvPr id="10323" name="Google Shape;10323;p345"/>
            <p:cNvGrpSpPr/>
            <p:nvPr/>
          </p:nvGrpSpPr>
          <p:grpSpPr>
            <a:xfrm>
              <a:off x="10713815" y="3528536"/>
              <a:ext cx="438816" cy="746664"/>
              <a:chOff x="10713815" y="3528536"/>
              <a:chExt cx="438816" cy="746664"/>
            </a:xfrm>
          </p:grpSpPr>
          <p:sp>
            <p:nvSpPr>
              <p:cNvPr id="10324" name="Google Shape;10324;p345"/>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325" name="Google Shape;10325;p345"/>
              <p:cNvGrpSpPr/>
              <p:nvPr/>
            </p:nvGrpSpPr>
            <p:grpSpPr>
              <a:xfrm>
                <a:off x="10776489" y="3625310"/>
                <a:ext cx="313848" cy="288226"/>
                <a:chOff x="10776489" y="3625310"/>
                <a:chExt cx="313848" cy="288226"/>
              </a:xfrm>
            </p:grpSpPr>
            <p:sp>
              <p:nvSpPr>
                <p:cNvPr id="10326" name="Google Shape;10326;p345"/>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27" name="Google Shape;10327;p345"/>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28" name="Google Shape;10328;p345"/>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29" name="Google Shape;10329;p345"/>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30" name="Google Shape;10330;p345"/>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31" name="Google Shape;10331;p345"/>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332" name="Google Shape;10332;p345"/>
              <p:cNvGrpSpPr/>
              <p:nvPr/>
            </p:nvGrpSpPr>
            <p:grpSpPr>
              <a:xfrm>
                <a:off x="10776489" y="3999547"/>
                <a:ext cx="313848" cy="181546"/>
                <a:chOff x="10776489" y="3999547"/>
                <a:chExt cx="313848" cy="181546"/>
              </a:xfrm>
            </p:grpSpPr>
            <p:sp>
              <p:nvSpPr>
                <p:cNvPr id="10333" name="Google Shape;10333;p345"/>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34" name="Google Shape;10334;p345"/>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35" name="Google Shape;10335;p345"/>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36" name="Google Shape;10336;p345"/>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337" name="Google Shape;10337;p345"/>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338" name="Google Shape;10338;p345"/>
            <p:cNvGrpSpPr/>
            <p:nvPr/>
          </p:nvGrpSpPr>
          <p:grpSpPr>
            <a:xfrm>
              <a:off x="10572463" y="3657790"/>
              <a:ext cx="438817" cy="746569"/>
              <a:chOff x="10572463" y="3657790"/>
              <a:chExt cx="438817" cy="746569"/>
            </a:xfrm>
          </p:grpSpPr>
          <p:sp>
            <p:nvSpPr>
              <p:cNvPr id="10339" name="Google Shape;10339;p345"/>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340" name="Google Shape;10340;p345"/>
              <p:cNvGrpSpPr/>
              <p:nvPr/>
            </p:nvGrpSpPr>
            <p:grpSpPr>
              <a:xfrm>
                <a:off x="10635138" y="3754469"/>
                <a:ext cx="313848" cy="288321"/>
                <a:chOff x="10635138" y="3754469"/>
                <a:chExt cx="313848" cy="288321"/>
              </a:xfrm>
            </p:grpSpPr>
            <p:sp>
              <p:nvSpPr>
                <p:cNvPr id="10341" name="Google Shape;10341;p345"/>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42" name="Google Shape;10342;p345"/>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43" name="Google Shape;10343;p345"/>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44" name="Google Shape;10344;p345"/>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45" name="Google Shape;10345;p345"/>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46" name="Google Shape;10346;p345"/>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347" name="Google Shape;10347;p345"/>
              <p:cNvGrpSpPr/>
              <p:nvPr/>
            </p:nvGrpSpPr>
            <p:grpSpPr>
              <a:xfrm>
                <a:off x="10635138" y="4128801"/>
                <a:ext cx="313848" cy="181547"/>
                <a:chOff x="10635138" y="4128801"/>
                <a:chExt cx="313848" cy="181547"/>
              </a:xfrm>
            </p:grpSpPr>
            <p:sp>
              <p:nvSpPr>
                <p:cNvPr id="10348" name="Google Shape;10348;p345"/>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49" name="Google Shape;10349;p345"/>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50" name="Google Shape;10350;p345"/>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51" name="Google Shape;10351;p345"/>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352" name="Google Shape;10352;p345"/>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0353" name="Google Shape;10353;p345"/>
          <p:cNvSpPr/>
          <p:nvPr/>
        </p:nvSpPr>
        <p:spPr>
          <a:xfrm flipH="1" rot="-3657034">
            <a:off x="-1404232" y="-737971"/>
            <a:ext cx="2746020" cy="16278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4" name="Google Shape;10354;p345"/>
          <p:cNvGrpSpPr/>
          <p:nvPr/>
        </p:nvGrpSpPr>
        <p:grpSpPr>
          <a:xfrm>
            <a:off x="8114970" y="266839"/>
            <a:ext cx="829992" cy="750888"/>
            <a:chOff x="8114596" y="445039"/>
            <a:chExt cx="633002" cy="572716"/>
          </a:xfrm>
        </p:grpSpPr>
        <p:grpSp>
          <p:nvGrpSpPr>
            <p:cNvPr id="10355" name="Google Shape;10355;p345"/>
            <p:cNvGrpSpPr/>
            <p:nvPr/>
          </p:nvGrpSpPr>
          <p:grpSpPr>
            <a:xfrm>
              <a:off x="8114596" y="445039"/>
              <a:ext cx="633002" cy="572716"/>
              <a:chOff x="7189660" y="520827"/>
              <a:chExt cx="598074" cy="541115"/>
            </a:xfrm>
          </p:grpSpPr>
          <p:sp>
            <p:nvSpPr>
              <p:cNvPr id="10356" name="Google Shape;10356;p345"/>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357" name="Google Shape;10357;p345"/>
              <p:cNvGrpSpPr/>
              <p:nvPr/>
            </p:nvGrpSpPr>
            <p:grpSpPr>
              <a:xfrm>
                <a:off x="7579137" y="551973"/>
                <a:ext cx="164782" cy="41529"/>
                <a:chOff x="7579137" y="551973"/>
                <a:chExt cx="164782" cy="41529"/>
              </a:xfrm>
            </p:grpSpPr>
            <p:sp>
              <p:nvSpPr>
                <p:cNvPr id="10358" name="Google Shape;10358;p345"/>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59" name="Google Shape;10359;p345"/>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60" name="Google Shape;10360;p345"/>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361" name="Google Shape;10361;p345"/>
            <p:cNvGrpSpPr/>
            <p:nvPr/>
          </p:nvGrpSpPr>
          <p:grpSpPr>
            <a:xfrm>
              <a:off x="8184962" y="619646"/>
              <a:ext cx="498115" cy="257273"/>
              <a:chOff x="7256144" y="685800"/>
              <a:chExt cx="470630" cy="243077"/>
            </a:xfrm>
          </p:grpSpPr>
          <p:sp>
            <p:nvSpPr>
              <p:cNvPr id="10362" name="Google Shape;10362;p345"/>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363" name="Google Shape;10363;p345"/>
              <p:cNvGrpSpPr/>
              <p:nvPr/>
            </p:nvGrpSpPr>
            <p:grpSpPr>
              <a:xfrm>
                <a:off x="7512843" y="685800"/>
                <a:ext cx="213931" cy="243077"/>
                <a:chOff x="7512843" y="685800"/>
                <a:chExt cx="213931" cy="243077"/>
              </a:xfrm>
            </p:grpSpPr>
            <p:grpSp>
              <p:nvGrpSpPr>
                <p:cNvPr id="10364" name="Google Shape;10364;p345"/>
                <p:cNvGrpSpPr/>
                <p:nvPr/>
              </p:nvGrpSpPr>
              <p:grpSpPr>
                <a:xfrm>
                  <a:off x="7512843" y="836580"/>
                  <a:ext cx="213931" cy="92297"/>
                  <a:chOff x="7512843" y="836580"/>
                  <a:chExt cx="213931" cy="92297"/>
                </a:xfrm>
              </p:grpSpPr>
              <p:sp>
                <p:nvSpPr>
                  <p:cNvPr id="10365" name="Google Shape;10365;p345"/>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66" name="Google Shape;10366;p345"/>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367" name="Google Shape;10367;p345"/>
                <p:cNvGrpSpPr/>
                <p:nvPr/>
              </p:nvGrpSpPr>
              <p:grpSpPr>
                <a:xfrm>
                  <a:off x="7512843" y="761238"/>
                  <a:ext cx="213931" cy="92296"/>
                  <a:chOff x="7512843" y="761238"/>
                  <a:chExt cx="213931" cy="92296"/>
                </a:xfrm>
              </p:grpSpPr>
              <p:sp>
                <p:nvSpPr>
                  <p:cNvPr id="10368" name="Google Shape;10368;p345"/>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69" name="Google Shape;10369;p345"/>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370" name="Google Shape;10370;p345"/>
                <p:cNvGrpSpPr/>
                <p:nvPr/>
              </p:nvGrpSpPr>
              <p:grpSpPr>
                <a:xfrm>
                  <a:off x="7512843" y="685800"/>
                  <a:ext cx="213931" cy="92297"/>
                  <a:chOff x="7512843" y="685800"/>
                  <a:chExt cx="213931" cy="92297"/>
                </a:xfrm>
              </p:grpSpPr>
              <p:sp>
                <p:nvSpPr>
                  <p:cNvPr id="10371" name="Google Shape;10371;p345"/>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72" name="Google Shape;10372;p345"/>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3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10373" name="Shape 10373"/>
        <p:cNvGrpSpPr/>
        <p:nvPr/>
      </p:nvGrpSpPr>
      <p:grpSpPr>
        <a:xfrm>
          <a:off x="0" y="0"/>
          <a:ext cx="0" cy="0"/>
          <a:chOff x="0" y="0"/>
          <a:chExt cx="0" cy="0"/>
        </a:xfrm>
      </p:grpSpPr>
      <p:sp>
        <p:nvSpPr>
          <p:cNvPr id="10374" name="Google Shape;10374;p346"/>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3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10376" name="Google Shape;10376;p346"/>
          <p:cNvGrpSpPr/>
          <p:nvPr/>
        </p:nvGrpSpPr>
        <p:grpSpPr>
          <a:xfrm flipH="1">
            <a:off x="683048" y="4696520"/>
            <a:ext cx="325927" cy="404808"/>
            <a:chOff x="7385113" y="1535430"/>
            <a:chExt cx="435673" cy="541115"/>
          </a:xfrm>
        </p:grpSpPr>
        <p:sp>
          <p:nvSpPr>
            <p:cNvPr id="10377" name="Google Shape;10377;p346"/>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378" name="Google Shape;10378;p346"/>
            <p:cNvGrpSpPr/>
            <p:nvPr/>
          </p:nvGrpSpPr>
          <p:grpSpPr>
            <a:xfrm>
              <a:off x="7612094" y="1566576"/>
              <a:ext cx="164781" cy="41529"/>
              <a:chOff x="7612094" y="1566576"/>
              <a:chExt cx="164781" cy="41529"/>
            </a:xfrm>
          </p:grpSpPr>
          <p:sp>
            <p:nvSpPr>
              <p:cNvPr id="10379" name="Google Shape;10379;p346"/>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80" name="Google Shape;10380;p346"/>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81" name="Google Shape;10381;p346"/>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382" name="Google Shape;10382;p346"/>
          <p:cNvGrpSpPr/>
          <p:nvPr/>
        </p:nvGrpSpPr>
        <p:grpSpPr>
          <a:xfrm flipH="1">
            <a:off x="713902" y="4774546"/>
            <a:ext cx="268636" cy="280965"/>
            <a:chOff x="7420451" y="1639728"/>
            <a:chExt cx="359091" cy="375571"/>
          </a:xfrm>
        </p:grpSpPr>
        <p:sp>
          <p:nvSpPr>
            <p:cNvPr id="10383" name="Google Shape;10383;p346"/>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84" name="Google Shape;10384;p346"/>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385" name="Google Shape;10385;p346"/>
          <p:cNvGrpSpPr/>
          <p:nvPr/>
        </p:nvGrpSpPr>
        <p:grpSpPr>
          <a:xfrm flipH="1">
            <a:off x="96200" y="4469347"/>
            <a:ext cx="355444" cy="644072"/>
            <a:chOff x="1945386" y="5582316"/>
            <a:chExt cx="470725" cy="852963"/>
          </a:xfrm>
        </p:grpSpPr>
        <p:grpSp>
          <p:nvGrpSpPr>
            <p:cNvPr id="10386" name="Google Shape;10386;p346"/>
            <p:cNvGrpSpPr/>
            <p:nvPr/>
          </p:nvGrpSpPr>
          <p:grpSpPr>
            <a:xfrm>
              <a:off x="1945386" y="5582316"/>
              <a:ext cx="470725" cy="852963"/>
              <a:chOff x="1945386" y="5582316"/>
              <a:chExt cx="470725" cy="852963"/>
            </a:xfrm>
          </p:grpSpPr>
          <p:sp>
            <p:nvSpPr>
              <p:cNvPr id="10387" name="Google Shape;10387;p346"/>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88" name="Google Shape;10388;p346"/>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389" name="Google Shape;10389;p346"/>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390" name="Google Shape;10390;p346"/>
          <p:cNvGrpSpPr/>
          <p:nvPr/>
        </p:nvGrpSpPr>
        <p:grpSpPr>
          <a:xfrm>
            <a:off x="7975988" y="116167"/>
            <a:ext cx="1061979" cy="558999"/>
            <a:chOff x="3859815" y="2867310"/>
            <a:chExt cx="1262157" cy="664368"/>
          </a:xfrm>
        </p:grpSpPr>
        <p:sp>
          <p:nvSpPr>
            <p:cNvPr id="10391" name="Google Shape;10391;p346"/>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392" name="Google Shape;10392;p346"/>
            <p:cNvGrpSpPr/>
            <p:nvPr/>
          </p:nvGrpSpPr>
          <p:grpSpPr>
            <a:xfrm>
              <a:off x="4275677" y="3065525"/>
              <a:ext cx="334517" cy="380047"/>
              <a:chOff x="4275677" y="3065525"/>
              <a:chExt cx="334517" cy="380047"/>
            </a:xfrm>
          </p:grpSpPr>
          <p:grpSp>
            <p:nvGrpSpPr>
              <p:cNvPr id="10393" name="Google Shape;10393;p346"/>
              <p:cNvGrpSpPr/>
              <p:nvPr/>
            </p:nvGrpSpPr>
            <p:grpSpPr>
              <a:xfrm>
                <a:off x="4275677" y="3065525"/>
                <a:ext cx="334517" cy="380047"/>
                <a:chOff x="4275677" y="3065525"/>
                <a:chExt cx="334517" cy="380047"/>
              </a:xfrm>
            </p:grpSpPr>
            <p:grpSp>
              <p:nvGrpSpPr>
                <p:cNvPr id="10394" name="Google Shape;10394;p346"/>
                <p:cNvGrpSpPr/>
                <p:nvPr/>
              </p:nvGrpSpPr>
              <p:grpSpPr>
                <a:xfrm>
                  <a:off x="4275677" y="3301269"/>
                  <a:ext cx="334422" cy="144303"/>
                  <a:chOff x="4275677" y="3301269"/>
                  <a:chExt cx="334422" cy="144303"/>
                </a:xfrm>
              </p:grpSpPr>
              <p:sp>
                <p:nvSpPr>
                  <p:cNvPr id="10395" name="Google Shape;10395;p346"/>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96" name="Google Shape;10396;p346"/>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397" name="Google Shape;10397;p346"/>
                <p:cNvGrpSpPr/>
                <p:nvPr/>
              </p:nvGrpSpPr>
              <p:grpSpPr>
                <a:xfrm>
                  <a:off x="4275677" y="3183350"/>
                  <a:ext cx="334422" cy="144302"/>
                  <a:chOff x="4275677" y="3183350"/>
                  <a:chExt cx="334422" cy="144302"/>
                </a:xfrm>
              </p:grpSpPr>
              <p:sp>
                <p:nvSpPr>
                  <p:cNvPr id="10398" name="Google Shape;10398;p346"/>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99" name="Google Shape;10399;p346"/>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400" name="Google Shape;10400;p346"/>
                <p:cNvGrpSpPr/>
                <p:nvPr/>
              </p:nvGrpSpPr>
              <p:grpSpPr>
                <a:xfrm>
                  <a:off x="4275677" y="3065525"/>
                  <a:ext cx="334517" cy="144303"/>
                  <a:chOff x="4275677" y="3065525"/>
                  <a:chExt cx="334517" cy="144303"/>
                </a:xfrm>
              </p:grpSpPr>
              <p:sp>
                <p:nvSpPr>
                  <p:cNvPr id="10401" name="Google Shape;10401;p346"/>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02" name="Google Shape;10402;p346"/>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0403" name="Google Shape;10403;p346"/>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04" name="Google Shape;10404;p346"/>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05" name="Google Shape;10405;p346"/>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406" name="Google Shape;10406;p346"/>
          <p:cNvGrpSpPr/>
          <p:nvPr/>
        </p:nvGrpSpPr>
        <p:grpSpPr>
          <a:xfrm flipH="1" rot="5400000">
            <a:off x="557972" y="4696603"/>
            <a:ext cx="16329" cy="218290"/>
            <a:chOff x="10809827" y="4402455"/>
            <a:chExt cx="24764" cy="330993"/>
          </a:xfrm>
        </p:grpSpPr>
        <p:sp>
          <p:nvSpPr>
            <p:cNvPr id="10407" name="Google Shape;10407;p346"/>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08" name="Google Shape;10408;p346"/>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09" name="Google Shape;10409;p346"/>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410" name="Google Shape;10410;p346"/>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346"/>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0412" name="Shape 10412"/>
        <p:cNvGrpSpPr/>
        <p:nvPr/>
      </p:nvGrpSpPr>
      <p:grpSpPr>
        <a:xfrm>
          <a:off x="0" y="0"/>
          <a:ext cx="0" cy="0"/>
          <a:chOff x="0" y="0"/>
          <a:chExt cx="0" cy="0"/>
        </a:xfrm>
      </p:grpSpPr>
      <p:sp>
        <p:nvSpPr>
          <p:cNvPr id="10413" name="Google Shape;10413;p347"/>
          <p:cNvSpPr txBox="1"/>
          <p:nvPr>
            <p:ph type="title"/>
          </p:nvPr>
        </p:nvSpPr>
        <p:spPr>
          <a:xfrm>
            <a:off x="2347938" y="997200"/>
            <a:ext cx="4448100" cy="10587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sz="85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414" name="Google Shape;10414;p347"/>
          <p:cNvSpPr txBox="1"/>
          <p:nvPr>
            <p:ph idx="1" type="subTitle"/>
          </p:nvPr>
        </p:nvSpPr>
        <p:spPr>
          <a:xfrm>
            <a:off x="2347900" y="1841450"/>
            <a:ext cx="4448100" cy="105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415" name="Google Shape;10415;p347"/>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Open Sans"/>
                <a:ea typeface="Open Sans"/>
                <a:cs typeface="Open Sans"/>
                <a:sym typeface="Open Sans"/>
              </a:rPr>
              <a:t>CREDITS:</a:t>
            </a:r>
            <a:r>
              <a:rPr lang="en" sz="1200">
                <a:solidFill>
                  <a:schemeClr val="dk1"/>
                </a:solidFill>
                <a:latin typeface="Open Sans"/>
                <a:ea typeface="Open Sans"/>
                <a:cs typeface="Open Sans"/>
                <a:sym typeface="Open Sans"/>
              </a:rPr>
              <a:t> This presentation template was created by </a:t>
            </a:r>
            <a:r>
              <a:rPr b="1" lang="en" sz="1200" u="sng">
                <a:solidFill>
                  <a:schemeClr val="hlink"/>
                </a:solidFill>
                <a:latin typeface="Open Sans"/>
                <a:ea typeface="Open Sans"/>
                <a:cs typeface="Open Sans"/>
                <a:sym typeface="Open Sans"/>
                <a:hlinkClick r:id="rId2"/>
              </a:rPr>
              <a:t>Slidesgo</a:t>
            </a:r>
            <a:r>
              <a:rPr lang="en" sz="1200">
                <a:solidFill>
                  <a:schemeClr val="dk1"/>
                </a:solidFill>
                <a:latin typeface="Open Sans"/>
                <a:ea typeface="Open Sans"/>
                <a:cs typeface="Open Sans"/>
                <a:sym typeface="Open Sans"/>
              </a:rPr>
              <a:t>, and includes icons, infographics &amp; images by </a:t>
            </a:r>
            <a:r>
              <a:rPr b="1" lang="en" sz="1200" u="sng">
                <a:solidFill>
                  <a:schemeClr val="dk1"/>
                </a:solidFill>
                <a:latin typeface="Open Sans"/>
                <a:ea typeface="Open Sans"/>
                <a:cs typeface="Open Sans"/>
                <a:sym typeface="Open Sans"/>
                <a:hlinkClick r:id="rId3">
                  <a:extLst>
                    <a:ext uri="{A12FA001-AC4F-418D-AE19-62706E023703}">
                      <ahyp:hlinkClr val="tx"/>
                    </a:ext>
                  </a:extLst>
                </a:hlinkClick>
              </a:rPr>
              <a:t>Freepik</a:t>
            </a:r>
            <a:r>
              <a:rPr lang="en" sz="1200" u="sng">
                <a:solidFill>
                  <a:schemeClr val="dk1"/>
                </a:solidFill>
                <a:latin typeface="Open Sans"/>
                <a:ea typeface="Open Sans"/>
                <a:cs typeface="Open Sans"/>
                <a:sym typeface="Open Sans"/>
              </a:rPr>
              <a:t> </a:t>
            </a:r>
            <a:endParaRPr b="1" sz="1200" u="sng">
              <a:solidFill>
                <a:schemeClr val="dk1"/>
              </a:solidFill>
              <a:latin typeface="Open Sans"/>
              <a:ea typeface="Open Sans"/>
              <a:cs typeface="Open Sans"/>
              <a:sym typeface="Open Sans"/>
            </a:endParaRPr>
          </a:p>
        </p:txBody>
      </p:sp>
      <p:sp>
        <p:nvSpPr>
          <p:cNvPr id="10416" name="Google Shape;10416;p347"/>
          <p:cNvSpPr/>
          <p:nvPr/>
        </p:nvSpPr>
        <p:spPr>
          <a:xfrm flipH="1" rot="-2493044">
            <a:off x="-1086706" y="-570280"/>
            <a:ext cx="2902912" cy="23472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347"/>
          <p:cNvSpPr/>
          <p:nvPr/>
        </p:nvSpPr>
        <p:spPr>
          <a:xfrm flipH="1" rot="-5051288">
            <a:off x="7227752" y="3451481"/>
            <a:ext cx="2997828" cy="2576307"/>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347"/>
          <p:cNvSpPr/>
          <p:nvPr/>
        </p:nvSpPr>
        <p:spPr>
          <a:xfrm flipH="1" rot="460638">
            <a:off x="178423" y="3742788"/>
            <a:ext cx="1359611" cy="122255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347"/>
          <p:cNvSpPr/>
          <p:nvPr/>
        </p:nvSpPr>
        <p:spPr>
          <a:xfrm flipH="1" rot="460623">
            <a:off x="6683138" y="-2074210"/>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0420" name="Shape 10420"/>
        <p:cNvGrpSpPr/>
        <p:nvPr/>
      </p:nvGrpSpPr>
      <p:grpSpPr>
        <a:xfrm>
          <a:off x="0" y="0"/>
          <a:ext cx="0" cy="0"/>
          <a:chOff x="0" y="0"/>
          <a:chExt cx="0" cy="0"/>
        </a:xfrm>
      </p:grpSpPr>
      <p:sp>
        <p:nvSpPr>
          <p:cNvPr id="10421" name="Google Shape;10421;p348"/>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348"/>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348"/>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348"/>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5" name="Google Shape;10425;p348"/>
          <p:cNvGrpSpPr/>
          <p:nvPr/>
        </p:nvGrpSpPr>
        <p:grpSpPr>
          <a:xfrm>
            <a:off x="7931872" y="177093"/>
            <a:ext cx="997823" cy="737095"/>
            <a:chOff x="7931872" y="177093"/>
            <a:chExt cx="997823" cy="737095"/>
          </a:xfrm>
        </p:grpSpPr>
        <p:grpSp>
          <p:nvGrpSpPr>
            <p:cNvPr id="10426" name="Google Shape;10426;p348"/>
            <p:cNvGrpSpPr/>
            <p:nvPr/>
          </p:nvGrpSpPr>
          <p:grpSpPr>
            <a:xfrm>
              <a:off x="7931872" y="177093"/>
              <a:ext cx="919725" cy="318025"/>
              <a:chOff x="7230903" y="4635722"/>
              <a:chExt cx="652843" cy="225742"/>
            </a:xfrm>
          </p:grpSpPr>
          <p:sp>
            <p:nvSpPr>
              <p:cNvPr id="10427" name="Google Shape;10427;p348"/>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28" name="Google Shape;10428;p348"/>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429" name="Google Shape;10429;p348"/>
              <p:cNvGrpSpPr/>
              <p:nvPr/>
            </p:nvGrpSpPr>
            <p:grpSpPr>
              <a:xfrm>
                <a:off x="7487126" y="4676394"/>
                <a:ext cx="332041" cy="142684"/>
                <a:chOff x="7487126" y="4676394"/>
                <a:chExt cx="332041" cy="142684"/>
              </a:xfrm>
            </p:grpSpPr>
            <p:sp>
              <p:nvSpPr>
                <p:cNvPr id="10430" name="Google Shape;10430;p348"/>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31" name="Google Shape;10431;p348"/>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32" name="Google Shape;10432;p348"/>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33" name="Google Shape;10433;p348"/>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434" name="Google Shape;10434;p348"/>
            <p:cNvGrpSpPr/>
            <p:nvPr/>
          </p:nvGrpSpPr>
          <p:grpSpPr>
            <a:xfrm>
              <a:off x="7931872" y="596163"/>
              <a:ext cx="919725" cy="318025"/>
              <a:chOff x="7230903" y="4933188"/>
              <a:chExt cx="652843" cy="225742"/>
            </a:xfrm>
          </p:grpSpPr>
          <p:grpSp>
            <p:nvGrpSpPr>
              <p:cNvPr id="10435" name="Google Shape;10435;p348"/>
              <p:cNvGrpSpPr/>
              <p:nvPr/>
            </p:nvGrpSpPr>
            <p:grpSpPr>
              <a:xfrm>
                <a:off x="7230903" y="4933188"/>
                <a:ext cx="652843" cy="225742"/>
                <a:chOff x="7230903" y="4933188"/>
                <a:chExt cx="652843" cy="225742"/>
              </a:xfrm>
            </p:grpSpPr>
            <p:sp>
              <p:nvSpPr>
                <p:cNvPr id="10436" name="Google Shape;10436;p348"/>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37" name="Google Shape;10437;p348"/>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438" name="Google Shape;10438;p348"/>
                <p:cNvGrpSpPr/>
                <p:nvPr/>
              </p:nvGrpSpPr>
              <p:grpSpPr>
                <a:xfrm>
                  <a:off x="7487126" y="4973859"/>
                  <a:ext cx="332041" cy="142684"/>
                  <a:chOff x="7487126" y="4973859"/>
                  <a:chExt cx="332041" cy="142684"/>
                </a:xfrm>
              </p:grpSpPr>
              <p:sp>
                <p:nvSpPr>
                  <p:cNvPr id="10439" name="Google Shape;10439;p348"/>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40" name="Google Shape;10440;p348"/>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41" name="Google Shape;10441;p348"/>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42" name="Google Shape;10442;p348"/>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0443" name="Google Shape;10443;p348"/>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444" name="Google Shape;10444;p348"/>
            <p:cNvGrpSpPr/>
            <p:nvPr/>
          </p:nvGrpSpPr>
          <p:grpSpPr>
            <a:xfrm>
              <a:off x="8756326" y="539537"/>
              <a:ext cx="173370" cy="112691"/>
              <a:chOff x="7816120" y="4892994"/>
              <a:chExt cx="123062" cy="79991"/>
            </a:xfrm>
          </p:grpSpPr>
          <p:grpSp>
            <p:nvGrpSpPr>
              <p:cNvPr id="10445" name="Google Shape;10445;p348"/>
              <p:cNvGrpSpPr/>
              <p:nvPr/>
            </p:nvGrpSpPr>
            <p:grpSpPr>
              <a:xfrm>
                <a:off x="7816120" y="4902803"/>
                <a:ext cx="123062" cy="63817"/>
                <a:chOff x="7816120" y="4902803"/>
                <a:chExt cx="123062" cy="63817"/>
              </a:xfrm>
            </p:grpSpPr>
            <p:sp>
              <p:nvSpPr>
                <p:cNvPr id="10446" name="Google Shape;10446;p348"/>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47" name="Google Shape;10447;p348"/>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448" name="Google Shape;10448;p348"/>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3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10449" name="Shape 10449"/>
        <p:cNvGrpSpPr/>
        <p:nvPr/>
      </p:nvGrpSpPr>
      <p:grpSpPr>
        <a:xfrm>
          <a:off x="0" y="0"/>
          <a:ext cx="0" cy="0"/>
          <a:chOff x="0" y="0"/>
          <a:chExt cx="0" cy="0"/>
        </a:xfrm>
      </p:grpSpPr>
      <p:sp>
        <p:nvSpPr>
          <p:cNvPr id="10450" name="Google Shape;10450;p349"/>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349"/>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2" name="Google Shape;10452;p349"/>
          <p:cNvGrpSpPr/>
          <p:nvPr/>
        </p:nvGrpSpPr>
        <p:grpSpPr>
          <a:xfrm>
            <a:off x="65066" y="4373044"/>
            <a:ext cx="878158" cy="654532"/>
            <a:chOff x="1114425" y="4361211"/>
            <a:chExt cx="573023" cy="427101"/>
          </a:xfrm>
        </p:grpSpPr>
        <p:grpSp>
          <p:nvGrpSpPr>
            <p:cNvPr id="10453" name="Google Shape;10453;p349"/>
            <p:cNvGrpSpPr/>
            <p:nvPr/>
          </p:nvGrpSpPr>
          <p:grpSpPr>
            <a:xfrm>
              <a:off x="1114425" y="4361211"/>
              <a:ext cx="573023" cy="427101"/>
              <a:chOff x="1114425" y="4361211"/>
              <a:chExt cx="573023" cy="427101"/>
            </a:xfrm>
          </p:grpSpPr>
          <p:sp>
            <p:nvSpPr>
              <p:cNvPr id="10454" name="Google Shape;10454;p349"/>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55" name="Google Shape;10455;p349"/>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56" name="Google Shape;10456;p349"/>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457" name="Google Shape;10457;p349"/>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458" name="Google Shape;10458;p349"/>
          <p:cNvGrpSpPr/>
          <p:nvPr/>
        </p:nvGrpSpPr>
        <p:grpSpPr>
          <a:xfrm>
            <a:off x="8114970" y="266839"/>
            <a:ext cx="829992" cy="750888"/>
            <a:chOff x="8114596" y="445039"/>
            <a:chExt cx="633002" cy="572716"/>
          </a:xfrm>
        </p:grpSpPr>
        <p:grpSp>
          <p:nvGrpSpPr>
            <p:cNvPr id="10459" name="Google Shape;10459;p349"/>
            <p:cNvGrpSpPr/>
            <p:nvPr/>
          </p:nvGrpSpPr>
          <p:grpSpPr>
            <a:xfrm>
              <a:off x="8114596" y="445039"/>
              <a:ext cx="633002" cy="572716"/>
              <a:chOff x="7189660" y="520827"/>
              <a:chExt cx="598074" cy="541115"/>
            </a:xfrm>
          </p:grpSpPr>
          <p:sp>
            <p:nvSpPr>
              <p:cNvPr id="10460" name="Google Shape;10460;p349"/>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461" name="Google Shape;10461;p349"/>
              <p:cNvGrpSpPr/>
              <p:nvPr/>
            </p:nvGrpSpPr>
            <p:grpSpPr>
              <a:xfrm>
                <a:off x="7579137" y="551973"/>
                <a:ext cx="164782" cy="41529"/>
                <a:chOff x="7579137" y="551973"/>
                <a:chExt cx="164782" cy="41529"/>
              </a:xfrm>
            </p:grpSpPr>
            <p:sp>
              <p:nvSpPr>
                <p:cNvPr id="10462" name="Google Shape;10462;p349"/>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63" name="Google Shape;10463;p349"/>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64" name="Google Shape;10464;p349"/>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465" name="Google Shape;10465;p349"/>
            <p:cNvGrpSpPr/>
            <p:nvPr/>
          </p:nvGrpSpPr>
          <p:grpSpPr>
            <a:xfrm>
              <a:off x="8184962" y="619646"/>
              <a:ext cx="498115" cy="257273"/>
              <a:chOff x="7256144" y="685800"/>
              <a:chExt cx="470630" cy="243077"/>
            </a:xfrm>
          </p:grpSpPr>
          <p:sp>
            <p:nvSpPr>
              <p:cNvPr id="10466" name="Google Shape;10466;p349"/>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467" name="Google Shape;10467;p349"/>
              <p:cNvGrpSpPr/>
              <p:nvPr/>
            </p:nvGrpSpPr>
            <p:grpSpPr>
              <a:xfrm>
                <a:off x="7512843" y="685800"/>
                <a:ext cx="213931" cy="243077"/>
                <a:chOff x="7512843" y="685800"/>
                <a:chExt cx="213931" cy="243077"/>
              </a:xfrm>
            </p:grpSpPr>
            <p:grpSp>
              <p:nvGrpSpPr>
                <p:cNvPr id="10468" name="Google Shape;10468;p349"/>
                <p:cNvGrpSpPr/>
                <p:nvPr/>
              </p:nvGrpSpPr>
              <p:grpSpPr>
                <a:xfrm>
                  <a:off x="7512843" y="836580"/>
                  <a:ext cx="213931" cy="92297"/>
                  <a:chOff x="7512843" y="836580"/>
                  <a:chExt cx="213931" cy="92297"/>
                </a:xfrm>
              </p:grpSpPr>
              <p:sp>
                <p:nvSpPr>
                  <p:cNvPr id="10469" name="Google Shape;10469;p349"/>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70" name="Google Shape;10470;p349"/>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471" name="Google Shape;10471;p349"/>
                <p:cNvGrpSpPr/>
                <p:nvPr/>
              </p:nvGrpSpPr>
              <p:grpSpPr>
                <a:xfrm>
                  <a:off x="7512843" y="761238"/>
                  <a:ext cx="213931" cy="92296"/>
                  <a:chOff x="7512843" y="761238"/>
                  <a:chExt cx="213931" cy="92296"/>
                </a:xfrm>
              </p:grpSpPr>
              <p:sp>
                <p:nvSpPr>
                  <p:cNvPr id="10472" name="Google Shape;10472;p349"/>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73" name="Google Shape;10473;p349"/>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474" name="Google Shape;10474;p349"/>
                <p:cNvGrpSpPr/>
                <p:nvPr/>
              </p:nvGrpSpPr>
              <p:grpSpPr>
                <a:xfrm>
                  <a:off x="7512843" y="685800"/>
                  <a:ext cx="213931" cy="92297"/>
                  <a:chOff x="7512843" y="685800"/>
                  <a:chExt cx="213931" cy="92297"/>
                </a:xfrm>
              </p:grpSpPr>
              <p:sp>
                <p:nvSpPr>
                  <p:cNvPr id="10475" name="Google Shape;10475;p349"/>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76" name="Google Shape;10476;p349"/>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3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10480" name="Shape 10480"/>
        <p:cNvGrpSpPr/>
        <p:nvPr/>
      </p:nvGrpSpPr>
      <p:grpSpPr>
        <a:xfrm>
          <a:off x="0" y="0"/>
          <a:ext cx="0" cy="0"/>
          <a:chOff x="0" y="0"/>
          <a:chExt cx="0" cy="0"/>
        </a:xfrm>
      </p:grpSpPr>
      <p:sp>
        <p:nvSpPr>
          <p:cNvPr id="10481" name="Google Shape;10481;p351"/>
          <p:cNvSpPr txBox="1"/>
          <p:nvPr>
            <p:ph type="ctrTitle"/>
          </p:nvPr>
        </p:nvSpPr>
        <p:spPr>
          <a:xfrm>
            <a:off x="713225" y="1144500"/>
            <a:ext cx="4112100" cy="23787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5000">
                <a:latin typeface="Epilogue"/>
                <a:ea typeface="Epilogue"/>
                <a:cs typeface="Epilogue"/>
                <a:sym typeface="Epilogu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482" name="Google Shape;10482;p351"/>
          <p:cNvSpPr txBox="1"/>
          <p:nvPr>
            <p:ph idx="1" type="subTitle"/>
          </p:nvPr>
        </p:nvSpPr>
        <p:spPr>
          <a:xfrm>
            <a:off x="713225" y="3523200"/>
            <a:ext cx="41121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latin typeface="Lato"/>
                <a:ea typeface="Lato"/>
                <a:cs typeface="Lato"/>
                <a:sym typeface="La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0483" name="Google Shape;10483;p351"/>
          <p:cNvSpPr/>
          <p:nvPr/>
        </p:nvSpPr>
        <p:spPr>
          <a:xfrm rot="10800000">
            <a:off x="-1604593" y="-845132"/>
            <a:ext cx="3281418" cy="21328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351"/>
          <p:cNvSpPr/>
          <p:nvPr/>
        </p:nvSpPr>
        <p:spPr>
          <a:xfrm flipH="1" rot="-9899992">
            <a:off x="-1515196" y="4121356"/>
            <a:ext cx="3953580" cy="192177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0485" name="Shape 10485"/>
        <p:cNvGrpSpPr/>
        <p:nvPr/>
      </p:nvGrpSpPr>
      <p:grpSpPr>
        <a:xfrm>
          <a:off x="0" y="0"/>
          <a:ext cx="0" cy="0"/>
          <a:chOff x="0" y="0"/>
          <a:chExt cx="0" cy="0"/>
        </a:xfrm>
      </p:grpSpPr>
      <p:sp>
        <p:nvSpPr>
          <p:cNvPr id="10486" name="Google Shape;10486;p352"/>
          <p:cNvSpPr txBox="1"/>
          <p:nvPr>
            <p:ph type="title"/>
          </p:nvPr>
        </p:nvSpPr>
        <p:spPr>
          <a:xfrm>
            <a:off x="4047175" y="2571975"/>
            <a:ext cx="43836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0487" name="Google Shape;10487;p352"/>
          <p:cNvSpPr txBox="1"/>
          <p:nvPr>
            <p:ph hasCustomPrompt="1" idx="2" type="title"/>
          </p:nvPr>
        </p:nvSpPr>
        <p:spPr>
          <a:xfrm>
            <a:off x="4047175" y="1321975"/>
            <a:ext cx="1235700" cy="841800"/>
          </a:xfrm>
          <a:prstGeom prst="rect">
            <a:avLst/>
          </a:prstGeom>
          <a:noFill/>
        </p:spPr>
        <p:txBody>
          <a:bodyPr anchorCtr="0" anchor="b"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0488" name="Google Shape;10488;p352"/>
          <p:cNvSpPr/>
          <p:nvPr>
            <p:ph idx="3" type="pic"/>
          </p:nvPr>
        </p:nvSpPr>
        <p:spPr>
          <a:xfrm>
            <a:off x="484625" y="1076550"/>
            <a:ext cx="2990400" cy="2990400"/>
          </a:xfrm>
          <a:prstGeom prst="roundRect">
            <a:avLst>
              <a:gd fmla="val 16667" name="adj"/>
            </a:avLst>
          </a:prstGeom>
          <a:noFill/>
          <a:ln>
            <a:noFill/>
          </a:ln>
        </p:spPr>
      </p:sp>
      <p:sp>
        <p:nvSpPr>
          <p:cNvPr id="10489" name="Google Shape;10489;p352"/>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352"/>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352"/>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0492" name="Shape 10492"/>
        <p:cNvGrpSpPr/>
        <p:nvPr/>
      </p:nvGrpSpPr>
      <p:grpSpPr>
        <a:xfrm>
          <a:off x="0" y="0"/>
          <a:ext cx="0" cy="0"/>
          <a:chOff x="0" y="0"/>
          <a:chExt cx="0" cy="0"/>
        </a:xfrm>
      </p:grpSpPr>
      <p:sp>
        <p:nvSpPr>
          <p:cNvPr id="10493" name="Google Shape;10493;p3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494" name="Google Shape;10494;p353"/>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10495" name="Google Shape;10495;p353"/>
          <p:cNvSpPr/>
          <p:nvPr/>
        </p:nvSpPr>
        <p:spPr>
          <a:xfrm flipH="1" rot="-4014673">
            <a:off x="-1798429" y="-1029372"/>
            <a:ext cx="3158476" cy="250963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353"/>
          <p:cNvSpPr/>
          <p:nvPr/>
        </p:nvSpPr>
        <p:spPr>
          <a:xfrm flipH="1">
            <a:off x="8355841" y="2667287"/>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497" name="Google Shape;10497;p353"/>
          <p:cNvGrpSpPr/>
          <p:nvPr/>
        </p:nvGrpSpPr>
        <p:grpSpPr>
          <a:xfrm flipH="1">
            <a:off x="8380540" y="1729933"/>
            <a:ext cx="668783" cy="959747"/>
            <a:chOff x="10519314" y="4728596"/>
            <a:chExt cx="751780" cy="1078731"/>
          </a:xfrm>
        </p:grpSpPr>
        <p:grpSp>
          <p:nvGrpSpPr>
            <p:cNvPr id="10498" name="Google Shape;10498;p353"/>
            <p:cNvGrpSpPr/>
            <p:nvPr/>
          </p:nvGrpSpPr>
          <p:grpSpPr>
            <a:xfrm>
              <a:off x="10519314" y="4728596"/>
              <a:ext cx="626662" cy="1078731"/>
              <a:chOff x="10519314" y="4728596"/>
              <a:chExt cx="626662" cy="1078731"/>
            </a:xfrm>
          </p:grpSpPr>
          <p:grpSp>
            <p:nvGrpSpPr>
              <p:cNvPr id="10499" name="Google Shape;10499;p353"/>
              <p:cNvGrpSpPr/>
              <p:nvPr/>
            </p:nvGrpSpPr>
            <p:grpSpPr>
              <a:xfrm>
                <a:off x="10903220" y="4888205"/>
                <a:ext cx="242756" cy="919122"/>
                <a:chOff x="10903220" y="4888205"/>
                <a:chExt cx="242756" cy="919122"/>
              </a:xfrm>
            </p:grpSpPr>
            <p:sp>
              <p:nvSpPr>
                <p:cNvPr id="10500" name="Google Shape;10500;p353"/>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01" name="Google Shape;10501;p353"/>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02" name="Google Shape;10502;p353"/>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503" name="Google Shape;10503;p353"/>
                <p:cNvGrpSpPr/>
                <p:nvPr/>
              </p:nvGrpSpPr>
              <p:grpSpPr>
                <a:xfrm>
                  <a:off x="11014221" y="5588618"/>
                  <a:ext cx="100021" cy="114784"/>
                  <a:chOff x="11014221" y="5588618"/>
                  <a:chExt cx="100021" cy="114784"/>
                </a:xfrm>
              </p:grpSpPr>
              <p:sp>
                <p:nvSpPr>
                  <p:cNvPr id="10504" name="Google Shape;10504;p353"/>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05" name="Google Shape;10505;p353"/>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06" name="Google Shape;10506;p353"/>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07" name="Google Shape;10507;p353"/>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508" name="Google Shape;10508;p353"/>
              <p:cNvGrpSpPr/>
              <p:nvPr/>
            </p:nvGrpSpPr>
            <p:grpSpPr>
              <a:xfrm>
                <a:off x="10718623" y="4728596"/>
                <a:ext cx="229169" cy="1075979"/>
                <a:chOff x="10718623" y="4728596"/>
                <a:chExt cx="229169" cy="1075979"/>
              </a:xfrm>
            </p:grpSpPr>
            <p:sp>
              <p:nvSpPr>
                <p:cNvPr id="10509" name="Google Shape;10509;p353"/>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10" name="Google Shape;10510;p353"/>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511" name="Google Shape;10511;p353"/>
                <p:cNvGrpSpPr/>
                <p:nvPr/>
              </p:nvGrpSpPr>
              <p:grpSpPr>
                <a:xfrm>
                  <a:off x="10765015" y="5040134"/>
                  <a:ext cx="116314" cy="49775"/>
                  <a:chOff x="10765015" y="5040134"/>
                  <a:chExt cx="116314" cy="49775"/>
                </a:xfrm>
              </p:grpSpPr>
              <p:sp>
                <p:nvSpPr>
                  <p:cNvPr id="10512" name="Google Shape;10512;p353"/>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13" name="Google Shape;10513;p353"/>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514" name="Google Shape;10514;p353"/>
                <p:cNvGrpSpPr/>
                <p:nvPr/>
              </p:nvGrpSpPr>
              <p:grpSpPr>
                <a:xfrm>
                  <a:off x="10784825" y="5436314"/>
                  <a:ext cx="116414" cy="49961"/>
                  <a:chOff x="10784825" y="5436314"/>
                  <a:chExt cx="116414" cy="49961"/>
                </a:xfrm>
              </p:grpSpPr>
              <p:sp>
                <p:nvSpPr>
                  <p:cNvPr id="10515" name="Google Shape;10515;p353"/>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16" name="Google Shape;10516;p353"/>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517" name="Google Shape;10517;p353"/>
              <p:cNvGrpSpPr/>
              <p:nvPr/>
            </p:nvGrpSpPr>
            <p:grpSpPr>
              <a:xfrm>
                <a:off x="10519314" y="4813458"/>
                <a:ext cx="202120" cy="992123"/>
                <a:chOff x="10519314" y="4813458"/>
                <a:chExt cx="202120" cy="992123"/>
              </a:xfrm>
            </p:grpSpPr>
            <p:sp>
              <p:nvSpPr>
                <p:cNvPr id="10518" name="Google Shape;10518;p353"/>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19" name="Google Shape;10519;p353"/>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520" name="Google Shape;10520;p353"/>
                <p:cNvGrpSpPr/>
                <p:nvPr/>
              </p:nvGrpSpPr>
              <p:grpSpPr>
                <a:xfrm>
                  <a:off x="10556176" y="5465730"/>
                  <a:ext cx="128397" cy="44196"/>
                  <a:chOff x="10556176" y="5465730"/>
                  <a:chExt cx="128397" cy="44196"/>
                </a:xfrm>
              </p:grpSpPr>
              <p:sp>
                <p:nvSpPr>
                  <p:cNvPr id="10521" name="Google Shape;10521;p353"/>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22" name="Google Shape;10522;p353"/>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523" name="Google Shape;10523;p353"/>
                <p:cNvGrpSpPr/>
                <p:nvPr/>
              </p:nvGrpSpPr>
              <p:grpSpPr>
                <a:xfrm>
                  <a:off x="10556176" y="5689187"/>
                  <a:ext cx="128397" cy="44196"/>
                  <a:chOff x="10556176" y="5689187"/>
                  <a:chExt cx="128397" cy="44196"/>
                </a:xfrm>
              </p:grpSpPr>
              <p:sp>
                <p:nvSpPr>
                  <p:cNvPr id="10524" name="Google Shape;10524;p353"/>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25" name="Google Shape;10525;p353"/>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0526" name="Google Shape;10526;p353"/>
            <p:cNvGrpSpPr/>
            <p:nvPr/>
          </p:nvGrpSpPr>
          <p:grpSpPr>
            <a:xfrm>
              <a:off x="11058042" y="5088325"/>
              <a:ext cx="213052" cy="717953"/>
              <a:chOff x="11058042" y="5088325"/>
              <a:chExt cx="213052" cy="717953"/>
            </a:xfrm>
          </p:grpSpPr>
          <p:sp>
            <p:nvSpPr>
              <p:cNvPr id="10527" name="Google Shape;10527;p353"/>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28" name="Google Shape;10528;p353"/>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529" name="Google Shape;10529;p353"/>
          <p:cNvGrpSpPr/>
          <p:nvPr/>
        </p:nvGrpSpPr>
        <p:grpSpPr>
          <a:xfrm flipH="1">
            <a:off x="8485925" y="662239"/>
            <a:ext cx="516117" cy="779220"/>
            <a:chOff x="10572463" y="3528536"/>
            <a:chExt cx="580168" cy="875823"/>
          </a:xfrm>
        </p:grpSpPr>
        <p:grpSp>
          <p:nvGrpSpPr>
            <p:cNvPr id="10530" name="Google Shape;10530;p353"/>
            <p:cNvGrpSpPr/>
            <p:nvPr/>
          </p:nvGrpSpPr>
          <p:grpSpPr>
            <a:xfrm>
              <a:off x="10713815" y="3528536"/>
              <a:ext cx="438816" cy="746664"/>
              <a:chOff x="10713815" y="3528536"/>
              <a:chExt cx="438816" cy="746664"/>
            </a:xfrm>
          </p:grpSpPr>
          <p:sp>
            <p:nvSpPr>
              <p:cNvPr id="10531" name="Google Shape;10531;p353"/>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532" name="Google Shape;10532;p353"/>
              <p:cNvGrpSpPr/>
              <p:nvPr/>
            </p:nvGrpSpPr>
            <p:grpSpPr>
              <a:xfrm>
                <a:off x="10776489" y="3625310"/>
                <a:ext cx="313848" cy="288226"/>
                <a:chOff x="10776489" y="3625310"/>
                <a:chExt cx="313848" cy="288226"/>
              </a:xfrm>
            </p:grpSpPr>
            <p:sp>
              <p:nvSpPr>
                <p:cNvPr id="10533" name="Google Shape;10533;p353"/>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34" name="Google Shape;10534;p353"/>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35" name="Google Shape;10535;p353"/>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36" name="Google Shape;10536;p353"/>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37" name="Google Shape;10537;p353"/>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38" name="Google Shape;10538;p353"/>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539" name="Google Shape;10539;p353"/>
              <p:cNvGrpSpPr/>
              <p:nvPr/>
            </p:nvGrpSpPr>
            <p:grpSpPr>
              <a:xfrm>
                <a:off x="10776489" y="3999547"/>
                <a:ext cx="313848" cy="181546"/>
                <a:chOff x="10776489" y="3999547"/>
                <a:chExt cx="313848" cy="181546"/>
              </a:xfrm>
            </p:grpSpPr>
            <p:sp>
              <p:nvSpPr>
                <p:cNvPr id="10540" name="Google Shape;10540;p353"/>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41" name="Google Shape;10541;p353"/>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42" name="Google Shape;10542;p353"/>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43" name="Google Shape;10543;p353"/>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544" name="Google Shape;10544;p353"/>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545" name="Google Shape;10545;p353"/>
            <p:cNvGrpSpPr/>
            <p:nvPr/>
          </p:nvGrpSpPr>
          <p:grpSpPr>
            <a:xfrm>
              <a:off x="10572463" y="3657790"/>
              <a:ext cx="438817" cy="746569"/>
              <a:chOff x="10572463" y="3657790"/>
              <a:chExt cx="438817" cy="746569"/>
            </a:xfrm>
          </p:grpSpPr>
          <p:sp>
            <p:nvSpPr>
              <p:cNvPr id="10546" name="Google Shape;10546;p353"/>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547" name="Google Shape;10547;p353"/>
              <p:cNvGrpSpPr/>
              <p:nvPr/>
            </p:nvGrpSpPr>
            <p:grpSpPr>
              <a:xfrm>
                <a:off x="10635138" y="3754469"/>
                <a:ext cx="313848" cy="288321"/>
                <a:chOff x="10635138" y="3754469"/>
                <a:chExt cx="313848" cy="288321"/>
              </a:xfrm>
            </p:grpSpPr>
            <p:sp>
              <p:nvSpPr>
                <p:cNvPr id="10548" name="Google Shape;10548;p353"/>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49" name="Google Shape;10549;p353"/>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50" name="Google Shape;10550;p353"/>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51" name="Google Shape;10551;p353"/>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52" name="Google Shape;10552;p353"/>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53" name="Google Shape;10553;p353"/>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554" name="Google Shape;10554;p353"/>
              <p:cNvGrpSpPr/>
              <p:nvPr/>
            </p:nvGrpSpPr>
            <p:grpSpPr>
              <a:xfrm>
                <a:off x="10635138" y="4128801"/>
                <a:ext cx="313848" cy="181547"/>
                <a:chOff x="10635138" y="4128801"/>
                <a:chExt cx="313848" cy="181547"/>
              </a:xfrm>
            </p:grpSpPr>
            <p:sp>
              <p:nvSpPr>
                <p:cNvPr id="10555" name="Google Shape;10555;p353"/>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56" name="Google Shape;10556;p353"/>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57" name="Google Shape;10557;p353"/>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58" name="Google Shape;10558;p353"/>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559" name="Google Shape;10559;p353"/>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560" name="Google Shape;10560;p353"/>
          <p:cNvGrpSpPr/>
          <p:nvPr/>
        </p:nvGrpSpPr>
        <p:grpSpPr>
          <a:xfrm flipH="1">
            <a:off x="8768853" y="1439765"/>
            <a:ext cx="22030" cy="294484"/>
            <a:chOff x="10809827" y="4402455"/>
            <a:chExt cx="24764" cy="330993"/>
          </a:xfrm>
        </p:grpSpPr>
        <p:sp>
          <p:nvSpPr>
            <p:cNvPr id="10561" name="Google Shape;10561;p353"/>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62" name="Google Shape;10562;p353"/>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63" name="Google Shape;10563;p353"/>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564" name="Google Shape;10564;p353"/>
          <p:cNvSpPr/>
          <p:nvPr/>
        </p:nvSpPr>
        <p:spPr>
          <a:xfrm flipH="1" rot="8662747">
            <a:off x="7370974" y="4168319"/>
            <a:ext cx="2746019" cy="19216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5" name="Google Shape;10565;p353"/>
          <p:cNvGrpSpPr/>
          <p:nvPr/>
        </p:nvGrpSpPr>
        <p:grpSpPr>
          <a:xfrm flipH="1">
            <a:off x="122956" y="4228558"/>
            <a:ext cx="829992" cy="750888"/>
            <a:chOff x="8114596" y="445039"/>
            <a:chExt cx="633002" cy="572716"/>
          </a:xfrm>
        </p:grpSpPr>
        <p:grpSp>
          <p:nvGrpSpPr>
            <p:cNvPr id="10566" name="Google Shape;10566;p353"/>
            <p:cNvGrpSpPr/>
            <p:nvPr/>
          </p:nvGrpSpPr>
          <p:grpSpPr>
            <a:xfrm>
              <a:off x="8114596" y="445039"/>
              <a:ext cx="633002" cy="572716"/>
              <a:chOff x="7189660" y="520827"/>
              <a:chExt cx="598074" cy="541115"/>
            </a:xfrm>
          </p:grpSpPr>
          <p:sp>
            <p:nvSpPr>
              <p:cNvPr id="10567" name="Google Shape;10567;p353"/>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568" name="Google Shape;10568;p353"/>
              <p:cNvGrpSpPr/>
              <p:nvPr/>
            </p:nvGrpSpPr>
            <p:grpSpPr>
              <a:xfrm>
                <a:off x="7579137" y="551973"/>
                <a:ext cx="164782" cy="41529"/>
                <a:chOff x="7579137" y="551973"/>
                <a:chExt cx="164782" cy="41529"/>
              </a:xfrm>
            </p:grpSpPr>
            <p:sp>
              <p:nvSpPr>
                <p:cNvPr id="10569" name="Google Shape;10569;p353"/>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70" name="Google Shape;10570;p353"/>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71" name="Google Shape;10571;p353"/>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572" name="Google Shape;10572;p353"/>
            <p:cNvGrpSpPr/>
            <p:nvPr/>
          </p:nvGrpSpPr>
          <p:grpSpPr>
            <a:xfrm>
              <a:off x="8184962" y="619646"/>
              <a:ext cx="498115" cy="257273"/>
              <a:chOff x="7256144" y="685800"/>
              <a:chExt cx="470630" cy="243077"/>
            </a:xfrm>
          </p:grpSpPr>
          <p:sp>
            <p:nvSpPr>
              <p:cNvPr id="10573" name="Google Shape;10573;p353"/>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574" name="Google Shape;10574;p353"/>
              <p:cNvGrpSpPr/>
              <p:nvPr/>
            </p:nvGrpSpPr>
            <p:grpSpPr>
              <a:xfrm>
                <a:off x="7512843" y="685800"/>
                <a:ext cx="213931" cy="243077"/>
                <a:chOff x="7512843" y="685800"/>
                <a:chExt cx="213931" cy="243077"/>
              </a:xfrm>
            </p:grpSpPr>
            <p:grpSp>
              <p:nvGrpSpPr>
                <p:cNvPr id="10575" name="Google Shape;10575;p353"/>
                <p:cNvGrpSpPr/>
                <p:nvPr/>
              </p:nvGrpSpPr>
              <p:grpSpPr>
                <a:xfrm>
                  <a:off x="7512843" y="836580"/>
                  <a:ext cx="213931" cy="92297"/>
                  <a:chOff x="7512843" y="836580"/>
                  <a:chExt cx="213931" cy="92297"/>
                </a:xfrm>
              </p:grpSpPr>
              <p:sp>
                <p:nvSpPr>
                  <p:cNvPr id="10576" name="Google Shape;10576;p353"/>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77" name="Google Shape;10577;p353"/>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578" name="Google Shape;10578;p353"/>
                <p:cNvGrpSpPr/>
                <p:nvPr/>
              </p:nvGrpSpPr>
              <p:grpSpPr>
                <a:xfrm>
                  <a:off x="7512843" y="761238"/>
                  <a:ext cx="213931" cy="92296"/>
                  <a:chOff x="7512843" y="761238"/>
                  <a:chExt cx="213931" cy="92296"/>
                </a:xfrm>
              </p:grpSpPr>
              <p:sp>
                <p:nvSpPr>
                  <p:cNvPr id="10579" name="Google Shape;10579;p353"/>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80" name="Google Shape;10580;p353"/>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581" name="Google Shape;10581;p353"/>
                <p:cNvGrpSpPr/>
                <p:nvPr/>
              </p:nvGrpSpPr>
              <p:grpSpPr>
                <a:xfrm>
                  <a:off x="7512843" y="685800"/>
                  <a:ext cx="213931" cy="92297"/>
                  <a:chOff x="7512843" y="685800"/>
                  <a:chExt cx="213931" cy="92297"/>
                </a:xfrm>
              </p:grpSpPr>
              <p:sp>
                <p:nvSpPr>
                  <p:cNvPr id="10582" name="Google Shape;10582;p353"/>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83" name="Google Shape;10583;p353"/>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3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0584" name="Shape 10584"/>
        <p:cNvGrpSpPr/>
        <p:nvPr/>
      </p:nvGrpSpPr>
      <p:grpSpPr>
        <a:xfrm>
          <a:off x="0" y="0"/>
          <a:ext cx="0" cy="0"/>
          <a:chOff x="0" y="0"/>
          <a:chExt cx="0" cy="0"/>
        </a:xfrm>
      </p:grpSpPr>
      <p:sp>
        <p:nvSpPr>
          <p:cNvPr id="10585" name="Google Shape;10585;p3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586" name="Google Shape;10586;p354"/>
          <p:cNvSpPr txBox="1"/>
          <p:nvPr>
            <p:ph idx="1" type="subTitle"/>
          </p:nvPr>
        </p:nvSpPr>
        <p:spPr>
          <a:xfrm>
            <a:off x="4679150"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587" name="Google Shape;10587;p354"/>
          <p:cNvSpPr txBox="1"/>
          <p:nvPr>
            <p:ph idx="2" type="subTitle"/>
          </p:nvPr>
        </p:nvSpPr>
        <p:spPr>
          <a:xfrm>
            <a:off x="1080525" y="2453574"/>
            <a:ext cx="3384300" cy="11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588" name="Google Shape;10588;p354"/>
          <p:cNvSpPr txBox="1"/>
          <p:nvPr>
            <p:ph idx="3" type="subTitle"/>
          </p:nvPr>
        </p:nvSpPr>
        <p:spPr>
          <a:xfrm>
            <a:off x="1080536"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589" name="Google Shape;10589;p354"/>
          <p:cNvSpPr txBox="1"/>
          <p:nvPr>
            <p:ph idx="4" type="subTitle"/>
          </p:nvPr>
        </p:nvSpPr>
        <p:spPr>
          <a:xfrm>
            <a:off x="4679164" y="1817200"/>
            <a:ext cx="3384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590" name="Google Shape;10590;p354"/>
          <p:cNvSpPr/>
          <p:nvPr/>
        </p:nvSpPr>
        <p:spPr>
          <a:xfrm rot="5551952">
            <a:off x="-721531" y="4084618"/>
            <a:ext cx="2053998" cy="17652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354"/>
          <p:cNvSpPr/>
          <p:nvPr/>
        </p:nvSpPr>
        <p:spPr>
          <a:xfrm rot="-460685">
            <a:off x="-850641" y="-888875"/>
            <a:ext cx="2082611" cy="168399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354"/>
          <p:cNvSpPr/>
          <p:nvPr/>
        </p:nvSpPr>
        <p:spPr>
          <a:xfrm rot="3259731">
            <a:off x="7063135" y="-804478"/>
            <a:ext cx="3168421" cy="25619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0593" name="Shape 10593"/>
        <p:cNvGrpSpPr/>
        <p:nvPr/>
      </p:nvGrpSpPr>
      <p:grpSpPr>
        <a:xfrm>
          <a:off x="0" y="0"/>
          <a:ext cx="0" cy="0"/>
          <a:chOff x="0" y="0"/>
          <a:chExt cx="0" cy="0"/>
        </a:xfrm>
      </p:grpSpPr>
      <p:sp>
        <p:nvSpPr>
          <p:cNvPr id="10594" name="Google Shape;10594;p3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595" name="Google Shape;10595;p355"/>
          <p:cNvSpPr/>
          <p:nvPr/>
        </p:nvSpPr>
        <p:spPr>
          <a:xfrm rot="-9076707">
            <a:off x="85462" y="-755109"/>
            <a:ext cx="1683799" cy="1313891"/>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6" name="Google Shape;10596;p355"/>
          <p:cNvGrpSpPr/>
          <p:nvPr/>
        </p:nvGrpSpPr>
        <p:grpSpPr>
          <a:xfrm>
            <a:off x="6779278" y="192982"/>
            <a:ext cx="2107998" cy="297419"/>
            <a:chOff x="6108096" y="3265836"/>
            <a:chExt cx="1633727" cy="230504"/>
          </a:xfrm>
        </p:grpSpPr>
        <p:sp>
          <p:nvSpPr>
            <p:cNvPr id="10597" name="Google Shape;10597;p355"/>
            <p:cNvSpPr/>
            <p:nvPr/>
          </p:nvSpPr>
          <p:spPr>
            <a:xfrm>
              <a:off x="6108096" y="3265836"/>
              <a:ext cx="1633727" cy="230504"/>
            </a:xfrm>
            <a:custGeom>
              <a:rect b="b" l="l" r="r" t="t"/>
              <a:pathLst>
                <a:path extrusionOk="0" h="230504" w="1633727">
                  <a:moveTo>
                    <a:pt x="1518476" y="0"/>
                  </a:moveTo>
                  <a:cubicBezTo>
                    <a:pt x="1582128" y="0"/>
                    <a:pt x="1633728" y="51600"/>
                    <a:pt x="1633728" y="115253"/>
                  </a:cubicBezTo>
                  <a:lnTo>
                    <a:pt x="1633728" y="115253"/>
                  </a:lnTo>
                  <a:cubicBezTo>
                    <a:pt x="1633728" y="178905"/>
                    <a:pt x="1582128" y="230505"/>
                    <a:pt x="1518476" y="230505"/>
                  </a:cubicBezTo>
                  <a:lnTo>
                    <a:pt x="115252" y="230505"/>
                  </a:lnTo>
                  <a:cubicBezTo>
                    <a:pt x="51601" y="230505"/>
                    <a:pt x="0" y="178905"/>
                    <a:pt x="0" y="115253"/>
                  </a:cubicBezTo>
                  <a:lnTo>
                    <a:pt x="0" y="115253"/>
                  </a:lnTo>
                  <a:cubicBezTo>
                    <a:pt x="0" y="51600"/>
                    <a:pt x="51601" y="0"/>
                    <a:pt x="115252"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98" name="Google Shape;10598;p355"/>
            <p:cNvSpPr/>
            <p:nvPr/>
          </p:nvSpPr>
          <p:spPr>
            <a:xfrm>
              <a:off x="7528381" y="3292292"/>
              <a:ext cx="166485" cy="165854"/>
            </a:xfrm>
            <a:custGeom>
              <a:rect b="b" l="l" r="r" t="t"/>
              <a:pathLst>
                <a:path extrusionOk="0" h="165854" w="166485">
                  <a:moveTo>
                    <a:pt x="161532" y="137469"/>
                  </a:moveTo>
                  <a:lnTo>
                    <a:pt x="120003" y="95941"/>
                  </a:lnTo>
                  <a:lnTo>
                    <a:pt x="113336" y="102608"/>
                  </a:lnTo>
                  <a:lnTo>
                    <a:pt x="105811" y="95083"/>
                  </a:lnTo>
                  <a:cubicBezTo>
                    <a:pt x="123622" y="71842"/>
                    <a:pt x="122194" y="38600"/>
                    <a:pt x="100953" y="17359"/>
                  </a:cubicBezTo>
                  <a:cubicBezTo>
                    <a:pt x="77807" y="-5786"/>
                    <a:pt x="40374" y="-5786"/>
                    <a:pt x="17324" y="17359"/>
                  </a:cubicBezTo>
                  <a:cubicBezTo>
                    <a:pt x="-5727" y="40505"/>
                    <a:pt x="-5822" y="77938"/>
                    <a:pt x="17324" y="100989"/>
                  </a:cubicBezTo>
                  <a:cubicBezTo>
                    <a:pt x="38850" y="122515"/>
                    <a:pt x="72568" y="123754"/>
                    <a:pt x="95809" y="105275"/>
                  </a:cubicBezTo>
                  <a:lnTo>
                    <a:pt x="103334" y="112800"/>
                  </a:lnTo>
                  <a:lnTo>
                    <a:pt x="96667" y="119467"/>
                  </a:lnTo>
                  <a:lnTo>
                    <a:pt x="138196" y="160996"/>
                  </a:lnTo>
                  <a:cubicBezTo>
                    <a:pt x="144673" y="167473"/>
                    <a:pt x="155150" y="167473"/>
                    <a:pt x="161627" y="160996"/>
                  </a:cubicBezTo>
                  <a:lnTo>
                    <a:pt x="161627" y="160996"/>
                  </a:lnTo>
                  <a:cubicBezTo>
                    <a:pt x="168104" y="154519"/>
                    <a:pt x="168104" y="144042"/>
                    <a:pt x="161627" y="137565"/>
                  </a:cubicBezTo>
                  <a:close/>
                  <a:moveTo>
                    <a:pt x="59138" y="102513"/>
                  </a:moveTo>
                  <a:cubicBezTo>
                    <a:pt x="54471" y="102513"/>
                    <a:pt x="49899" y="101751"/>
                    <a:pt x="45612" y="100417"/>
                  </a:cubicBezTo>
                  <a:cubicBezTo>
                    <a:pt x="33611" y="96512"/>
                    <a:pt x="23896" y="87463"/>
                    <a:pt x="19133" y="75938"/>
                  </a:cubicBezTo>
                  <a:cubicBezTo>
                    <a:pt x="16942" y="70794"/>
                    <a:pt x="15799" y="65175"/>
                    <a:pt x="15799" y="59269"/>
                  </a:cubicBezTo>
                  <a:cubicBezTo>
                    <a:pt x="15799" y="35361"/>
                    <a:pt x="35231" y="15931"/>
                    <a:pt x="59138" y="15931"/>
                  </a:cubicBezTo>
                  <a:cubicBezTo>
                    <a:pt x="65044" y="15931"/>
                    <a:pt x="70663" y="17074"/>
                    <a:pt x="75807" y="19264"/>
                  </a:cubicBezTo>
                  <a:cubicBezTo>
                    <a:pt x="87332" y="24122"/>
                    <a:pt x="96381" y="33742"/>
                    <a:pt x="100286" y="45744"/>
                  </a:cubicBezTo>
                  <a:cubicBezTo>
                    <a:pt x="101715" y="50030"/>
                    <a:pt x="102382" y="54507"/>
                    <a:pt x="102382" y="59269"/>
                  </a:cubicBezTo>
                  <a:cubicBezTo>
                    <a:pt x="102382" y="83177"/>
                    <a:pt x="83046" y="102513"/>
                    <a:pt x="59138" y="1025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99" name="Google Shape;10599;p355"/>
            <p:cNvSpPr/>
            <p:nvPr/>
          </p:nvSpPr>
          <p:spPr>
            <a:xfrm>
              <a:off x="7475124" y="3290220"/>
              <a:ext cx="7620" cy="174307"/>
            </a:xfrm>
            <a:custGeom>
              <a:rect b="b" l="l" r="r" t="t"/>
              <a:pathLst>
                <a:path extrusionOk="0" h="174307" w="7620">
                  <a:moveTo>
                    <a:pt x="3810" y="174308"/>
                  </a:moveTo>
                  <a:lnTo>
                    <a:pt x="3810" y="174308"/>
                  </a:lnTo>
                  <a:cubicBezTo>
                    <a:pt x="1714" y="174308"/>
                    <a:pt x="0" y="172593"/>
                    <a:pt x="0" y="170497"/>
                  </a:cubicBezTo>
                  <a:lnTo>
                    <a:pt x="0" y="3810"/>
                  </a:lnTo>
                  <a:cubicBezTo>
                    <a:pt x="0" y="1714"/>
                    <a:pt x="1714" y="0"/>
                    <a:pt x="3810" y="0"/>
                  </a:cubicBezTo>
                  <a:lnTo>
                    <a:pt x="3810" y="0"/>
                  </a:lnTo>
                  <a:cubicBezTo>
                    <a:pt x="5905" y="0"/>
                    <a:pt x="7620" y="1714"/>
                    <a:pt x="7620" y="3810"/>
                  </a:cubicBezTo>
                  <a:lnTo>
                    <a:pt x="7620" y="170497"/>
                  </a:lnTo>
                  <a:cubicBezTo>
                    <a:pt x="7620" y="172593"/>
                    <a:pt x="5905" y="174308"/>
                    <a:pt x="3810" y="17430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600" name="Google Shape;10600;p355"/>
          <p:cNvSpPr/>
          <p:nvPr/>
        </p:nvSpPr>
        <p:spPr>
          <a:xfrm flipH="1" rot="532502">
            <a:off x="-514115" y="4385276"/>
            <a:ext cx="1514959" cy="122499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1" name="Google Shape;10601;p355"/>
          <p:cNvGrpSpPr/>
          <p:nvPr/>
        </p:nvGrpSpPr>
        <p:grpSpPr>
          <a:xfrm>
            <a:off x="-148774" y="4544215"/>
            <a:ext cx="784225" cy="584398"/>
            <a:chOff x="1914620" y="1930431"/>
            <a:chExt cx="572929" cy="426911"/>
          </a:xfrm>
        </p:grpSpPr>
        <p:grpSp>
          <p:nvGrpSpPr>
            <p:cNvPr id="10602" name="Google Shape;10602;p355"/>
            <p:cNvGrpSpPr/>
            <p:nvPr/>
          </p:nvGrpSpPr>
          <p:grpSpPr>
            <a:xfrm>
              <a:off x="1914620" y="1930431"/>
              <a:ext cx="572929" cy="426911"/>
              <a:chOff x="1914620" y="1930431"/>
              <a:chExt cx="572929" cy="426911"/>
            </a:xfrm>
          </p:grpSpPr>
          <p:sp>
            <p:nvSpPr>
              <p:cNvPr id="10603" name="Google Shape;10603;p355"/>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04" name="Google Shape;10604;p355"/>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05" name="Google Shape;10605;p355"/>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606" name="Google Shape;10606;p355"/>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607" name="Google Shape;10607;p355"/>
          <p:cNvSpPr/>
          <p:nvPr/>
        </p:nvSpPr>
        <p:spPr>
          <a:xfrm rot="5844200">
            <a:off x="8030548" y="2339312"/>
            <a:ext cx="2404301" cy="131859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0608" name="Shape 10608"/>
        <p:cNvGrpSpPr/>
        <p:nvPr/>
      </p:nvGrpSpPr>
      <p:grpSpPr>
        <a:xfrm>
          <a:off x="0" y="0"/>
          <a:ext cx="0" cy="0"/>
          <a:chOff x="0" y="0"/>
          <a:chExt cx="0" cy="0"/>
        </a:xfrm>
      </p:grpSpPr>
      <p:sp>
        <p:nvSpPr>
          <p:cNvPr id="10609" name="Google Shape;10609;p356"/>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610" name="Google Shape;10610;p356"/>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10611" name="Google Shape;10611;p356"/>
          <p:cNvSpPr/>
          <p:nvPr>
            <p:ph idx="2" type="pic"/>
          </p:nvPr>
        </p:nvSpPr>
        <p:spPr>
          <a:xfrm>
            <a:off x="5668975" y="1076550"/>
            <a:ext cx="2990400" cy="2990400"/>
          </a:xfrm>
          <a:prstGeom prst="roundRect">
            <a:avLst>
              <a:gd fmla="val 16667" name="adj"/>
            </a:avLst>
          </a:prstGeom>
          <a:noFill/>
          <a:ln>
            <a:noFill/>
          </a:ln>
        </p:spPr>
      </p:sp>
      <p:sp>
        <p:nvSpPr>
          <p:cNvPr id="10612" name="Google Shape;10612;p356"/>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356"/>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4" name="Google Shape;10614;p356"/>
          <p:cNvGrpSpPr/>
          <p:nvPr/>
        </p:nvGrpSpPr>
        <p:grpSpPr>
          <a:xfrm>
            <a:off x="65066" y="4373044"/>
            <a:ext cx="878158" cy="654532"/>
            <a:chOff x="1114425" y="4361211"/>
            <a:chExt cx="573023" cy="427101"/>
          </a:xfrm>
        </p:grpSpPr>
        <p:grpSp>
          <p:nvGrpSpPr>
            <p:cNvPr id="10615" name="Google Shape;10615;p356"/>
            <p:cNvGrpSpPr/>
            <p:nvPr/>
          </p:nvGrpSpPr>
          <p:grpSpPr>
            <a:xfrm>
              <a:off x="1114425" y="4361211"/>
              <a:ext cx="573023" cy="427101"/>
              <a:chOff x="1114425" y="4361211"/>
              <a:chExt cx="573023" cy="427101"/>
            </a:xfrm>
          </p:grpSpPr>
          <p:sp>
            <p:nvSpPr>
              <p:cNvPr id="10616" name="Google Shape;10616;p356"/>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17" name="Google Shape;10617;p356"/>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18" name="Google Shape;10618;p356"/>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619" name="Google Shape;10619;p356"/>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3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0620" name="Shape 10620"/>
        <p:cNvGrpSpPr/>
        <p:nvPr/>
      </p:nvGrpSpPr>
      <p:grpSpPr>
        <a:xfrm>
          <a:off x="0" y="0"/>
          <a:ext cx="0" cy="0"/>
          <a:chOff x="0" y="0"/>
          <a:chExt cx="0" cy="0"/>
        </a:xfrm>
      </p:grpSpPr>
      <p:sp>
        <p:nvSpPr>
          <p:cNvPr id="10621" name="Google Shape;10621;p357"/>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0622" name="Google Shape;10622;p357"/>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357"/>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357"/>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0625" name="Shape 10625"/>
        <p:cNvGrpSpPr/>
        <p:nvPr/>
      </p:nvGrpSpPr>
      <p:grpSpPr>
        <a:xfrm>
          <a:off x="0" y="0"/>
          <a:ext cx="0" cy="0"/>
          <a:chOff x="0" y="0"/>
          <a:chExt cx="0" cy="0"/>
        </a:xfrm>
      </p:grpSpPr>
      <p:sp>
        <p:nvSpPr>
          <p:cNvPr id="10626" name="Google Shape;10626;p358"/>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15000"/>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10627" name="Google Shape;10627;p358"/>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628" name="Google Shape;10628;p358"/>
          <p:cNvSpPr/>
          <p:nvPr/>
        </p:nvSpPr>
        <p:spPr>
          <a:xfrm rot="3263452">
            <a:off x="-163955"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358"/>
          <p:cNvSpPr/>
          <p:nvPr/>
        </p:nvSpPr>
        <p:spPr>
          <a:xfrm rot="-460623">
            <a:off x="-1793263"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358"/>
          <p:cNvSpPr/>
          <p:nvPr/>
        </p:nvSpPr>
        <p:spPr>
          <a:xfrm rot="4592047">
            <a:off x="7797256" y="593203"/>
            <a:ext cx="1475158" cy="11928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0631" name="Shape 10631"/>
        <p:cNvGrpSpPr/>
        <p:nvPr/>
      </p:nvGrpSpPr>
      <p:grpSpPr>
        <a:xfrm>
          <a:off x="0" y="0"/>
          <a:ext cx="0" cy="0"/>
          <a:chOff x="0" y="0"/>
          <a:chExt cx="0" cy="0"/>
        </a:xfrm>
      </p:grpSpPr>
      <p:sp>
        <p:nvSpPr>
          <p:cNvPr id="10632" name="Google Shape;10632;p359"/>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algn="ctr">
              <a:spcBef>
                <a:spcPts val="0"/>
              </a:spcBef>
              <a:spcAft>
                <a:spcPts val="0"/>
              </a:spcAft>
              <a:buSzPts val="3000"/>
              <a:buNone/>
              <a:defRPr>
                <a:solidFill>
                  <a:schemeClr val="lt1"/>
                </a:solidFill>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Tree>
  </p:cSld>
  <p:clrMapOvr>
    <a:masterClrMapping/>
  </p:clrMapOvr>
</p:sldLayout>
</file>

<file path=ppt/slideLayouts/slideLayout3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0633" name="Shape 10633"/>
        <p:cNvGrpSpPr/>
        <p:nvPr/>
      </p:nvGrpSpPr>
      <p:grpSpPr>
        <a:xfrm>
          <a:off x="0" y="0"/>
          <a:ext cx="0" cy="0"/>
          <a:chOff x="0" y="0"/>
          <a:chExt cx="0" cy="0"/>
        </a:xfrm>
      </p:grpSpPr>
      <p:sp>
        <p:nvSpPr>
          <p:cNvPr id="10634" name="Google Shape;10634;p360"/>
          <p:cNvSpPr txBox="1"/>
          <p:nvPr>
            <p:ph hasCustomPrompt="1" type="title"/>
          </p:nvPr>
        </p:nvSpPr>
        <p:spPr>
          <a:xfrm>
            <a:off x="713225" y="1477363"/>
            <a:ext cx="6576000" cy="15267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0635" name="Google Shape;10635;p360"/>
          <p:cNvSpPr txBox="1"/>
          <p:nvPr>
            <p:ph idx="1" type="subTitle"/>
          </p:nvPr>
        </p:nvSpPr>
        <p:spPr>
          <a:xfrm>
            <a:off x="713225" y="3169038"/>
            <a:ext cx="6576000" cy="497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10636" name="Google Shape;10636;p360"/>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360"/>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360"/>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360"/>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0" name="Google Shape;10640;p360"/>
          <p:cNvGrpSpPr/>
          <p:nvPr/>
        </p:nvGrpSpPr>
        <p:grpSpPr>
          <a:xfrm>
            <a:off x="7441503" y="289852"/>
            <a:ext cx="1366913" cy="1382099"/>
            <a:chOff x="6568493" y="8"/>
            <a:chExt cx="1820608" cy="1840590"/>
          </a:xfrm>
        </p:grpSpPr>
        <p:sp>
          <p:nvSpPr>
            <p:cNvPr id="10641" name="Google Shape;10641;p360"/>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42" name="Google Shape;10642;p360"/>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643" name="Google Shape;10643;p360"/>
            <p:cNvGrpSpPr/>
            <p:nvPr/>
          </p:nvGrpSpPr>
          <p:grpSpPr>
            <a:xfrm>
              <a:off x="6568493" y="84720"/>
              <a:ext cx="1649109" cy="1669065"/>
              <a:chOff x="8921020" y="472154"/>
              <a:chExt cx="1959958" cy="1983676"/>
            </a:xfrm>
          </p:grpSpPr>
          <p:sp>
            <p:nvSpPr>
              <p:cNvPr id="10644" name="Google Shape;10644;p360"/>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45" name="Google Shape;10645;p360"/>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646" name="Google Shape;10646;p360"/>
              <p:cNvGrpSpPr/>
              <p:nvPr/>
            </p:nvGrpSpPr>
            <p:grpSpPr>
              <a:xfrm>
                <a:off x="9011888" y="537781"/>
                <a:ext cx="255174" cy="64389"/>
                <a:chOff x="9011888" y="537781"/>
                <a:chExt cx="255174" cy="64389"/>
              </a:xfrm>
            </p:grpSpPr>
            <p:sp>
              <p:nvSpPr>
                <p:cNvPr id="10647" name="Google Shape;10647;p360"/>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48" name="Google Shape;10648;p360"/>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49" name="Google Shape;10649;p360"/>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650" name="Google Shape;10650;p360"/>
            <p:cNvGrpSpPr/>
            <p:nvPr/>
          </p:nvGrpSpPr>
          <p:grpSpPr>
            <a:xfrm>
              <a:off x="6795939" y="406335"/>
              <a:ext cx="1194216" cy="1228757"/>
              <a:chOff x="9191339" y="854392"/>
              <a:chExt cx="1419320" cy="1460372"/>
            </a:xfrm>
          </p:grpSpPr>
          <p:grpSp>
            <p:nvGrpSpPr>
              <p:cNvPr id="10651" name="Google Shape;10651;p360"/>
              <p:cNvGrpSpPr/>
              <p:nvPr/>
            </p:nvGrpSpPr>
            <p:grpSpPr>
              <a:xfrm>
                <a:off x="9191339" y="1884045"/>
                <a:ext cx="604932" cy="420243"/>
                <a:chOff x="9191339" y="1884045"/>
                <a:chExt cx="604932" cy="420243"/>
              </a:xfrm>
            </p:grpSpPr>
            <p:sp>
              <p:nvSpPr>
                <p:cNvPr id="10652" name="Google Shape;10652;p360"/>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53" name="Google Shape;10653;p360"/>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54" name="Google Shape;10654;p360"/>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55" name="Google Shape;10655;p360"/>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56" name="Google Shape;10656;p360"/>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57" name="Google Shape;10657;p360"/>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58" name="Google Shape;10658;p360"/>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59" name="Google Shape;10659;p360"/>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60" name="Google Shape;10660;p360"/>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61" name="Google Shape;10661;p360"/>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662" name="Google Shape;10662;p360"/>
              <p:cNvGrpSpPr/>
              <p:nvPr/>
            </p:nvGrpSpPr>
            <p:grpSpPr>
              <a:xfrm>
                <a:off x="10004774" y="854392"/>
                <a:ext cx="604932" cy="420243"/>
                <a:chOff x="10004774" y="854392"/>
                <a:chExt cx="604932" cy="420243"/>
              </a:xfrm>
            </p:grpSpPr>
            <p:sp>
              <p:nvSpPr>
                <p:cNvPr id="10663" name="Google Shape;10663;p360"/>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64" name="Google Shape;10664;p360"/>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65" name="Google Shape;10665;p360"/>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66" name="Google Shape;10666;p360"/>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67" name="Google Shape;10667;p360"/>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68" name="Google Shape;10668;p360"/>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69" name="Google Shape;10669;p360"/>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70" name="Google Shape;10670;p360"/>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71" name="Google Shape;10671;p360"/>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72" name="Google Shape;10672;p360"/>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673" name="Google Shape;10673;p360"/>
              <p:cNvGrpSpPr/>
              <p:nvPr/>
            </p:nvGrpSpPr>
            <p:grpSpPr>
              <a:xfrm>
                <a:off x="10004774" y="1374362"/>
                <a:ext cx="604932" cy="303466"/>
                <a:chOff x="10004774" y="1374362"/>
                <a:chExt cx="604932" cy="303466"/>
              </a:xfrm>
            </p:grpSpPr>
            <p:sp>
              <p:nvSpPr>
                <p:cNvPr id="10674" name="Google Shape;10674;p360"/>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75" name="Google Shape;10675;p360"/>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76" name="Google Shape;10676;p360"/>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77" name="Google Shape;10677;p360"/>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78" name="Google Shape;10678;p360"/>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79" name="Google Shape;10679;p360"/>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80" name="Google Shape;10680;p360"/>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81" name="Google Shape;10681;p360"/>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682" name="Google Shape;10682;p360"/>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83" name="Google Shape;10683;p360"/>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684" name="Google Shape;10684;p360"/>
            <p:cNvGrpSpPr/>
            <p:nvPr/>
          </p:nvGrpSpPr>
          <p:grpSpPr>
            <a:xfrm>
              <a:off x="6717319" y="354723"/>
              <a:ext cx="656533" cy="799751"/>
              <a:chOff x="9097899" y="793051"/>
              <a:chExt cx="780287" cy="950500"/>
            </a:xfrm>
          </p:grpSpPr>
          <p:grpSp>
            <p:nvGrpSpPr>
              <p:cNvPr id="10685" name="Google Shape;10685;p360"/>
              <p:cNvGrpSpPr/>
              <p:nvPr/>
            </p:nvGrpSpPr>
            <p:grpSpPr>
              <a:xfrm>
                <a:off x="9118758" y="814006"/>
                <a:ext cx="747999" cy="918020"/>
                <a:chOff x="9118758" y="814006"/>
                <a:chExt cx="747999" cy="918020"/>
              </a:xfrm>
            </p:grpSpPr>
            <p:sp>
              <p:nvSpPr>
                <p:cNvPr id="10686" name="Google Shape;10686;p360"/>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87" name="Google Shape;10687;p360"/>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88" name="Google Shape;10688;p360"/>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89" name="Google Shape;10689;p360"/>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690" name="Google Shape;10690;p360"/>
              <p:cNvGrpSpPr/>
              <p:nvPr/>
            </p:nvGrpSpPr>
            <p:grpSpPr>
              <a:xfrm>
                <a:off x="9097899" y="793051"/>
                <a:ext cx="780287" cy="950500"/>
                <a:chOff x="9097899" y="793051"/>
                <a:chExt cx="780287" cy="950500"/>
              </a:xfrm>
            </p:grpSpPr>
            <p:grpSp>
              <p:nvGrpSpPr>
                <p:cNvPr id="10691" name="Google Shape;10691;p360"/>
                <p:cNvGrpSpPr/>
                <p:nvPr/>
              </p:nvGrpSpPr>
              <p:grpSpPr>
                <a:xfrm>
                  <a:off x="9097899" y="793051"/>
                  <a:ext cx="780287" cy="41909"/>
                  <a:chOff x="9097899" y="793051"/>
                  <a:chExt cx="780287" cy="41909"/>
                </a:xfrm>
              </p:grpSpPr>
              <p:sp>
                <p:nvSpPr>
                  <p:cNvPr id="10692" name="Google Shape;10692;p360"/>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93" name="Google Shape;10693;p360"/>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94" name="Google Shape;10694;p360"/>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695" name="Google Shape;10695;p360"/>
                <p:cNvGrpSpPr/>
                <p:nvPr/>
              </p:nvGrpSpPr>
              <p:grpSpPr>
                <a:xfrm>
                  <a:off x="9097899" y="1247298"/>
                  <a:ext cx="780287" cy="41910"/>
                  <a:chOff x="9097899" y="1247298"/>
                  <a:chExt cx="780287" cy="41910"/>
                </a:xfrm>
              </p:grpSpPr>
              <p:sp>
                <p:nvSpPr>
                  <p:cNvPr id="10696" name="Google Shape;10696;p360"/>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97" name="Google Shape;10697;p360"/>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698" name="Google Shape;10698;p360"/>
                <p:cNvGrpSpPr/>
                <p:nvPr/>
              </p:nvGrpSpPr>
              <p:grpSpPr>
                <a:xfrm>
                  <a:off x="9097899" y="1701641"/>
                  <a:ext cx="780287" cy="41910"/>
                  <a:chOff x="9097899" y="1701641"/>
                  <a:chExt cx="780287" cy="41910"/>
                </a:xfrm>
              </p:grpSpPr>
              <p:sp>
                <p:nvSpPr>
                  <p:cNvPr id="10699" name="Google Shape;10699;p360"/>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00" name="Google Shape;10700;p360"/>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01" name="Google Shape;10701;p360"/>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0702" name="Google Shape;10702;p360"/>
            <p:cNvGrpSpPr/>
            <p:nvPr/>
          </p:nvGrpSpPr>
          <p:grpSpPr>
            <a:xfrm>
              <a:off x="7074117" y="956519"/>
              <a:ext cx="215826" cy="125825"/>
              <a:chOff x="9521952" y="1508283"/>
              <a:chExt cx="256508" cy="149542"/>
            </a:xfrm>
          </p:grpSpPr>
          <p:sp>
            <p:nvSpPr>
              <p:cNvPr id="10703" name="Google Shape;10703;p360"/>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704" name="Google Shape;10704;p360"/>
              <p:cNvGrpSpPr/>
              <p:nvPr/>
            </p:nvGrpSpPr>
            <p:grpSpPr>
              <a:xfrm>
                <a:off x="9556578" y="1534618"/>
                <a:ext cx="183763" cy="98921"/>
                <a:chOff x="9556578" y="1534618"/>
                <a:chExt cx="183763" cy="98921"/>
              </a:xfrm>
            </p:grpSpPr>
            <p:grpSp>
              <p:nvGrpSpPr>
                <p:cNvPr id="10705" name="Google Shape;10705;p360"/>
                <p:cNvGrpSpPr/>
                <p:nvPr/>
              </p:nvGrpSpPr>
              <p:grpSpPr>
                <a:xfrm>
                  <a:off x="9645396" y="1536115"/>
                  <a:ext cx="94945" cy="94946"/>
                  <a:chOff x="9645396" y="1536115"/>
                  <a:chExt cx="94945" cy="94946"/>
                </a:xfrm>
              </p:grpSpPr>
              <p:sp>
                <p:nvSpPr>
                  <p:cNvPr id="10706" name="Google Shape;10706;p360"/>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07" name="Google Shape;10707;p360"/>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708" name="Google Shape;10708;p360"/>
                <p:cNvGrpSpPr/>
                <p:nvPr/>
              </p:nvGrpSpPr>
              <p:grpSpPr>
                <a:xfrm>
                  <a:off x="9556578" y="1534618"/>
                  <a:ext cx="98773" cy="98921"/>
                  <a:chOff x="9556578" y="1534618"/>
                  <a:chExt cx="98773" cy="98921"/>
                </a:xfrm>
              </p:grpSpPr>
              <p:sp>
                <p:nvSpPr>
                  <p:cNvPr id="10709" name="Google Shape;10709;p360"/>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10" name="Google Shape;10710;p360"/>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3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0711" name="Shape 10711"/>
        <p:cNvGrpSpPr/>
        <p:nvPr/>
      </p:nvGrpSpPr>
      <p:grpSpPr>
        <a:xfrm>
          <a:off x="0" y="0"/>
          <a:ext cx="0" cy="0"/>
          <a:chOff x="0" y="0"/>
          <a:chExt cx="0" cy="0"/>
        </a:xfrm>
      </p:grpSpPr>
    </p:spTree>
  </p:cSld>
  <p:clrMapOvr>
    <a:masterClrMapping/>
  </p:clrMapOvr>
</p:sldLayout>
</file>

<file path=ppt/slideLayouts/slideLayout3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0712" name="Shape 10712"/>
        <p:cNvGrpSpPr/>
        <p:nvPr/>
      </p:nvGrpSpPr>
      <p:grpSpPr>
        <a:xfrm>
          <a:off x="0" y="0"/>
          <a:ext cx="0" cy="0"/>
          <a:chOff x="0" y="0"/>
          <a:chExt cx="0" cy="0"/>
        </a:xfrm>
      </p:grpSpPr>
      <p:sp>
        <p:nvSpPr>
          <p:cNvPr id="10713" name="Google Shape;10713;p3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714" name="Google Shape;10714;p362"/>
          <p:cNvSpPr txBox="1"/>
          <p:nvPr>
            <p:ph hasCustomPrompt="1" idx="2" type="title"/>
          </p:nvPr>
        </p:nvSpPr>
        <p:spPr>
          <a:xfrm>
            <a:off x="110097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0715" name="Google Shape;10715;p362"/>
          <p:cNvSpPr txBox="1"/>
          <p:nvPr>
            <p:ph hasCustomPrompt="1" idx="3" type="title"/>
          </p:nvPr>
        </p:nvSpPr>
        <p:spPr>
          <a:xfrm>
            <a:off x="110097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0716" name="Google Shape;10716;p362"/>
          <p:cNvSpPr txBox="1"/>
          <p:nvPr>
            <p:ph hasCustomPrompt="1" idx="4" type="title"/>
          </p:nvPr>
        </p:nvSpPr>
        <p:spPr>
          <a:xfrm>
            <a:off x="3419250"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0717" name="Google Shape;10717;p362"/>
          <p:cNvSpPr txBox="1"/>
          <p:nvPr>
            <p:ph hasCustomPrompt="1" idx="5" type="title"/>
          </p:nvPr>
        </p:nvSpPr>
        <p:spPr>
          <a:xfrm>
            <a:off x="3419250"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0718" name="Google Shape;10718;p362"/>
          <p:cNvSpPr txBox="1"/>
          <p:nvPr>
            <p:ph hasCustomPrompt="1" idx="6" type="title"/>
          </p:nvPr>
        </p:nvSpPr>
        <p:spPr>
          <a:xfrm>
            <a:off x="5737525" y="120337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0719" name="Google Shape;10719;p362"/>
          <p:cNvSpPr txBox="1"/>
          <p:nvPr>
            <p:ph hasCustomPrompt="1" idx="7" type="title"/>
          </p:nvPr>
        </p:nvSpPr>
        <p:spPr>
          <a:xfrm>
            <a:off x="5737525" y="2789203"/>
            <a:ext cx="734700" cy="572700"/>
          </a:xfrm>
          <a:prstGeom prst="rect">
            <a:avLst/>
          </a:prstGeom>
          <a:noFill/>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0720" name="Google Shape;10720;p362"/>
          <p:cNvSpPr txBox="1"/>
          <p:nvPr>
            <p:ph idx="1" type="subTitle"/>
          </p:nvPr>
        </p:nvSpPr>
        <p:spPr>
          <a:xfrm>
            <a:off x="110097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721" name="Google Shape;10721;p362"/>
          <p:cNvSpPr txBox="1"/>
          <p:nvPr>
            <p:ph idx="8" type="subTitle"/>
          </p:nvPr>
        </p:nvSpPr>
        <p:spPr>
          <a:xfrm>
            <a:off x="3419250"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722" name="Google Shape;10722;p362"/>
          <p:cNvSpPr txBox="1"/>
          <p:nvPr>
            <p:ph idx="9" type="subTitle"/>
          </p:nvPr>
        </p:nvSpPr>
        <p:spPr>
          <a:xfrm>
            <a:off x="5737525" y="1912475"/>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723" name="Google Shape;10723;p362"/>
          <p:cNvSpPr txBox="1"/>
          <p:nvPr>
            <p:ph idx="13" type="subTitle"/>
          </p:nvPr>
        </p:nvSpPr>
        <p:spPr>
          <a:xfrm>
            <a:off x="110097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724" name="Google Shape;10724;p362"/>
          <p:cNvSpPr txBox="1"/>
          <p:nvPr>
            <p:ph idx="14" type="subTitle"/>
          </p:nvPr>
        </p:nvSpPr>
        <p:spPr>
          <a:xfrm>
            <a:off x="3419250"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725" name="Google Shape;10725;p362"/>
          <p:cNvSpPr txBox="1"/>
          <p:nvPr>
            <p:ph idx="15" type="subTitle"/>
          </p:nvPr>
        </p:nvSpPr>
        <p:spPr>
          <a:xfrm>
            <a:off x="5737525" y="3498350"/>
            <a:ext cx="2305500" cy="75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726" name="Google Shape;10726;p362"/>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362"/>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8" name="Google Shape;10728;p362"/>
          <p:cNvGrpSpPr/>
          <p:nvPr/>
        </p:nvGrpSpPr>
        <p:grpSpPr>
          <a:xfrm>
            <a:off x="8114970" y="266839"/>
            <a:ext cx="829992" cy="750888"/>
            <a:chOff x="8114596" y="445039"/>
            <a:chExt cx="633002" cy="572716"/>
          </a:xfrm>
        </p:grpSpPr>
        <p:grpSp>
          <p:nvGrpSpPr>
            <p:cNvPr id="10729" name="Google Shape;10729;p362"/>
            <p:cNvGrpSpPr/>
            <p:nvPr/>
          </p:nvGrpSpPr>
          <p:grpSpPr>
            <a:xfrm>
              <a:off x="8114596" y="445039"/>
              <a:ext cx="633002" cy="572716"/>
              <a:chOff x="7189660" y="520827"/>
              <a:chExt cx="598074" cy="541115"/>
            </a:xfrm>
          </p:grpSpPr>
          <p:sp>
            <p:nvSpPr>
              <p:cNvPr id="10730" name="Google Shape;10730;p362"/>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731" name="Google Shape;10731;p362"/>
              <p:cNvGrpSpPr/>
              <p:nvPr/>
            </p:nvGrpSpPr>
            <p:grpSpPr>
              <a:xfrm>
                <a:off x="7579137" y="551973"/>
                <a:ext cx="164782" cy="41529"/>
                <a:chOff x="7579137" y="551973"/>
                <a:chExt cx="164782" cy="41529"/>
              </a:xfrm>
            </p:grpSpPr>
            <p:sp>
              <p:nvSpPr>
                <p:cNvPr id="10732" name="Google Shape;10732;p362"/>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33" name="Google Shape;10733;p362"/>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34" name="Google Shape;10734;p362"/>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735" name="Google Shape;10735;p362"/>
            <p:cNvGrpSpPr/>
            <p:nvPr/>
          </p:nvGrpSpPr>
          <p:grpSpPr>
            <a:xfrm>
              <a:off x="8184962" y="619646"/>
              <a:ext cx="498115" cy="257273"/>
              <a:chOff x="7256144" y="685800"/>
              <a:chExt cx="470630" cy="243077"/>
            </a:xfrm>
          </p:grpSpPr>
          <p:sp>
            <p:nvSpPr>
              <p:cNvPr id="10736" name="Google Shape;10736;p362"/>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737" name="Google Shape;10737;p362"/>
              <p:cNvGrpSpPr/>
              <p:nvPr/>
            </p:nvGrpSpPr>
            <p:grpSpPr>
              <a:xfrm>
                <a:off x="7512843" y="685800"/>
                <a:ext cx="213931" cy="243077"/>
                <a:chOff x="7512843" y="685800"/>
                <a:chExt cx="213931" cy="243077"/>
              </a:xfrm>
            </p:grpSpPr>
            <p:grpSp>
              <p:nvGrpSpPr>
                <p:cNvPr id="10738" name="Google Shape;10738;p362"/>
                <p:cNvGrpSpPr/>
                <p:nvPr/>
              </p:nvGrpSpPr>
              <p:grpSpPr>
                <a:xfrm>
                  <a:off x="7512843" y="836580"/>
                  <a:ext cx="213931" cy="92297"/>
                  <a:chOff x="7512843" y="836580"/>
                  <a:chExt cx="213931" cy="92297"/>
                </a:xfrm>
              </p:grpSpPr>
              <p:sp>
                <p:nvSpPr>
                  <p:cNvPr id="10739" name="Google Shape;10739;p362"/>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40" name="Google Shape;10740;p362"/>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741" name="Google Shape;10741;p362"/>
                <p:cNvGrpSpPr/>
                <p:nvPr/>
              </p:nvGrpSpPr>
              <p:grpSpPr>
                <a:xfrm>
                  <a:off x="7512843" y="761238"/>
                  <a:ext cx="213931" cy="92296"/>
                  <a:chOff x="7512843" y="761238"/>
                  <a:chExt cx="213931" cy="92296"/>
                </a:xfrm>
              </p:grpSpPr>
              <p:sp>
                <p:nvSpPr>
                  <p:cNvPr id="10742" name="Google Shape;10742;p362"/>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43" name="Google Shape;10743;p362"/>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744" name="Google Shape;10744;p362"/>
                <p:cNvGrpSpPr/>
                <p:nvPr/>
              </p:nvGrpSpPr>
              <p:grpSpPr>
                <a:xfrm>
                  <a:off x="7512843" y="685800"/>
                  <a:ext cx="213931" cy="92297"/>
                  <a:chOff x="7512843" y="685800"/>
                  <a:chExt cx="213931" cy="92297"/>
                </a:xfrm>
              </p:grpSpPr>
              <p:sp>
                <p:nvSpPr>
                  <p:cNvPr id="10745" name="Google Shape;10745;p362"/>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46" name="Google Shape;10746;p362"/>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
        <p:nvSpPr>
          <p:cNvPr id="10747" name="Google Shape;10747;p362"/>
          <p:cNvSpPr/>
          <p:nvPr/>
        </p:nvSpPr>
        <p:spPr>
          <a:xfrm>
            <a:off x="62832" y="4828541"/>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748" name="Google Shape;10748;p362"/>
          <p:cNvGrpSpPr/>
          <p:nvPr/>
        </p:nvGrpSpPr>
        <p:grpSpPr>
          <a:xfrm>
            <a:off x="103395" y="3891186"/>
            <a:ext cx="668783" cy="959747"/>
            <a:chOff x="10519314" y="4728596"/>
            <a:chExt cx="751780" cy="1078731"/>
          </a:xfrm>
        </p:grpSpPr>
        <p:grpSp>
          <p:nvGrpSpPr>
            <p:cNvPr id="10749" name="Google Shape;10749;p362"/>
            <p:cNvGrpSpPr/>
            <p:nvPr/>
          </p:nvGrpSpPr>
          <p:grpSpPr>
            <a:xfrm>
              <a:off x="10519314" y="4728596"/>
              <a:ext cx="626662" cy="1078731"/>
              <a:chOff x="10519314" y="4728596"/>
              <a:chExt cx="626662" cy="1078731"/>
            </a:xfrm>
          </p:grpSpPr>
          <p:grpSp>
            <p:nvGrpSpPr>
              <p:cNvPr id="10750" name="Google Shape;10750;p362"/>
              <p:cNvGrpSpPr/>
              <p:nvPr/>
            </p:nvGrpSpPr>
            <p:grpSpPr>
              <a:xfrm>
                <a:off x="10903220" y="4888205"/>
                <a:ext cx="242756" cy="919122"/>
                <a:chOff x="10903220" y="4888205"/>
                <a:chExt cx="242756" cy="919122"/>
              </a:xfrm>
            </p:grpSpPr>
            <p:sp>
              <p:nvSpPr>
                <p:cNvPr id="10751" name="Google Shape;10751;p362"/>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52" name="Google Shape;10752;p362"/>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53" name="Google Shape;10753;p362"/>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754" name="Google Shape;10754;p362"/>
                <p:cNvGrpSpPr/>
                <p:nvPr/>
              </p:nvGrpSpPr>
              <p:grpSpPr>
                <a:xfrm>
                  <a:off x="11014221" y="5588618"/>
                  <a:ext cx="100021" cy="114784"/>
                  <a:chOff x="11014221" y="5588618"/>
                  <a:chExt cx="100021" cy="114784"/>
                </a:xfrm>
              </p:grpSpPr>
              <p:sp>
                <p:nvSpPr>
                  <p:cNvPr id="10755" name="Google Shape;10755;p362"/>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56" name="Google Shape;10756;p362"/>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57" name="Google Shape;10757;p362"/>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58" name="Google Shape;10758;p362"/>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759" name="Google Shape;10759;p362"/>
              <p:cNvGrpSpPr/>
              <p:nvPr/>
            </p:nvGrpSpPr>
            <p:grpSpPr>
              <a:xfrm>
                <a:off x="10718623" y="4728596"/>
                <a:ext cx="229169" cy="1075979"/>
                <a:chOff x="10718623" y="4728596"/>
                <a:chExt cx="229169" cy="1075979"/>
              </a:xfrm>
            </p:grpSpPr>
            <p:sp>
              <p:nvSpPr>
                <p:cNvPr id="10760" name="Google Shape;10760;p362"/>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61" name="Google Shape;10761;p362"/>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762" name="Google Shape;10762;p362"/>
                <p:cNvGrpSpPr/>
                <p:nvPr/>
              </p:nvGrpSpPr>
              <p:grpSpPr>
                <a:xfrm>
                  <a:off x="10765015" y="5040134"/>
                  <a:ext cx="116314" cy="49775"/>
                  <a:chOff x="10765015" y="5040134"/>
                  <a:chExt cx="116314" cy="49775"/>
                </a:xfrm>
              </p:grpSpPr>
              <p:sp>
                <p:nvSpPr>
                  <p:cNvPr id="10763" name="Google Shape;10763;p362"/>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64" name="Google Shape;10764;p362"/>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765" name="Google Shape;10765;p362"/>
                <p:cNvGrpSpPr/>
                <p:nvPr/>
              </p:nvGrpSpPr>
              <p:grpSpPr>
                <a:xfrm>
                  <a:off x="10784825" y="5436314"/>
                  <a:ext cx="116414" cy="49961"/>
                  <a:chOff x="10784825" y="5436314"/>
                  <a:chExt cx="116414" cy="49961"/>
                </a:xfrm>
              </p:grpSpPr>
              <p:sp>
                <p:nvSpPr>
                  <p:cNvPr id="10766" name="Google Shape;10766;p362"/>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67" name="Google Shape;10767;p362"/>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768" name="Google Shape;10768;p362"/>
              <p:cNvGrpSpPr/>
              <p:nvPr/>
            </p:nvGrpSpPr>
            <p:grpSpPr>
              <a:xfrm>
                <a:off x="10519314" y="4813458"/>
                <a:ext cx="202120" cy="992123"/>
                <a:chOff x="10519314" y="4813458"/>
                <a:chExt cx="202120" cy="992123"/>
              </a:xfrm>
            </p:grpSpPr>
            <p:sp>
              <p:nvSpPr>
                <p:cNvPr id="10769" name="Google Shape;10769;p362"/>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70" name="Google Shape;10770;p362"/>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771" name="Google Shape;10771;p362"/>
                <p:cNvGrpSpPr/>
                <p:nvPr/>
              </p:nvGrpSpPr>
              <p:grpSpPr>
                <a:xfrm>
                  <a:off x="10556176" y="5465730"/>
                  <a:ext cx="128397" cy="44196"/>
                  <a:chOff x="10556176" y="5465730"/>
                  <a:chExt cx="128397" cy="44196"/>
                </a:xfrm>
              </p:grpSpPr>
              <p:sp>
                <p:nvSpPr>
                  <p:cNvPr id="10772" name="Google Shape;10772;p362"/>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73" name="Google Shape;10773;p362"/>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774" name="Google Shape;10774;p362"/>
                <p:cNvGrpSpPr/>
                <p:nvPr/>
              </p:nvGrpSpPr>
              <p:grpSpPr>
                <a:xfrm>
                  <a:off x="10556176" y="5689187"/>
                  <a:ext cx="128397" cy="44196"/>
                  <a:chOff x="10556176" y="5689187"/>
                  <a:chExt cx="128397" cy="44196"/>
                </a:xfrm>
              </p:grpSpPr>
              <p:sp>
                <p:nvSpPr>
                  <p:cNvPr id="10775" name="Google Shape;10775;p362"/>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76" name="Google Shape;10776;p362"/>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0777" name="Google Shape;10777;p362"/>
            <p:cNvGrpSpPr/>
            <p:nvPr/>
          </p:nvGrpSpPr>
          <p:grpSpPr>
            <a:xfrm>
              <a:off x="11058042" y="5088325"/>
              <a:ext cx="213052" cy="717953"/>
              <a:chOff x="11058042" y="5088325"/>
              <a:chExt cx="213052" cy="717953"/>
            </a:xfrm>
          </p:grpSpPr>
          <p:sp>
            <p:nvSpPr>
              <p:cNvPr id="10778" name="Google Shape;10778;p362"/>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79" name="Google Shape;10779;p362"/>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780" name="Google Shape;10780;p362"/>
          <p:cNvGrpSpPr/>
          <p:nvPr/>
        </p:nvGrpSpPr>
        <p:grpSpPr>
          <a:xfrm>
            <a:off x="150676" y="2823493"/>
            <a:ext cx="516117" cy="779220"/>
            <a:chOff x="10572463" y="3528536"/>
            <a:chExt cx="580168" cy="875823"/>
          </a:xfrm>
        </p:grpSpPr>
        <p:grpSp>
          <p:nvGrpSpPr>
            <p:cNvPr id="10781" name="Google Shape;10781;p362"/>
            <p:cNvGrpSpPr/>
            <p:nvPr/>
          </p:nvGrpSpPr>
          <p:grpSpPr>
            <a:xfrm>
              <a:off x="10713815" y="3528536"/>
              <a:ext cx="438816" cy="746664"/>
              <a:chOff x="10713815" y="3528536"/>
              <a:chExt cx="438816" cy="746664"/>
            </a:xfrm>
          </p:grpSpPr>
          <p:sp>
            <p:nvSpPr>
              <p:cNvPr id="10782" name="Google Shape;10782;p362"/>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783" name="Google Shape;10783;p362"/>
              <p:cNvGrpSpPr/>
              <p:nvPr/>
            </p:nvGrpSpPr>
            <p:grpSpPr>
              <a:xfrm>
                <a:off x="10776489" y="3625310"/>
                <a:ext cx="313848" cy="288226"/>
                <a:chOff x="10776489" y="3625310"/>
                <a:chExt cx="313848" cy="288226"/>
              </a:xfrm>
            </p:grpSpPr>
            <p:sp>
              <p:nvSpPr>
                <p:cNvPr id="10784" name="Google Shape;10784;p362"/>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85" name="Google Shape;10785;p362"/>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86" name="Google Shape;10786;p362"/>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87" name="Google Shape;10787;p362"/>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88" name="Google Shape;10788;p362"/>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89" name="Google Shape;10789;p362"/>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790" name="Google Shape;10790;p362"/>
              <p:cNvGrpSpPr/>
              <p:nvPr/>
            </p:nvGrpSpPr>
            <p:grpSpPr>
              <a:xfrm>
                <a:off x="10776489" y="3999547"/>
                <a:ext cx="313848" cy="181546"/>
                <a:chOff x="10776489" y="3999547"/>
                <a:chExt cx="313848" cy="181546"/>
              </a:xfrm>
            </p:grpSpPr>
            <p:sp>
              <p:nvSpPr>
                <p:cNvPr id="10791" name="Google Shape;10791;p362"/>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92" name="Google Shape;10792;p362"/>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93" name="Google Shape;10793;p362"/>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94" name="Google Shape;10794;p362"/>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795" name="Google Shape;10795;p362"/>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796" name="Google Shape;10796;p362"/>
            <p:cNvGrpSpPr/>
            <p:nvPr/>
          </p:nvGrpSpPr>
          <p:grpSpPr>
            <a:xfrm>
              <a:off x="10572463" y="3657790"/>
              <a:ext cx="438817" cy="746569"/>
              <a:chOff x="10572463" y="3657790"/>
              <a:chExt cx="438817" cy="746569"/>
            </a:xfrm>
          </p:grpSpPr>
          <p:sp>
            <p:nvSpPr>
              <p:cNvPr id="10797" name="Google Shape;10797;p362"/>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798" name="Google Shape;10798;p362"/>
              <p:cNvGrpSpPr/>
              <p:nvPr/>
            </p:nvGrpSpPr>
            <p:grpSpPr>
              <a:xfrm>
                <a:off x="10635138" y="3754469"/>
                <a:ext cx="313848" cy="288321"/>
                <a:chOff x="10635138" y="3754469"/>
                <a:chExt cx="313848" cy="288321"/>
              </a:xfrm>
            </p:grpSpPr>
            <p:sp>
              <p:nvSpPr>
                <p:cNvPr id="10799" name="Google Shape;10799;p362"/>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00" name="Google Shape;10800;p362"/>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01" name="Google Shape;10801;p362"/>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02" name="Google Shape;10802;p362"/>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03" name="Google Shape;10803;p362"/>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04" name="Google Shape;10804;p362"/>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805" name="Google Shape;10805;p362"/>
              <p:cNvGrpSpPr/>
              <p:nvPr/>
            </p:nvGrpSpPr>
            <p:grpSpPr>
              <a:xfrm>
                <a:off x="10635138" y="4128801"/>
                <a:ext cx="313848" cy="181547"/>
                <a:chOff x="10635138" y="4128801"/>
                <a:chExt cx="313848" cy="181547"/>
              </a:xfrm>
            </p:grpSpPr>
            <p:sp>
              <p:nvSpPr>
                <p:cNvPr id="10806" name="Google Shape;10806;p362"/>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07" name="Google Shape;10807;p362"/>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08" name="Google Shape;10808;p362"/>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09" name="Google Shape;10809;p362"/>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810" name="Google Shape;10810;p362"/>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811" name="Google Shape;10811;p362"/>
          <p:cNvGrpSpPr/>
          <p:nvPr/>
        </p:nvGrpSpPr>
        <p:grpSpPr>
          <a:xfrm>
            <a:off x="361835" y="3601018"/>
            <a:ext cx="22030" cy="294484"/>
            <a:chOff x="10809827" y="4402455"/>
            <a:chExt cx="24764" cy="330993"/>
          </a:xfrm>
        </p:grpSpPr>
        <p:sp>
          <p:nvSpPr>
            <p:cNvPr id="10812" name="Google Shape;10812;p362"/>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13" name="Google Shape;10813;p362"/>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14" name="Google Shape;10814;p362"/>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3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10815" name="Shape 10815"/>
        <p:cNvGrpSpPr/>
        <p:nvPr/>
      </p:nvGrpSpPr>
      <p:grpSpPr>
        <a:xfrm>
          <a:off x="0" y="0"/>
          <a:ext cx="0" cy="0"/>
          <a:chOff x="0" y="0"/>
          <a:chExt cx="0" cy="0"/>
        </a:xfrm>
      </p:grpSpPr>
      <p:sp>
        <p:nvSpPr>
          <p:cNvPr id="10816" name="Google Shape;10816;p363"/>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817" name="Google Shape;10817;p363"/>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10818" name="Google Shape;10818;p363"/>
          <p:cNvSpPr/>
          <p:nvPr>
            <p:ph idx="2" type="pic"/>
          </p:nvPr>
        </p:nvSpPr>
        <p:spPr>
          <a:xfrm>
            <a:off x="5668975" y="1076550"/>
            <a:ext cx="2990400" cy="2990400"/>
          </a:xfrm>
          <a:prstGeom prst="roundRect">
            <a:avLst>
              <a:gd fmla="val 16667" name="adj"/>
            </a:avLst>
          </a:prstGeom>
          <a:noFill/>
          <a:ln>
            <a:noFill/>
          </a:ln>
        </p:spPr>
      </p:sp>
      <p:sp>
        <p:nvSpPr>
          <p:cNvPr id="10819" name="Google Shape;10819;p363"/>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363"/>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1" name="Google Shape;10821;p363"/>
          <p:cNvGrpSpPr/>
          <p:nvPr/>
        </p:nvGrpSpPr>
        <p:grpSpPr>
          <a:xfrm>
            <a:off x="65066" y="4373044"/>
            <a:ext cx="878158" cy="654532"/>
            <a:chOff x="1114425" y="4361211"/>
            <a:chExt cx="573023" cy="427101"/>
          </a:xfrm>
        </p:grpSpPr>
        <p:grpSp>
          <p:nvGrpSpPr>
            <p:cNvPr id="10822" name="Google Shape;10822;p363"/>
            <p:cNvGrpSpPr/>
            <p:nvPr/>
          </p:nvGrpSpPr>
          <p:grpSpPr>
            <a:xfrm>
              <a:off x="1114425" y="4361211"/>
              <a:ext cx="573023" cy="427101"/>
              <a:chOff x="1114425" y="4361211"/>
              <a:chExt cx="573023" cy="427101"/>
            </a:xfrm>
          </p:grpSpPr>
          <p:sp>
            <p:nvSpPr>
              <p:cNvPr id="10823" name="Google Shape;10823;p363"/>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24" name="Google Shape;10824;p363"/>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25" name="Google Shape;10825;p363"/>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826" name="Google Shape;10826;p363"/>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3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_1">
    <p:spTree>
      <p:nvGrpSpPr>
        <p:cNvPr id="10827" name="Shape 10827"/>
        <p:cNvGrpSpPr/>
        <p:nvPr/>
      </p:nvGrpSpPr>
      <p:grpSpPr>
        <a:xfrm>
          <a:off x="0" y="0"/>
          <a:ext cx="0" cy="0"/>
          <a:chOff x="0" y="0"/>
          <a:chExt cx="0" cy="0"/>
        </a:xfrm>
      </p:grpSpPr>
      <p:sp>
        <p:nvSpPr>
          <p:cNvPr id="10828" name="Google Shape;10828;p364"/>
          <p:cNvSpPr txBox="1"/>
          <p:nvPr>
            <p:ph type="title"/>
          </p:nvPr>
        </p:nvSpPr>
        <p:spPr>
          <a:xfrm>
            <a:off x="2013850" y="841075"/>
            <a:ext cx="5116200" cy="13905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sz="4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829" name="Google Shape;10829;p364"/>
          <p:cNvSpPr txBox="1"/>
          <p:nvPr>
            <p:ph idx="1" type="subTitle"/>
          </p:nvPr>
        </p:nvSpPr>
        <p:spPr>
          <a:xfrm>
            <a:off x="2013850" y="2231525"/>
            <a:ext cx="51162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10830" name="Google Shape;10830;p364"/>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1" name="Google Shape;10831;p364"/>
          <p:cNvGrpSpPr/>
          <p:nvPr/>
        </p:nvGrpSpPr>
        <p:grpSpPr>
          <a:xfrm flipH="1">
            <a:off x="683048" y="4696520"/>
            <a:ext cx="325927" cy="404808"/>
            <a:chOff x="7385113" y="1535430"/>
            <a:chExt cx="435673" cy="541115"/>
          </a:xfrm>
        </p:grpSpPr>
        <p:sp>
          <p:nvSpPr>
            <p:cNvPr id="10832" name="Google Shape;10832;p364"/>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833" name="Google Shape;10833;p364"/>
            <p:cNvGrpSpPr/>
            <p:nvPr/>
          </p:nvGrpSpPr>
          <p:grpSpPr>
            <a:xfrm>
              <a:off x="7612094" y="1566576"/>
              <a:ext cx="164781" cy="41529"/>
              <a:chOff x="7612094" y="1566576"/>
              <a:chExt cx="164781" cy="41529"/>
            </a:xfrm>
          </p:grpSpPr>
          <p:sp>
            <p:nvSpPr>
              <p:cNvPr id="10834" name="Google Shape;10834;p364"/>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35" name="Google Shape;10835;p364"/>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36" name="Google Shape;10836;p364"/>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837" name="Google Shape;10837;p364"/>
          <p:cNvGrpSpPr/>
          <p:nvPr/>
        </p:nvGrpSpPr>
        <p:grpSpPr>
          <a:xfrm flipH="1">
            <a:off x="713902" y="4774546"/>
            <a:ext cx="268636" cy="280965"/>
            <a:chOff x="7420451" y="1639728"/>
            <a:chExt cx="359091" cy="375571"/>
          </a:xfrm>
        </p:grpSpPr>
        <p:sp>
          <p:nvSpPr>
            <p:cNvPr id="10838" name="Google Shape;10838;p364"/>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39" name="Google Shape;10839;p364"/>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840" name="Google Shape;10840;p364"/>
          <p:cNvGrpSpPr/>
          <p:nvPr/>
        </p:nvGrpSpPr>
        <p:grpSpPr>
          <a:xfrm flipH="1">
            <a:off x="96200" y="4469347"/>
            <a:ext cx="355444" cy="644072"/>
            <a:chOff x="1945386" y="5582316"/>
            <a:chExt cx="470725" cy="852963"/>
          </a:xfrm>
        </p:grpSpPr>
        <p:grpSp>
          <p:nvGrpSpPr>
            <p:cNvPr id="10841" name="Google Shape;10841;p364"/>
            <p:cNvGrpSpPr/>
            <p:nvPr/>
          </p:nvGrpSpPr>
          <p:grpSpPr>
            <a:xfrm>
              <a:off x="1945386" y="5582316"/>
              <a:ext cx="470725" cy="852963"/>
              <a:chOff x="1945386" y="5582316"/>
              <a:chExt cx="470725" cy="852963"/>
            </a:xfrm>
          </p:grpSpPr>
          <p:sp>
            <p:nvSpPr>
              <p:cNvPr id="10842" name="Google Shape;10842;p364"/>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43" name="Google Shape;10843;p364"/>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844" name="Google Shape;10844;p364"/>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845" name="Google Shape;10845;p364"/>
          <p:cNvGrpSpPr/>
          <p:nvPr/>
        </p:nvGrpSpPr>
        <p:grpSpPr>
          <a:xfrm>
            <a:off x="7975988" y="116167"/>
            <a:ext cx="1061979" cy="558999"/>
            <a:chOff x="3859815" y="2867310"/>
            <a:chExt cx="1262157" cy="664368"/>
          </a:xfrm>
        </p:grpSpPr>
        <p:sp>
          <p:nvSpPr>
            <p:cNvPr id="10846" name="Google Shape;10846;p364"/>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847" name="Google Shape;10847;p364"/>
            <p:cNvGrpSpPr/>
            <p:nvPr/>
          </p:nvGrpSpPr>
          <p:grpSpPr>
            <a:xfrm>
              <a:off x="4275677" y="3065525"/>
              <a:ext cx="334517" cy="380047"/>
              <a:chOff x="4275677" y="3065525"/>
              <a:chExt cx="334517" cy="380047"/>
            </a:xfrm>
          </p:grpSpPr>
          <p:grpSp>
            <p:nvGrpSpPr>
              <p:cNvPr id="10848" name="Google Shape;10848;p364"/>
              <p:cNvGrpSpPr/>
              <p:nvPr/>
            </p:nvGrpSpPr>
            <p:grpSpPr>
              <a:xfrm>
                <a:off x="4275677" y="3065525"/>
                <a:ext cx="334517" cy="380047"/>
                <a:chOff x="4275677" y="3065525"/>
                <a:chExt cx="334517" cy="380047"/>
              </a:xfrm>
            </p:grpSpPr>
            <p:grpSp>
              <p:nvGrpSpPr>
                <p:cNvPr id="10849" name="Google Shape;10849;p364"/>
                <p:cNvGrpSpPr/>
                <p:nvPr/>
              </p:nvGrpSpPr>
              <p:grpSpPr>
                <a:xfrm>
                  <a:off x="4275677" y="3301269"/>
                  <a:ext cx="334422" cy="144303"/>
                  <a:chOff x="4275677" y="3301269"/>
                  <a:chExt cx="334422" cy="144303"/>
                </a:xfrm>
              </p:grpSpPr>
              <p:sp>
                <p:nvSpPr>
                  <p:cNvPr id="10850" name="Google Shape;10850;p364"/>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51" name="Google Shape;10851;p364"/>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852" name="Google Shape;10852;p364"/>
                <p:cNvGrpSpPr/>
                <p:nvPr/>
              </p:nvGrpSpPr>
              <p:grpSpPr>
                <a:xfrm>
                  <a:off x="4275677" y="3183350"/>
                  <a:ext cx="334422" cy="144302"/>
                  <a:chOff x="4275677" y="3183350"/>
                  <a:chExt cx="334422" cy="144302"/>
                </a:xfrm>
              </p:grpSpPr>
              <p:sp>
                <p:nvSpPr>
                  <p:cNvPr id="10853" name="Google Shape;10853;p364"/>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54" name="Google Shape;10854;p364"/>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855" name="Google Shape;10855;p364"/>
                <p:cNvGrpSpPr/>
                <p:nvPr/>
              </p:nvGrpSpPr>
              <p:grpSpPr>
                <a:xfrm>
                  <a:off x="4275677" y="3065525"/>
                  <a:ext cx="334517" cy="144303"/>
                  <a:chOff x="4275677" y="3065525"/>
                  <a:chExt cx="334517" cy="144303"/>
                </a:xfrm>
              </p:grpSpPr>
              <p:sp>
                <p:nvSpPr>
                  <p:cNvPr id="10856" name="Google Shape;10856;p364"/>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57" name="Google Shape;10857;p364"/>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0858" name="Google Shape;10858;p364"/>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59" name="Google Shape;10859;p364"/>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60" name="Google Shape;10860;p364"/>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861" name="Google Shape;10861;p364"/>
          <p:cNvGrpSpPr/>
          <p:nvPr/>
        </p:nvGrpSpPr>
        <p:grpSpPr>
          <a:xfrm flipH="1" rot="5400000">
            <a:off x="557972" y="4696603"/>
            <a:ext cx="16329" cy="218290"/>
            <a:chOff x="10809827" y="4402455"/>
            <a:chExt cx="24764" cy="330993"/>
          </a:xfrm>
        </p:grpSpPr>
        <p:sp>
          <p:nvSpPr>
            <p:cNvPr id="10862" name="Google Shape;10862;p364"/>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63" name="Google Shape;10863;p364"/>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64" name="Google Shape;10864;p364"/>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865" name="Google Shape;10865;p364"/>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364"/>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0867" name="Shape 10867"/>
        <p:cNvGrpSpPr/>
        <p:nvPr/>
      </p:nvGrpSpPr>
      <p:grpSpPr>
        <a:xfrm>
          <a:off x="0" y="0"/>
          <a:ext cx="0" cy="0"/>
          <a:chOff x="0" y="0"/>
          <a:chExt cx="0" cy="0"/>
        </a:xfrm>
      </p:grpSpPr>
      <p:sp>
        <p:nvSpPr>
          <p:cNvPr id="10868" name="Google Shape;10868;p3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869" name="Google Shape;10869;p365"/>
          <p:cNvSpPr txBox="1"/>
          <p:nvPr>
            <p:ph idx="1" type="subTitle"/>
          </p:nvPr>
        </p:nvSpPr>
        <p:spPr>
          <a:xfrm>
            <a:off x="93762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870" name="Google Shape;10870;p365"/>
          <p:cNvSpPr txBox="1"/>
          <p:nvPr>
            <p:ph idx="2" type="subTitle"/>
          </p:nvPr>
        </p:nvSpPr>
        <p:spPr>
          <a:xfrm>
            <a:off x="3484347"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871" name="Google Shape;10871;p365"/>
          <p:cNvSpPr txBox="1"/>
          <p:nvPr>
            <p:ph idx="3" type="subTitle"/>
          </p:nvPr>
        </p:nvSpPr>
        <p:spPr>
          <a:xfrm>
            <a:off x="6031075" y="2579823"/>
            <a:ext cx="2175300" cy="150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872" name="Google Shape;10872;p365"/>
          <p:cNvSpPr txBox="1"/>
          <p:nvPr>
            <p:ph idx="4" type="subTitle"/>
          </p:nvPr>
        </p:nvSpPr>
        <p:spPr>
          <a:xfrm>
            <a:off x="93762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873" name="Google Shape;10873;p365"/>
          <p:cNvSpPr txBox="1"/>
          <p:nvPr>
            <p:ph idx="5" type="subTitle"/>
          </p:nvPr>
        </p:nvSpPr>
        <p:spPr>
          <a:xfrm>
            <a:off x="3484350"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874" name="Google Shape;10874;p365"/>
          <p:cNvSpPr txBox="1"/>
          <p:nvPr>
            <p:ph idx="6" type="subTitle"/>
          </p:nvPr>
        </p:nvSpPr>
        <p:spPr>
          <a:xfrm>
            <a:off x="6031075" y="1775401"/>
            <a:ext cx="2175300" cy="5589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875" name="Google Shape;10875;p365"/>
          <p:cNvSpPr/>
          <p:nvPr/>
        </p:nvSpPr>
        <p:spPr>
          <a:xfrm flipH="1" rot="8800738">
            <a:off x="7902412" y="4181666"/>
            <a:ext cx="1680262" cy="1358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365"/>
          <p:cNvSpPr/>
          <p:nvPr/>
        </p:nvSpPr>
        <p:spPr>
          <a:xfrm flipH="1" rot="-8942362">
            <a:off x="-983149" y="4040244"/>
            <a:ext cx="2474148" cy="2000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365"/>
          <p:cNvSpPr/>
          <p:nvPr/>
        </p:nvSpPr>
        <p:spPr>
          <a:xfrm flipH="1" rot="1554271">
            <a:off x="7563507" y="-664049"/>
            <a:ext cx="2112334" cy="200257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365"/>
          <p:cNvSpPr/>
          <p:nvPr/>
        </p:nvSpPr>
        <p:spPr>
          <a:xfrm>
            <a:off x="62825" y="1725386"/>
            <a:ext cx="606206" cy="37384"/>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879" name="Google Shape;10879;p365"/>
          <p:cNvGrpSpPr/>
          <p:nvPr/>
        </p:nvGrpSpPr>
        <p:grpSpPr>
          <a:xfrm>
            <a:off x="96399" y="951293"/>
            <a:ext cx="552408" cy="792759"/>
            <a:chOff x="10519314" y="4728596"/>
            <a:chExt cx="751780" cy="1078731"/>
          </a:xfrm>
        </p:grpSpPr>
        <p:grpSp>
          <p:nvGrpSpPr>
            <p:cNvPr id="10880" name="Google Shape;10880;p365"/>
            <p:cNvGrpSpPr/>
            <p:nvPr/>
          </p:nvGrpSpPr>
          <p:grpSpPr>
            <a:xfrm>
              <a:off x="10519314" y="4728596"/>
              <a:ext cx="626662" cy="1078731"/>
              <a:chOff x="10519314" y="4728596"/>
              <a:chExt cx="626662" cy="1078731"/>
            </a:xfrm>
          </p:grpSpPr>
          <p:grpSp>
            <p:nvGrpSpPr>
              <p:cNvPr id="10881" name="Google Shape;10881;p365"/>
              <p:cNvGrpSpPr/>
              <p:nvPr/>
            </p:nvGrpSpPr>
            <p:grpSpPr>
              <a:xfrm>
                <a:off x="10903220" y="4888205"/>
                <a:ext cx="242756" cy="919122"/>
                <a:chOff x="10903220" y="4888205"/>
                <a:chExt cx="242756" cy="919122"/>
              </a:xfrm>
            </p:grpSpPr>
            <p:sp>
              <p:nvSpPr>
                <p:cNvPr id="10882" name="Google Shape;10882;p365"/>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83" name="Google Shape;10883;p365"/>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84" name="Google Shape;10884;p365"/>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885" name="Google Shape;10885;p365"/>
                <p:cNvGrpSpPr/>
                <p:nvPr/>
              </p:nvGrpSpPr>
              <p:grpSpPr>
                <a:xfrm>
                  <a:off x="11014221" y="5588618"/>
                  <a:ext cx="100021" cy="114784"/>
                  <a:chOff x="11014221" y="5588618"/>
                  <a:chExt cx="100021" cy="114784"/>
                </a:xfrm>
              </p:grpSpPr>
              <p:sp>
                <p:nvSpPr>
                  <p:cNvPr id="10886" name="Google Shape;10886;p365"/>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87" name="Google Shape;10887;p365"/>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88" name="Google Shape;10888;p365"/>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89" name="Google Shape;10889;p365"/>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890" name="Google Shape;10890;p365"/>
              <p:cNvGrpSpPr/>
              <p:nvPr/>
            </p:nvGrpSpPr>
            <p:grpSpPr>
              <a:xfrm>
                <a:off x="10718623" y="4728596"/>
                <a:ext cx="229169" cy="1075979"/>
                <a:chOff x="10718623" y="4728596"/>
                <a:chExt cx="229169" cy="1075979"/>
              </a:xfrm>
            </p:grpSpPr>
            <p:sp>
              <p:nvSpPr>
                <p:cNvPr id="10891" name="Google Shape;10891;p365"/>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92" name="Google Shape;10892;p365"/>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893" name="Google Shape;10893;p365"/>
                <p:cNvGrpSpPr/>
                <p:nvPr/>
              </p:nvGrpSpPr>
              <p:grpSpPr>
                <a:xfrm>
                  <a:off x="10765015" y="5040134"/>
                  <a:ext cx="116314" cy="49775"/>
                  <a:chOff x="10765015" y="5040134"/>
                  <a:chExt cx="116314" cy="49775"/>
                </a:xfrm>
              </p:grpSpPr>
              <p:sp>
                <p:nvSpPr>
                  <p:cNvPr id="10894" name="Google Shape;10894;p365"/>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95" name="Google Shape;10895;p365"/>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896" name="Google Shape;10896;p365"/>
                <p:cNvGrpSpPr/>
                <p:nvPr/>
              </p:nvGrpSpPr>
              <p:grpSpPr>
                <a:xfrm>
                  <a:off x="10784825" y="5436314"/>
                  <a:ext cx="116414" cy="49961"/>
                  <a:chOff x="10784825" y="5436314"/>
                  <a:chExt cx="116414" cy="49961"/>
                </a:xfrm>
              </p:grpSpPr>
              <p:sp>
                <p:nvSpPr>
                  <p:cNvPr id="10897" name="Google Shape;10897;p365"/>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98" name="Google Shape;10898;p365"/>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899" name="Google Shape;10899;p365"/>
              <p:cNvGrpSpPr/>
              <p:nvPr/>
            </p:nvGrpSpPr>
            <p:grpSpPr>
              <a:xfrm>
                <a:off x="10519314" y="4813458"/>
                <a:ext cx="202120" cy="992123"/>
                <a:chOff x="10519314" y="4813458"/>
                <a:chExt cx="202120" cy="992123"/>
              </a:xfrm>
            </p:grpSpPr>
            <p:sp>
              <p:nvSpPr>
                <p:cNvPr id="10900" name="Google Shape;10900;p365"/>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01" name="Google Shape;10901;p365"/>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902" name="Google Shape;10902;p365"/>
                <p:cNvGrpSpPr/>
                <p:nvPr/>
              </p:nvGrpSpPr>
              <p:grpSpPr>
                <a:xfrm>
                  <a:off x="10556176" y="5465730"/>
                  <a:ext cx="128397" cy="44196"/>
                  <a:chOff x="10556176" y="5465730"/>
                  <a:chExt cx="128397" cy="44196"/>
                </a:xfrm>
              </p:grpSpPr>
              <p:sp>
                <p:nvSpPr>
                  <p:cNvPr id="10903" name="Google Shape;10903;p365"/>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04" name="Google Shape;10904;p365"/>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05" name="Google Shape;10905;p365"/>
                <p:cNvGrpSpPr/>
                <p:nvPr/>
              </p:nvGrpSpPr>
              <p:grpSpPr>
                <a:xfrm>
                  <a:off x="10556176" y="5689187"/>
                  <a:ext cx="128397" cy="44196"/>
                  <a:chOff x="10556176" y="5689187"/>
                  <a:chExt cx="128397" cy="44196"/>
                </a:xfrm>
              </p:grpSpPr>
              <p:sp>
                <p:nvSpPr>
                  <p:cNvPr id="10906" name="Google Shape;10906;p365"/>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07" name="Google Shape;10907;p365"/>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0908" name="Google Shape;10908;p365"/>
            <p:cNvGrpSpPr/>
            <p:nvPr/>
          </p:nvGrpSpPr>
          <p:grpSpPr>
            <a:xfrm>
              <a:off x="11058042" y="5088325"/>
              <a:ext cx="213052" cy="717953"/>
              <a:chOff x="11058042" y="5088325"/>
              <a:chExt cx="213052" cy="717953"/>
            </a:xfrm>
          </p:grpSpPr>
          <p:sp>
            <p:nvSpPr>
              <p:cNvPr id="10909" name="Google Shape;10909;p365"/>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10" name="Google Shape;10910;p365"/>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911" name="Google Shape;10911;p365"/>
          <p:cNvGrpSpPr/>
          <p:nvPr/>
        </p:nvGrpSpPr>
        <p:grpSpPr>
          <a:xfrm>
            <a:off x="135453" y="69369"/>
            <a:ext cx="426307" cy="643642"/>
            <a:chOff x="10572463" y="3528536"/>
            <a:chExt cx="580168" cy="875823"/>
          </a:xfrm>
        </p:grpSpPr>
        <p:grpSp>
          <p:nvGrpSpPr>
            <p:cNvPr id="10912" name="Google Shape;10912;p365"/>
            <p:cNvGrpSpPr/>
            <p:nvPr/>
          </p:nvGrpSpPr>
          <p:grpSpPr>
            <a:xfrm>
              <a:off x="10713815" y="3528536"/>
              <a:ext cx="438816" cy="746664"/>
              <a:chOff x="10713815" y="3528536"/>
              <a:chExt cx="438816" cy="746664"/>
            </a:xfrm>
          </p:grpSpPr>
          <p:sp>
            <p:nvSpPr>
              <p:cNvPr id="10913" name="Google Shape;10913;p365"/>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914" name="Google Shape;10914;p365"/>
              <p:cNvGrpSpPr/>
              <p:nvPr/>
            </p:nvGrpSpPr>
            <p:grpSpPr>
              <a:xfrm>
                <a:off x="10776489" y="3625310"/>
                <a:ext cx="313848" cy="288226"/>
                <a:chOff x="10776489" y="3625310"/>
                <a:chExt cx="313848" cy="288226"/>
              </a:xfrm>
            </p:grpSpPr>
            <p:sp>
              <p:nvSpPr>
                <p:cNvPr id="10915" name="Google Shape;10915;p365"/>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16" name="Google Shape;10916;p365"/>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17" name="Google Shape;10917;p365"/>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18" name="Google Shape;10918;p365"/>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19" name="Google Shape;10919;p365"/>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20" name="Google Shape;10920;p365"/>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21" name="Google Shape;10921;p365"/>
              <p:cNvGrpSpPr/>
              <p:nvPr/>
            </p:nvGrpSpPr>
            <p:grpSpPr>
              <a:xfrm>
                <a:off x="10776489" y="3999547"/>
                <a:ext cx="313848" cy="181546"/>
                <a:chOff x="10776489" y="3999547"/>
                <a:chExt cx="313848" cy="181546"/>
              </a:xfrm>
            </p:grpSpPr>
            <p:sp>
              <p:nvSpPr>
                <p:cNvPr id="10922" name="Google Shape;10922;p365"/>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23" name="Google Shape;10923;p365"/>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24" name="Google Shape;10924;p365"/>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25" name="Google Shape;10925;p365"/>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926" name="Google Shape;10926;p365"/>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27" name="Google Shape;10927;p365"/>
            <p:cNvGrpSpPr/>
            <p:nvPr/>
          </p:nvGrpSpPr>
          <p:grpSpPr>
            <a:xfrm>
              <a:off x="10572463" y="3657790"/>
              <a:ext cx="438817" cy="746569"/>
              <a:chOff x="10572463" y="3657790"/>
              <a:chExt cx="438817" cy="746569"/>
            </a:xfrm>
          </p:grpSpPr>
          <p:sp>
            <p:nvSpPr>
              <p:cNvPr id="10928" name="Google Shape;10928;p365"/>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929" name="Google Shape;10929;p365"/>
              <p:cNvGrpSpPr/>
              <p:nvPr/>
            </p:nvGrpSpPr>
            <p:grpSpPr>
              <a:xfrm>
                <a:off x="10635138" y="3754469"/>
                <a:ext cx="313848" cy="288321"/>
                <a:chOff x="10635138" y="3754469"/>
                <a:chExt cx="313848" cy="288321"/>
              </a:xfrm>
            </p:grpSpPr>
            <p:sp>
              <p:nvSpPr>
                <p:cNvPr id="10930" name="Google Shape;10930;p365"/>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31" name="Google Shape;10931;p365"/>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32" name="Google Shape;10932;p365"/>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33" name="Google Shape;10933;p365"/>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34" name="Google Shape;10934;p365"/>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35" name="Google Shape;10935;p365"/>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36" name="Google Shape;10936;p365"/>
              <p:cNvGrpSpPr/>
              <p:nvPr/>
            </p:nvGrpSpPr>
            <p:grpSpPr>
              <a:xfrm>
                <a:off x="10635138" y="4128801"/>
                <a:ext cx="313848" cy="181547"/>
                <a:chOff x="10635138" y="4128801"/>
                <a:chExt cx="313848" cy="181547"/>
              </a:xfrm>
            </p:grpSpPr>
            <p:sp>
              <p:nvSpPr>
                <p:cNvPr id="10937" name="Google Shape;10937;p365"/>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38" name="Google Shape;10938;p365"/>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39" name="Google Shape;10939;p365"/>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40" name="Google Shape;10940;p365"/>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941" name="Google Shape;10941;p365"/>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942" name="Google Shape;10942;p365"/>
          <p:cNvGrpSpPr/>
          <p:nvPr/>
        </p:nvGrpSpPr>
        <p:grpSpPr>
          <a:xfrm>
            <a:off x="309868" y="711612"/>
            <a:ext cx="18197" cy="243247"/>
            <a:chOff x="10809827" y="4402455"/>
            <a:chExt cx="24764" cy="330993"/>
          </a:xfrm>
        </p:grpSpPr>
        <p:sp>
          <p:nvSpPr>
            <p:cNvPr id="10943" name="Google Shape;10943;p365"/>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44" name="Google Shape;10944;p365"/>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45" name="Google Shape;10945;p365"/>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46" name="Google Shape;10946;p365"/>
          <p:cNvGrpSpPr/>
          <p:nvPr/>
        </p:nvGrpSpPr>
        <p:grpSpPr>
          <a:xfrm>
            <a:off x="8421644" y="1045085"/>
            <a:ext cx="396068" cy="717683"/>
            <a:chOff x="1945386" y="5582316"/>
            <a:chExt cx="470725" cy="852963"/>
          </a:xfrm>
        </p:grpSpPr>
        <p:grpSp>
          <p:nvGrpSpPr>
            <p:cNvPr id="10947" name="Google Shape;10947;p365"/>
            <p:cNvGrpSpPr/>
            <p:nvPr/>
          </p:nvGrpSpPr>
          <p:grpSpPr>
            <a:xfrm>
              <a:off x="1945386" y="5582316"/>
              <a:ext cx="470725" cy="852963"/>
              <a:chOff x="1945386" y="5582316"/>
              <a:chExt cx="470725" cy="852963"/>
            </a:xfrm>
          </p:grpSpPr>
          <p:sp>
            <p:nvSpPr>
              <p:cNvPr id="10948" name="Google Shape;10948;p365"/>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49" name="Google Shape;10949;p365"/>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950" name="Google Shape;10950;p365"/>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51" name="Google Shape;10951;p365"/>
          <p:cNvGrpSpPr/>
          <p:nvPr/>
        </p:nvGrpSpPr>
        <p:grpSpPr>
          <a:xfrm>
            <a:off x="8088695" y="57742"/>
            <a:ext cx="1061979" cy="558999"/>
            <a:chOff x="3859815" y="2867310"/>
            <a:chExt cx="1262157" cy="664368"/>
          </a:xfrm>
        </p:grpSpPr>
        <p:sp>
          <p:nvSpPr>
            <p:cNvPr id="10952" name="Google Shape;10952;p365"/>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953" name="Google Shape;10953;p365"/>
            <p:cNvGrpSpPr/>
            <p:nvPr/>
          </p:nvGrpSpPr>
          <p:grpSpPr>
            <a:xfrm>
              <a:off x="4275677" y="3065525"/>
              <a:ext cx="334517" cy="380047"/>
              <a:chOff x="4275677" y="3065525"/>
              <a:chExt cx="334517" cy="380047"/>
            </a:xfrm>
          </p:grpSpPr>
          <p:grpSp>
            <p:nvGrpSpPr>
              <p:cNvPr id="10954" name="Google Shape;10954;p365"/>
              <p:cNvGrpSpPr/>
              <p:nvPr/>
            </p:nvGrpSpPr>
            <p:grpSpPr>
              <a:xfrm>
                <a:off x="4275677" y="3065525"/>
                <a:ext cx="334517" cy="380047"/>
                <a:chOff x="4275677" y="3065525"/>
                <a:chExt cx="334517" cy="380047"/>
              </a:xfrm>
            </p:grpSpPr>
            <p:grpSp>
              <p:nvGrpSpPr>
                <p:cNvPr id="10955" name="Google Shape;10955;p365"/>
                <p:cNvGrpSpPr/>
                <p:nvPr/>
              </p:nvGrpSpPr>
              <p:grpSpPr>
                <a:xfrm>
                  <a:off x="4275677" y="3301269"/>
                  <a:ext cx="334422" cy="144303"/>
                  <a:chOff x="4275677" y="3301269"/>
                  <a:chExt cx="334422" cy="144303"/>
                </a:xfrm>
              </p:grpSpPr>
              <p:sp>
                <p:nvSpPr>
                  <p:cNvPr id="10956" name="Google Shape;10956;p365"/>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57" name="Google Shape;10957;p365"/>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58" name="Google Shape;10958;p365"/>
                <p:cNvGrpSpPr/>
                <p:nvPr/>
              </p:nvGrpSpPr>
              <p:grpSpPr>
                <a:xfrm>
                  <a:off x="4275677" y="3183350"/>
                  <a:ext cx="334422" cy="144302"/>
                  <a:chOff x="4275677" y="3183350"/>
                  <a:chExt cx="334422" cy="144302"/>
                </a:xfrm>
              </p:grpSpPr>
              <p:sp>
                <p:nvSpPr>
                  <p:cNvPr id="10959" name="Google Shape;10959;p365"/>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60" name="Google Shape;10960;p365"/>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61" name="Google Shape;10961;p365"/>
                <p:cNvGrpSpPr/>
                <p:nvPr/>
              </p:nvGrpSpPr>
              <p:grpSpPr>
                <a:xfrm>
                  <a:off x="4275677" y="3065525"/>
                  <a:ext cx="334517" cy="144303"/>
                  <a:chOff x="4275677" y="3065525"/>
                  <a:chExt cx="334517" cy="144303"/>
                </a:xfrm>
              </p:grpSpPr>
              <p:sp>
                <p:nvSpPr>
                  <p:cNvPr id="10962" name="Google Shape;10962;p365"/>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63" name="Google Shape;10963;p365"/>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0964" name="Google Shape;10964;p365"/>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65" name="Google Shape;10965;p365"/>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66" name="Google Shape;10966;p365"/>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967" name="Google Shape;10967;p365"/>
          <p:cNvGrpSpPr/>
          <p:nvPr/>
        </p:nvGrpSpPr>
        <p:grpSpPr>
          <a:xfrm>
            <a:off x="8582238" y="611818"/>
            <a:ext cx="33124" cy="442802"/>
            <a:chOff x="10809827" y="4402455"/>
            <a:chExt cx="24764" cy="330993"/>
          </a:xfrm>
        </p:grpSpPr>
        <p:sp>
          <p:nvSpPr>
            <p:cNvPr id="10968" name="Google Shape;10968;p365"/>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69" name="Google Shape;10969;p365"/>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70" name="Google Shape;10970;p365"/>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3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0971" name="Shape 10971"/>
        <p:cNvGrpSpPr/>
        <p:nvPr/>
      </p:nvGrpSpPr>
      <p:grpSpPr>
        <a:xfrm>
          <a:off x="0" y="0"/>
          <a:ext cx="0" cy="0"/>
          <a:chOff x="0" y="0"/>
          <a:chExt cx="0" cy="0"/>
        </a:xfrm>
      </p:grpSpPr>
      <p:sp>
        <p:nvSpPr>
          <p:cNvPr id="10972" name="Google Shape;10972;p3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973" name="Google Shape;10973;p366"/>
          <p:cNvSpPr txBox="1"/>
          <p:nvPr>
            <p:ph idx="1" type="subTitle"/>
          </p:nvPr>
        </p:nvSpPr>
        <p:spPr>
          <a:xfrm>
            <a:off x="1253225"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974" name="Google Shape;10974;p366"/>
          <p:cNvSpPr txBox="1"/>
          <p:nvPr>
            <p:ph idx="2" type="subTitle"/>
          </p:nvPr>
        </p:nvSpPr>
        <p:spPr>
          <a:xfrm>
            <a:off x="5079776" y="20537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975" name="Google Shape;10975;p366"/>
          <p:cNvSpPr txBox="1"/>
          <p:nvPr>
            <p:ph idx="3" type="subTitle"/>
          </p:nvPr>
        </p:nvSpPr>
        <p:spPr>
          <a:xfrm>
            <a:off x="1253225"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976" name="Google Shape;10976;p366"/>
          <p:cNvSpPr txBox="1"/>
          <p:nvPr>
            <p:ph idx="4" type="subTitle"/>
          </p:nvPr>
        </p:nvSpPr>
        <p:spPr>
          <a:xfrm>
            <a:off x="5079776" y="3565300"/>
            <a:ext cx="2811000" cy="10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977" name="Google Shape;10977;p366"/>
          <p:cNvSpPr txBox="1"/>
          <p:nvPr>
            <p:ph idx="5" type="subTitle"/>
          </p:nvPr>
        </p:nvSpPr>
        <p:spPr>
          <a:xfrm>
            <a:off x="1253225"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978" name="Google Shape;10978;p366"/>
          <p:cNvSpPr txBox="1"/>
          <p:nvPr>
            <p:ph idx="6" type="subTitle"/>
          </p:nvPr>
        </p:nvSpPr>
        <p:spPr>
          <a:xfrm>
            <a:off x="1253225"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979" name="Google Shape;10979;p366"/>
          <p:cNvSpPr txBox="1"/>
          <p:nvPr>
            <p:ph idx="7" type="subTitle"/>
          </p:nvPr>
        </p:nvSpPr>
        <p:spPr>
          <a:xfrm>
            <a:off x="5079750" y="1363500"/>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980" name="Google Shape;10980;p366"/>
          <p:cNvSpPr txBox="1"/>
          <p:nvPr>
            <p:ph idx="8" type="subTitle"/>
          </p:nvPr>
        </p:nvSpPr>
        <p:spPr>
          <a:xfrm>
            <a:off x="5079750" y="2875125"/>
            <a:ext cx="2811000" cy="6978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981" name="Google Shape;10981;p366"/>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366"/>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3" name="Google Shape;10983;p366"/>
          <p:cNvGrpSpPr/>
          <p:nvPr/>
        </p:nvGrpSpPr>
        <p:grpSpPr>
          <a:xfrm>
            <a:off x="65066" y="4373044"/>
            <a:ext cx="878158" cy="654532"/>
            <a:chOff x="1114425" y="4361211"/>
            <a:chExt cx="573023" cy="427101"/>
          </a:xfrm>
        </p:grpSpPr>
        <p:grpSp>
          <p:nvGrpSpPr>
            <p:cNvPr id="10984" name="Google Shape;10984;p366"/>
            <p:cNvGrpSpPr/>
            <p:nvPr/>
          </p:nvGrpSpPr>
          <p:grpSpPr>
            <a:xfrm>
              <a:off x="1114425" y="4361211"/>
              <a:ext cx="573023" cy="427101"/>
              <a:chOff x="1114425" y="4361211"/>
              <a:chExt cx="573023" cy="427101"/>
            </a:xfrm>
          </p:grpSpPr>
          <p:sp>
            <p:nvSpPr>
              <p:cNvPr id="10985" name="Google Shape;10985;p366"/>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86" name="Google Shape;10986;p366"/>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87" name="Google Shape;10987;p366"/>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988" name="Google Shape;10988;p366"/>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89" name="Google Shape;10989;p366"/>
          <p:cNvGrpSpPr/>
          <p:nvPr/>
        </p:nvGrpSpPr>
        <p:grpSpPr>
          <a:xfrm>
            <a:off x="8114970" y="266839"/>
            <a:ext cx="829992" cy="750888"/>
            <a:chOff x="8114596" y="445039"/>
            <a:chExt cx="633002" cy="572716"/>
          </a:xfrm>
        </p:grpSpPr>
        <p:grpSp>
          <p:nvGrpSpPr>
            <p:cNvPr id="10990" name="Google Shape;10990;p366"/>
            <p:cNvGrpSpPr/>
            <p:nvPr/>
          </p:nvGrpSpPr>
          <p:grpSpPr>
            <a:xfrm>
              <a:off x="8114596" y="445039"/>
              <a:ext cx="633002" cy="572716"/>
              <a:chOff x="7189660" y="520827"/>
              <a:chExt cx="598074" cy="541115"/>
            </a:xfrm>
          </p:grpSpPr>
          <p:sp>
            <p:nvSpPr>
              <p:cNvPr id="10991" name="Google Shape;10991;p366"/>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992" name="Google Shape;10992;p366"/>
              <p:cNvGrpSpPr/>
              <p:nvPr/>
            </p:nvGrpSpPr>
            <p:grpSpPr>
              <a:xfrm>
                <a:off x="7579137" y="551973"/>
                <a:ext cx="164782" cy="41529"/>
                <a:chOff x="7579137" y="551973"/>
                <a:chExt cx="164782" cy="41529"/>
              </a:xfrm>
            </p:grpSpPr>
            <p:sp>
              <p:nvSpPr>
                <p:cNvPr id="10993" name="Google Shape;10993;p366"/>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94" name="Google Shape;10994;p366"/>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95" name="Google Shape;10995;p366"/>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996" name="Google Shape;10996;p366"/>
            <p:cNvGrpSpPr/>
            <p:nvPr/>
          </p:nvGrpSpPr>
          <p:grpSpPr>
            <a:xfrm>
              <a:off x="8184962" y="619646"/>
              <a:ext cx="498115" cy="257273"/>
              <a:chOff x="7256144" y="685800"/>
              <a:chExt cx="470630" cy="243077"/>
            </a:xfrm>
          </p:grpSpPr>
          <p:sp>
            <p:nvSpPr>
              <p:cNvPr id="10997" name="Google Shape;10997;p366"/>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998" name="Google Shape;10998;p366"/>
              <p:cNvGrpSpPr/>
              <p:nvPr/>
            </p:nvGrpSpPr>
            <p:grpSpPr>
              <a:xfrm>
                <a:off x="7512843" y="685800"/>
                <a:ext cx="213931" cy="243077"/>
                <a:chOff x="7512843" y="685800"/>
                <a:chExt cx="213931" cy="243077"/>
              </a:xfrm>
            </p:grpSpPr>
            <p:grpSp>
              <p:nvGrpSpPr>
                <p:cNvPr id="10999" name="Google Shape;10999;p366"/>
                <p:cNvGrpSpPr/>
                <p:nvPr/>
              </p:nvGrpSpPr>
              <p:grpSpPr>
                <a:xfrm>
                  <a:off x="7512843" y="836580"/>
                  <a:ext cx="213931" cy="92297"/>
                  <a:chOff x="7512843" y="836580"/>
                  <a:chExt cx="213931" cy="92297"/>
                </a:xfrm>
              </p:grpSpPr>
              <p:sp>
                <p:nvSpPr>
                  <p:cNvPr id="11000" name="Google Shape;11000;p366"/>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01" name="Google Shape;11001;p366"/>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002" name="Google Shape;11002;p366"/>
                <p:cNvGrpSpPr/>
                <p:nvPr/>
              </p:nvGrpSpPr>
              <p:grpSpPr>
                <a:xfrm>
                  <a:off x="7512843" y="761238"/>
                  <a:ext cx="213931" cy="92296"/>
                  <a:chOff x="7512843" y="761238"/>
                  <a:chExt cx="213931" cy="92296"/>
                </a:xfrm>
              </p:grpSpPr>
              <p:sp>
                <p:nvSpPr>
                  <p:cNvPr id="11003" name="Google Shape;11003;p366"/>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04" name="Google Shape;11004;p366"/>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005" name="Google Shape;11005;p366"/>
                <p:cNvGrpSpPr/>
                <p:nvPr/>
              </p:nvGrpSpPr>
              <p:grpSpPr>
                <a:xfrm>
                  <a:off x="7512843" y="685800"/>
                  <a:ext cx="213931" cy="92297"/>
                  <a:chOff x="7512843" y="685800"/>
                  <a:chExt cx="213931" cy="92297"/>
                </a:xfrm>
              </p:grpSpPr>
              <p:sp>
                <p:nvSpPr>
                  <p:cNvPr id="11006" name="Google Shape;11006;p366"/>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07" name="Google Shape;11007;p366"/>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3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1008" name="Shape 11008"/>
        <p:cNvGrpSpPr/>
        <p:nvPr/>
      </p:nvGrpSpPr>
      <p:grpSpPr>
        <a:xfrm>
          <a:off x="0" y="0"/>
          <a:ext cx="0" cy="0"/>
          <a:chOff x="0" y="0"/>
          <a:chExt cx="0" cy="0"/>
        </a:xfrm>
      </p:grpSpPr>
      <p:sp>
        <p:nvSpPr>
          <p:cNvPr id="11009" name="Google Shape;11009;p3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1010" name="Google Shape;11010;p367"/>
          <p:cNvSpPr txBox="1"/>
          <p:nvPr>
            <p:ph idx="1" type="subTitle"/>
          </p:nvPr>
        </p:nvSpPr>
        <p:spPr>
          <a:xfrm>
            <a:off x="723900" y="171015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1011" name="Google Shape;11011;p367"/>
          <p:cNvSpPr txBox="1"/>
          <p:nvPr>
            <p:ph idx="2" type="subTitle"/>
          </p:nvPr>
        </p:nvSpPr>
        <p:spPr>
          <a:xfrm>
            <a:off x="3577144"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1012" name="Google Shape;11012;p367"/>
          <p:cNvSpPr txBox="1"/>
          <p:nvPr>
            <p:ph idx="3" type="subTitle"/>
          </p:nvPr>
        </p:nvSpPr>
        <p:spPr>
          <a:xfrm>
            <a:off x="723900"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1013" name="Google Shape;11013;p367"/>
          <p:cNvSpPr txBox="1"/>
          <p:nvPr>
            <p:ph idx="4" type="subTitle"/>
          </p:nvPr>
        </p:nvSpPr>
        <p:spPr>
          <a:xfrm>
            <a:off x="3577144"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1014" name="Google Shape;11014;p367"/>
          <p:cNvSpPr txBox="1"/>
          <p:nvPr>
            <p:ph idx="5" type="subTitle"/>
          </p:nvPr>
        </p:nvSpPr>
        <p:spPr>
          <a:xfrm>
            <a:off x="6430388" y="1710161"/>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1015" name="Google Shape;11015;p367"/>
          <p:cNvSpPr txBox="1"/>
          <p:nvPr>
            <p:ph idx="6" type="subTitle"/>
          </p:nvPr>
        </p:nvSpPr>
        <p:spPr>
          <a:xfrm>
            <a:off x="6430388" y="3498800"/>
            <a:ext cx="1986000" cy="11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1016" name="Google Shape;11016;p367"/>
          <p:cNvSpPr txBox="1"/>
          <p:nvPr>
            <p:ph idx="7" type="subTitle"/>
          </p:nvPr>
        </p:nvSpPr>
        <p:spPr>
          <a:xfrm>
            <a:off x="731700" y="1060275"/>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1017" name="Google Shape;11017;p367"/>
          <p:cNvSpPr txBox="1"/>
          <p:nvPr>
            <p:ph idx="8" type="subTitle"/>
          </p:nvPr>
        </p:nvSpPr>
        <p:spPr>
          <a:xfrm>
            <a:off x="3582994"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1018" name="Google Shape;11018;p367"/>
          <p:cNvSpPr txBox="1"/>
          <p:nvPr>
            <p:ph idx="9" type="subTitle"/>
          </p:nvPr>
        </p:nvSpPr>
        <p:spPr>
          <a:xfrm>
            <a:off x="6434288" y="1060284"/>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1019" name="Google Shape;11019;p367"/>
          <p:cNvSpPr txBox="1"/>
          <p:nvPr>
            <p:ph idx="13" type="subTitle"/>
          </p:nvPr>
        </p:nvSpPr>
        <p:spPr>
          <a:xfrm>
            <a:off x="723900" y="2845800"/>
            <a:ext cx="19860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1020" name="Google Shape;11020;p367"/>
          <p:cNvSpPr txBox="1"/>
          <p:nvPr>
            <p:ph idx="14" type="subTitle"/>
          </p:nvPr>
        </p:nvSpPr>
        <p:spPr>
          <a:xfrm>
            <a:off x="3582995"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1021" name="Google Shape;11021;p367"/>
          <p:cNvSpPr txBox="1"/>
          <p:nvPr>
            <p:ph idx="15" type="subTitle"/>
          </p:nvPr>
        </p:nvSpPr>
        <p:spPr>
          <a:xfrm>
            <a:off x="6434290" y="2845800"/>
            <a:ext cx="1978200" cy="653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1022" name="Google Shape;11022;p367"/>
          <p:cNvSpPr/>
          <p:nvPr/>
        </p:nvSpPr>
        <p:spPr>
          <a:xfrm flipH="1" rot="-3263452">
            <a:off x="7372110" y="40383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367"/>
          <p:cNvSpPr/>
          <p:nvPr/>
        </p:nvSpPr>
        <p:spPr>
          <a:xfrm flipH="1" rot="531647">
            <a:off x="-1621232" y="4095570"/>
            <a:ext cx="2581069" cy="208704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367"/>
          <p:cNvSpPr/>
          <p:nvPr/>
        </p:nvSpPr>
        <p:spPr>
          <a:xfrm flipH="1" rot="460658">
            <a:off x="7344116" y="-1448948"/>
            <a:ext cx="3053845" cy="246933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5" name="Google Shape;11025;p367"/>
          <p:cNvGrpSpPr/>
          <p:nvPr/>
        </p:nvGrpSpPr>
        <p:grpSpPr>
          <a:xfrm>
            <a:off x="7931872" y="177093"/>
            <a:ext cx="997823" cy="737095"/>
            <a:chOff x="7931872" y="177093"/>
            <a:chExt cx="997823" cy="737095"/>
          </a:xfrm>
        </p:grpSpPr>
        <p:grpSp>
          <p:nvGrpSpPr>
            <p:cNvPr id="11026" name="Google Shape;11026;p367"/>
            <p:cNvGrpSpPr/>
            <p:nvPr/>
          </p:nvGrpSpPr>
          <p:grpSpPr>
            <a:xfrm>
              <a:off x="7931872" y="177093"/>
              <a:ext cx="919725" cy="318025"/>
              <a:chOff x="7230903" y="4635722"/>
              <a:chExt cx="652843" cy="225742"/>
            </a:xfrm>
          </p:grpSpPr>
          <p:sp>
            <p:nvSpPr>
              <p:cNvPr id="11027" name="Google Shape;11027;p367"/>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28" name="Google Shape;11028;p367"/>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029" name="Google Shape;11029;p367"/>
              <p:cNvGrpSpPr/>
              <p:nvPr/>
            </p:nvGrpSpPr>
            <p:grpSpPr>
              <a:xfrm>
                <a:off x="7487126" y="4676394"/>
                <a:ext cx="332041" cy="142684"/>
                <a:chOff x="7487126" y="4676394"/>
                <a:chExt cx="332041" cy="142684"/>
              </a:xfrm>
            </p:grpSpPr>
            <p:sp>
              <p:nvSpPr>
                <p:cNvPr id="11030" name="Google Shape;11030;p367"/>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31" name="Google Shape;11031;p367"/>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32" name="Google Shape;11032;p367"/>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33" name="Google Shape;11033;p367"/>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034" name="Google Shape;11034;p367"/>
            <p:cNvGrpSpPr/>
            <p:nvPr/>
          </p:nvGrpSpPr>
          <p:grpSpPr>
            <a:xfrm>
              <a:off x="7931872" y="596163"/>
              <a:ext cx="919725" cy="318025"/>
              <a:chOff x="7230903" y="4933188"/>
              <a:chExt cx="652843" cy="225742"/>
            </a:xfrm>
          </p:grpSpPr>
          <p:grpSp>
            <p:nvGrpSpPr>
              <p:cNvPr id="11035" name="Google Shape;11035;p367"/>
              <p:cNvGrpSpPr/>
              <p:nvPr/>
            </p:nvGrpSpPr>
            <p:grpSpPr>
              <a:xfrm>
                <a:off x="7230903" y="4933188"/>
                <a:ext cx="652843" cy="225742"/>
                <a:chOff x="7230903" y="4933188"/>
                <a:chExt cx="652843" cy="225742"/>
              </a:xfrm>
            </p:grpSpPr>
            <p:sp>
              <p:nvSpPr>
                <p:cNvPr id="11036" name="Google Shape;11036;p367"/>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37" name="Google Shape;11037;p367"/>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038" name="Google Shape;11038;p367"/>
                <p:cNvGrpSpPr/>
                <p:nvPr/>
              </p:nvGrpSpPr>
              <p:grpSpPr>
                <a:xfrm>
                  <a:off x="7487126" y="4973859"/>
                  <a:ext cx="332041" cy="142684"/>
                  <a:chOff x="7487126" y="4973859"/>
                  <a:chExt cx="332041" cy="142684"/>
                </a:xfrm>
              </p:grpSpPr>
              <p:sp>
                <p:nvSpPr>
                  <p:cNvPr id="11039" name="Google Shape;11039;p367"/>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40" name="Google Shape;11040;p367"/>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41" name="Google Shape;11041;p367"/>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42" name="Google Shape;11042;p367"/>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1043" name="Google Shape;11043;p367"/>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044" name="Google Shape;11044;p367"/>
            <p:cNvGrpSpPr/>
            <p:nvPr/>
          </p:nvGrpSpPr>
          <p:grpSpPr>
            <a:xfrm>
              <a:off x="8756326" y="539537"/>
              <a:ext cx="173370" cy="112691"/>
              <a:chOff x="7816120" y="4892994"/>
              <a:chExt cx="123062" cy="79991"/>
            </a:xfrm>
          </p:grpSpPr>
          <p:grpSp>
            <p:nvGrpSpPr>
              <p:cNvPr id="11045" name="Google Shape;11045;p367"/>
              <p:cNvGrpSpPr/>
              <p:nvPr/>
            </p:nvGrpSpPr>
            <p:grpSpPr>
              <a:xfrm>
                <a:off x="7816120" y="4902803"/>
                <a:ext cx="123062" cy="63817"/>
                <a:chOff x="7816120" y="4902803"/>
                <a:chExt cx="123062" cy="63817"/>
              </a:xfrm>
            </p:grpSpPr>
            <p:sp>
              <p:nvSpPr>
                <p:cNvPr id="11046" name="Google Shape;11046;p367"/>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47" name="Google Shape;11047;p367"/>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048" name="Google Shape;11048;p367"/>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3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1049" name="Shape 11049"/>
        <p:cNvGrpSpPr/>
        <p:nvPr/>
      </p:nvGrpSpPr>
      <p:grpSpPr>
        <a:xfrm>
          <a:off x="0" y="0"/>
          <a:ext cx="0" cy="0"/>
          <a:chOff x="0" y="0"/>
          <a:chExt cx="0" cy="0"/>
        </a:xfrm>
      </p:grpSpPr>
      <p:sp>
        <p:nvSpPr>
          <p:cNvPr id="11050" name="Google Shape;11050;p368"/>
          <p:cNvSpPr txBox="1"/>
          <p:nvPr>
            <p:ph hasCustomPrompt="1" type="title"/>
          </p:nvPr>
        </p:nvSpPr>
        <p:spPr>
          <a:xfrm>
            <a:off x="798388"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11051" name="Google Shape;11051;p368"/>
          <p:cNvSpPr txBox="1"/>
          <p:nvPr>
            <p:ph idx="1" type="subTitle"/>
          </p:nvPr>
        </p:nvSpPr>
        <p:spPr>
          <a:xfrm>
            <a:off x="798388"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1052" name="Google Shape;11052;p368"/>
          <p:cNvSpPr txBox="1"/>
          <p:nvPr>
            <p:ph hasCustomPrompt="1" idx="2" type="title"/>
          </p:nvPr>
        </p:nvSpPr>
        <p:spPr>
          <a:xfrm>
            <a:off x="2825700" y="1029535"/>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11053" name="Google Shape;11053;p368"/>
          <p:cNvSpPr txBox="1"/>
          <p:nvPr>
            <p:ph idx="3" type="subTitle"/>
          </p:nvPr>
        </p:nvSpPr>
        <p:spPr>
          <a:xfrm>
            <a:off x="2825700" y="1804473"/>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1054" name="Google Shape;11054;p368"/>
          <p:cNvSpPr txBox="1"/>
          <p:nvPr>
            <p:ph hasCustomPrompt="1" idx="4" type="title"/>
          </p:nvPr>
        </p:nvSpPr>
        <p:spPr>
          <a:xfrm>
            <a:off x="4853013" y="2997571"/>
            <a:ext cx="3492600" cy="7689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11055" name="Google Shape;11055;p368"/>
          <p:cNvSpPr txBox="1"/>
          <p:nvPr>
            <p:ph idx="5" type="subTitle"/>
          </p:nvPr>
        </p:nvSpPr>
        <p:spPr>
          <a:xfrm>
            <a:off x="4853013" y="3772215"/>
            <a:ext cx="3492600" cy="59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200"/>
              <a:buFont typeface="PT Sans"/>
              <a:buNone/>
              <a:defRPr>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1056" name="Google Shape;11056;p368"/>
          <p:cNvSpPr/>
          <p:nvPr/>
        </p:nvSpPr>
        <p:spPr>
          <a:xfrm rot="-5710536">
            <a:off x="-1869285" y="3438573"/>
            <a:ext cx="3168438" cy="23079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368"/>
          <p:cNvSpPr/>
          <p:nvPr/>
        </p:nvSpPr>
        <p:spPr>
          <a:xfrm rot="-294905">
            <a:off x="7350387" y="3903245"/>
            <a:ext cx="3168449" cy="256199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1058" name="Shape 11058"/>
        <p:cNvGrpSpPr/>
        <p:nvPr/>
      </p:nvGrpSpPr>
      <p:grpSpPr>
        <a:xfrm>
          <a:off x="0" y="0"/>
          <a:ext cx="0" cy="0"/>
          <a:chOff x="0" y="0"/>
          <a:chExt cx="0" cy="0"/>
        </a:xfrm>
      </p:grpSpPr>
      <p:sp>
        <p:nvSpPr>
          <p:cNvPr id="11059" name="Google Shape;11059;p36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1060" name="Google Shape;11060;p369"/>
          <p:cNvSpPr/>
          <p:nvPr/>
        </p:nvSpPr>
        <p:spPr>
          <a:xfrm flipH="1" rot="337739">
            <a:off x="8212271" y="3187242"/>
            <a:ext cx="3158465" cy="3518480"/>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1" name="Google Shape;11061;p369"/>
          <p:cNvGrpSpPr/>
          <p:nvPr/>
        </p:nvGrpSpPr>
        <p:grpSpPr>
          <a:xfrm>
            <a:off x="90200" y="4214393"/>
            <a:ext cx="516117" cy="779220"/>
            <a:chOff x="10572463" y="3528536"/>
            <a:chExt cx="580168" cy="875823"/>
          </a:xfrm>
        </p:grpSpPr>
        <p:grpSp>
          <p:nvGrpSpPr>
            <p:cNvPr id="11062" name="Google Shape;11062;p369"/>
            <p:cNvGrpSpPr/>
            <p:nvPr/>
          </p:nvGrpSpPr>
          <p:grpSpPr>
            <a:xfrm>
              <a:off x="10713815" y="3528536"/>
              <a:ext cx="438816" cy="746664"/>
              <a:chOff x="10713815" y="3528536"/>
              <a:chExt cx="438816" cy="746664"/>
            </a:xfrm>
          </p:grpSpPr>
          <p:sp>
            <p:nvSpPr>
              <p:cNvPr id="11063" name="Google Shape;11063;p369"/>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064" name="Google Shape;11064;p369"/>
              <p:cNvGrpSpPr/>
              <p:nvPr/>
            </p:nvGrpSpPr>
            <p:grpSpPr>
              <a:xfrm>
                <a:off x="10776489" y="3625310"/>
                <a:ext cx="313848" cy="288226"/>
                <a:chOff x="10776489" y="3625310"/>
                <a:chExt cx="313848" cy="288226"/>
              </a:xfrm>
            </p:grpSpPr>
            <p:sp>
              <p:nvSpPr>
                <p:cNvPr id="11065" name="Google Shape;11065;p369"/>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66" name="Google Shape;11066;p369"/>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67" name="Google Shape;11067;p369"/>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68" name="Google Shape;11068;p369"/>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69" name="Google Shape;11069;p369"/>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70" name="Google Shape;11070;p369"/>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071" name="Google Shape;11071;p369"/>
              <p:cNvGrpSpPr/>
              <p:nvPr/>
            </p:nvGrpSpPr>
            <p:grpSpPr>
              <a:xfrm>
                <a:off x="10776489" y="3999547"/>
                <a:ext cx="313848" cy="181546"/>
                <a:chOff x="10776489" y="3999547"/>
                <a:chExt cx="313848" cy="181546"/>
              </a:xfrm>
            </p:grpSpPr>
            <p:sp>
              <p:nvSpPr>
                <p:cNvPr id="11072" name="Google Shape;11072;p369"/>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73" name="Google Shape;11073;p369"/>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74" name="Google Shape;11074;p369"/>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75" name="Google Shape;11075;p369"/>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076" name="Google Shape;11076;p369"/>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077" name="Google Shape;11077;p369"/>
            <p:cNvGrpSpPr/>
            <p:nvPr/>
          </p:nvGrpSpPr>
          <p:grpSpPr>
            <a:xfrm>
              <a:off x="10572463" y="3657790"/>
              <a:ext cx="438817" cy="746569"/>
              <a:chOff x="10572463" y="3657790"/>
              <a:chExt cx="438817" cy="746569"/>
            </a:xfrm>
          </p:grpSpPr>
          <p:sp>
            <p:nvSpPr>
              <p:cNvPr id="11078" name="Google Shape;11078;p369"/>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079" name="Google Shape;11079;p369"/>
              <p:cNvGrpSpPr/>
              <p:nvPr/>
            </p:nvGrpSpPr>
            <p:grpSpPr>
              <a:xfrm>
                <a:off x="10635138" y="3754469"/>
                <a:ext cx="313848" cy="288321"/>
                <a:chOff x="10635138" y="3754469"/>
                <a:chExt cx="313848" cy="288321"/>
              </a:xfrm>
            </p:grpSpPr>
            <p:sp>
              <p:nvSpPr>
                <p:cNvPr id="11080" name="Google Shape;11080;p369"/>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81" name="Google Shape;11081;p369"/>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82" name="Google Shape;11082;p369"/>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83" name="Google Shape;11083;p369"/>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84" name="Google Shape;11084;p369"/>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85" name="Google Shape;11085;p369"/>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086" name="Google Shape;11086;p369"/>
              <p:cNvGrpSpPr/>
              <p:nvPr/>
            </p:nvGrpSpPr>
            <p:grpSpPr>
              <a:xfrm>
                <a:off x="10635138" y="4128801"/>
                <a:ext cx="313848" cy="181547"/>
                <a:chOff x="10635138" y="4128801"/>
                <a:chExt cx="313848" cy="181547"/>
              </a:xfrm>
            </p:grpSpPr>
            <p:sp>
              <p:nvSpPr>
                <p:cNvPr id="11087" name="Google Shape;11087;p369"/>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88" name="Google Shape;11088;p369"/>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89" name="Google Shape;11089;p369"/>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90" name="Google Shape;11090;p369"/>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091" name="Google Shape;11091;p369"/>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1092" name="Google Shape;11092;p369"/>
          <p:cNvSpPr/>
          <p:nvPr/>
        </p:nvSpPr>
        <p:spPr>
          <a:xfrm flipH="1" rot="-3657034">
            <a:off x="-1404232" y="-737971"/>
            <a:ext cx="2746020" cy="16278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3" name="Google Shape;11093;p369"/>
          <p:cNvGrpSpPr/>
          <p:nvPr/>
        </p:nvGrpSpPr>
        <p:grpSpPr>
          <a:xfrm>
            <a:off x="8114970" y="266839"/>
            <a:ext cx="829992" cy="750888"/>
            <a:chOff x="8114596" y="445039"/>
            <a:chExt cx="633002" cy="572716"/>
          </a:xfrm>
        </p:grpSpPr>
        <p:grpSp>
          <p:nvGrpSpPr>
            <p:cNvPr id="11094" name="Google Shape;11094;p369"/>
            <p:cNvGrpSpPr/>
            <p:nvPr/>
          </p:nvGrpSpPr>
          <p:grpSpPr>
            <a:xfrm>
              <a:off x="8114596" y="445039"/>
              <a:ext cx="633002" cy="572716"/>
              <a:chOff x="7189660" y="520827"/>
              <a:chExt cx="598074" cy="541115"/>
            </a:xfrm>
          </p:grpSpPr>
          <p:sp>
            <p:nvSpPr>
              <p:cNvPr id="11095" name="Google Shape;11095;p369"/>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096" name="Google Shape;11096;p369"/>
              <p:cNvGrpSpPr/>
              <p:nvPr/>
            </p:nvGrpSpPr>
            <p:grpSpPr>
              <a:xfrm>
                <a:off x="7579137" y="551973"/>
                <a:ext cx="164782" cy="41529"/>
                <a:chOff x="7579137" y="551973"/>
                <a:chExt cx="164782" cy="41529"/>
              </a:xfrm>
            </p:grpSpPr>
            <p:sp>
              <p:nvSpPr>
                <p:cNvPr id="11097" name="Google Shape;11097;p369"/>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98" name="Google Shape;11098;p369"/>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99" name="Google Shape;11099;p369"/>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100" name="Google Shape;11100;p369"/>
            <p:cNvGrpSpPr/>
            <p:nvPr/>
          </p:nvGrpSpPr>
          <p:grpSpPr>
            <a:xfrm>
              <a:off x="8184962" y="619646"/>
              <a:ext cx="498115" cy="257273"/>
              <a:chOff x="7256144" y="685800"/>
              <a:chExt cx="470630" cy="243077"/>
            </a:xfrm>
          </p:grpSpPr>
          <p:sp>
            <p:nvSpPr>
              <p:cNvPr id="11101" name="Google Shape;11101;p369"/>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102" name="Google Shape;11102;p369"/>
              <p:cNvGrpSpPr/>
              <p:nvPr/>
            </p:nvGrpSpPr>
            <p:grpSpPr>
              <a:xfrm>
                <a:off x="7512843" y="685800"/>
                <a:ext cx="213931" cy="243077"/>
                <a:chOff x="7512843" y="685800"/>
                <a:chExt cx="213931" cy="243077"/>
              </a:xfrm>
            </p:grpSpPr>
            <p:grpSp>
              <p:nvGrpSpPr>
                <p:cNvPr id="11103" name="Google Shape;11103;p369"/>
                <p:cNvGrpSpPr/>
                <p:nvPr/>
              </p:nvGrpSpPr>
              <p:grpSpPr>
                <a:xfrm>
                  <a:off x="7512843" y="836580"/>
                  <a:ext cx="213931" cy="92297"/>
                  <a:chOff x="7512843" y="836580"/>
                  <a:chExt cx="213931" cy="92297"/>
                </a:xfrm>
              </p:grpSpPr>
              <p:sp>
                <p:nvSpPr>
                  <p:cNvPr id="11104" name="Google Shape;11104;p369"/>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05" name="Google Shape;11105;p369"/>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106" name="Google Shape;11106;p369"/>
                <p:cNvGrpSpPr/>
                <p:nvPr/>
              </p:nvGrpSpPr>
              <p:grpSpPr>
                <a:xfrm>
                  <a:off x="7512843" y="761238"/>
                  <a:ext cx="213931" cy="92296"/>
                  <a:chOff x="7512843" y="761238"/>
                  <a:chExt cx="213931" cy="92296"/>
                </a:xfrm>
              </p:grpSpPr>
              <p:sp>
                <p:nvSpPr>
                  <p:cNvPr id="11107" name="Google Shape;11107;p369"/>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08" name="Google Shape;11108;p369"/>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109" name="Google Shape;11109;p369"/>
                <p:cNvGrpSpPr/>
                <p:nvPr/>
              </p:nvGrpSpPr>
              <p:grpSpPr>
                <a:xfrm>
                  <a:off x="7512843" y="685800"/>
                  <a:ext cx="213931" cy="92297"/>
                  <a:chOff x="7512843" y="685800"/>
                  <a:chExt cx="213931" cy="92297"/>
                </a:xfrm>
              </p:grpSpPr>
              <p:sp>
                <p:nvSpPr>
                  <p:cNvPr id="11110" name="Google Shape;11110;p369"/>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11" name="Google Shape;11111;p369"/>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3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11112" name="Shape 11112"/>
        <p:cNvGrpSpPr/>
        <p:nvPr/>
      </p:nvGrpSpPr>
      <p:grpSpPr>
        <a:xfrm>
          <a:off x="0" y="0"/>
          <a:ext cx="0" cy="0"/>
          <a:chOff x="0" y="0"/>
          <a:chExt cx="0" cy="0"/>
        </a:xfrm>
      </p:grpSpPr>
      <p:sp>
        <p:nvSpPr>
          <p:cNvPr id="11113" name="Google Shape;11113;p370"/>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37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11115" name="Google Shape;11115;p370"/>
          <p:cNvGrpSpPr/>
          <p:nvPr/>
        </p:nvGrpSpPr>
        <p:grpSpPr>
          <a:xfrm flipH="1">
            <a:off x="683048" y="4696520"/>
            <a:ext cx="325927" cy="404808"/>
            <a:chOff x="7385113" y="1535430"/>
            <a:chExt cx="435673" cy="541115"/>
          </a:xfrm>
        </p:grpSpPr>
        <p:sp>
          <p:nvSpPr>
            <p:cNvPr id="11116" name="Google Shape;11116;p370"/>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117" name="Google Shape;11117;p370"/>
            <p:cNvGrpSpPr/>
            <p:nvPr/>
          </p:nvGrpSpPr>
          <p:grpSpPr>
            <a:xfrm>
              <a:off x="7612094" y="1566576"/>
              <a:ext cx="164781" cy="41529"/>
              <a:chOff x="7612094" y="1566576"/>
              <a:chExt cx="164781" cy="41529"/>
            </a:xfrm>
          </p:grpSpPr>
          <p:sp>
            <p:nvSpPr>
              <p:cNvPr id="11118" name="Google Shape;11118;p370"/>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19" name="Google Shape;11119;p370"/>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20" name="Google Shape;11120;p370"/>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121" name="Google Shape;11121;p370"/>
          <p:cNvGrpSpPr/>
          <p:nvPr/>
        </p:nvGrpSpPr>
        <p:grpSpPr>
          <a:xfrm flipH="1">
            <a:off x="713902" y="4774546"/>
            <a:ext cx="268636" cy="280965"/>
            <a:chOff x="7420451" y="1639728"/>
            <a:chExt cx="359091" cy="375571"/>
          </a:xfrm>
        </p:grpSpPr>
        <p:sp>
          <p:nvSpPr>
            <p:cNvPr id="11122" name="Google Shape;11122;p370"/>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23" name="Google Shape;11123;p370"/>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124" name="Google Shape;11124;p370"/>
          <p:cNvGrpSpPr/>
          <p:nvPr/>
        </p:nvGrpSpPr>
        <p:grpSpPr>
          <a:xfrm flipH="1">
            <a:off x="96200" y="4469347"/>
            <a:ext cx="355444" cy="644072"/>
            <a:chOff x="1945386" y="5582316"/>
            <a:chExt cx="470725" cy="852963"/>
          </a:xfrm>
        </p:grpSpPr>
        <p:grpSp>
          <p:nvGrpSpPr>
            <p:cNvPr id="11125" name="Google Shape;11125;p370"/>
            <p:cNvGrpSpPr/>
            <p:nvPr/>
          </p:nvGrpSpPr>
          <p:grpSpPr>
            <a:xfrm>
              <a:off x="1945386" y="5582316"/>
              <a:ext cx="470725" cy="852963"/>
              <a:chOff x="1945386" y="5582316"/>
              <a:chExt cx="470725" cy="852963"/>
            </a:xfrm>
          </p:grpSpPr>
          <p:sp>
            <p:nvSpPr>
              <p:cNvPr id="11126" name="Google Shape;11126;p370"/>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27" name="Google Shape;11127;p370"/>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128" name="Google Shape;11128;p370"/>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129" name="Google Shape;11129;p370"/>
          <p:cNvGrpSpPr/>
          <p:nvPr/>
        </p:nvGrpSpPr>
        <p:grpSpPr>
          <a:xfrm>
            <a:off x="7975988" y="116167"/>
            <a:ext cx="1061979" cy="558999"/>
            <a:chOff x="3859815" y="2867310"/>
            <a:chExt cx="1262157" cy="664368"/>
          </a:xfrm>
        </p:grpSpPr>
        <p:sp>
          <p:nvSpPr>
            <p:cNvPr id="11130" name="Google Shape;11130;p370"/>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131" name="Google Shape;11131;p370"/>
            <p:cNvGrpSpPr/>
            <p:nvPr/>
          </p:nvGrpSpPr>
          <p:grpSpPr>
            <a:xfrm>
              <a:off x="4275677" y="3065525"/>
              <a:ext cx="334517" cy="380047"/>
              <a:chOff x="4275677" y="3065525"/>
              <a:chExt cx="334517" cy="380047"/>
            </a:xfrm>
          </p:grpSpPr>
          <p:grpSp>
            <p:nvGrpSpPr>
              <p:cNvPr id="11132" name="Google Shape;11132;p370"/>
              <p:cNvGrpSpPr/>
              <p:nvPr/>
            </p:nvGrpSpPr>
            <p:grpSpPr>
              <a:xfrm>
                <a:off x="4275677" y="3065525"/>
                <a:ext cx="334517" cy="380047"/>
                <a:chOff x="4275677" y="3065525"/>
                <a:chExt cx="334517" cy="380047"/>
              </a:xfrm>
            </p:grpSpPr>
            <p:grpSp>
              <p:nvGrpSpPr>
                <p:cNvPr id="11133" name="Google Shape;11133;p370"/>
                <p:cNvGrpSpPr/>
                <p:nvPr/>
              </p:nvGrpSpPr>
              <p:grpSpPr>
                <a:xfrm>
                  <a:off x="4275677" y="3301269"/>
                  <a:ext cx="334422" cy="144303"/>
                  <a:chOff x="4275677" y="3301269"/>
                  <a:chExt cx="334422" cy="144303"/>
                </a:xfrm>
              </p:grpSpPr>
              <p:sp>
                <p:nvSpPr>
                  <p:cNvPr id="11134" name="Google Shape;11134;p370"/>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35" name="Google Shape;11135;p370"/>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136" name="Google Shape;11136;p370"/>
                <p:cNvGrpSpPr/>
                <p:nvPr/>
              </p:nvGrpSpPr>
              <p:grpSpPr>
                <a:xfrm>
                  <a:off x="4275677" y="3183350"/>
                  <a:ext cx="334422" cy="144302"/>
                  <a:chOff x="4275677" y="3183350"/>
                  <a:chExt cx="334422" cy="144302"/>
                </a:xfrm>
              </p:grpSpPr>
              <p:sp>
                <p:nvSpPr>
                  <p:cNvPr id="11137" name="Google Shape;11137;p370"/>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38" name="Google Shape;11138;p370"/>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139" name="Google Shape;11139;p370"/>
                <p:cNvGrpSpPr/>
                <p:nvPr/>
              </p:nvGrpSpPr>
              <p:grpSpPr>
                <a:xfrm>
                  <a:off x="4275677" y="3065525"/>
                  <a:ext cx="334517" cy="144303"/>
                  <a:chOff x="4275677" y="3065525"/>
                  <a:chExt cx="334517" cy="144303"/>
                </a:xfrm>
              </p:grpSpPr>
              <p:sp>
                <p:nvSpPr>
                  <p:cNvPr id="11140" name="Google Shape;11140;p370"/>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41" name="Google Shape;11141;p370"/>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1142" name="Google Shape;11142;p370"/>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43" name="Google Shape;11143;p370"/>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44" name="Google Shape;11144;p370"/>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145" name="Google Shape;11145;p370"/>
          <p:cNvGrpSpPr/>
          <p:nvPr/>
        </p:nvGrpSpPr>
        <p:grpSpPr>
          <a:xfrm flipH="1" rot="5400000">
            <a:off x="557972" y="4696603"/>
            <a:ext cx="16329" cy="218290"/>
            <a:chOff x="10809827" y="4402455"/>
            <a:chExt cx="24764" cy="330993"/>
          </a:xfrm>
        </p:grpSpPr>
        <p:sp>
          <p:nvSpPr>
            <p:cNvPr id="11146" name="Google Shape;11146;p370"/>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47" name="Google Shape;11147;p370"/>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48" name="Google Shape;11148;p370"/>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149" name="Google Shape;11149;p370"/>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370"/>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1151" name="Shape 11151"/>
        <p:cNvGrpSpPr/>
        <p:nvPr/>
      </p:nvGrpSpPr>
      <p:grpSpPr>
        <a:xfrm>
          <a:off x="0" y="0"/>
          <a:ext cx="0" cy="0"/>
          <a:chOff x="0" y="0"/>
          <a:chExt cx="0" cy="0"/>
        </a:xfrm>
      </p:grpSpPr>
      <p:sp>
        <p:nvSpPr>
          <p:cNvPr id="11152" name="Google Shape;11152;p371"/>
          <p:cNvSpPr txBox="1"/>
          <p:nvPr>
            <p:ph type="title"/>
          </p:nvPr>
        </p:nvSpPr>
        <p:spPr>
          <a:xfrm>
            <a:off x="2347938" y="997200"/>
            <a:ext cx="4448100" cy="10587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sz="85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1153" name="Google Shape;11153;p371"/>
          <p:cNvSpPr txBox="1"/>
          <p:nvPr>
            <p:ph idx="1" type="subTitle"/>
          </p:nvPr>
        </p:nvSpPr>
        <p:spPr>
          <a:xfrm>
            <a:off x="2347900" y="1841450"/>
            <a:ext cx="4448100" cy="105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1154" name="Google Shape;11154;p371"/>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Open Sans"/>
                <a:ea typeface="Open Sans"/>
                <a:cs typeface="Open Sans"/>
                <a:sym typeface="Open Sans"/>
              </a:rPr>
              <a:t>CREDITS:</a:t>
            </a:r>
            <a:r>
              <a:rPr lang="en" sz="1200">
                <a:solidFill>
                  <a:schemeClr val="dk1"/>
                </a:solidFill>
                <a:latin typeface="Open Sans"/>
                <a:ea typeface="Open Sans"/>
                <a:cs typeface="Open Sans"/>
                <a:sym typeface="Open Sans"/>
              </a:rPr>
              <a:t> This presentation template was created by </a:t>
            </a:r>
            <a:r>
              <a:rPr b="1" lang="en" sz="1200" u="sng">
                <a:solidFill>
                  <a:schemeClr val="hlink"/>
                </a:solidFill>
                <a:latin typeface="Open Sans"/>
                <a:ea typeface="Open Sans"/>
                <a:cs typeface="Open Sans"/>
                <a:sym typeface="Open Sans"/>
                <a:hlinkClick r:id="rId2"/>
              </a:rPr>
              <a:t>Slidesgo</a:t>
            </a:r>
            <a:r>
              <a:rPr lang="en" sz="1200">
                <a:solidFill>
                  <a:schemeClr val="dk1"/>
                </a:solidFill>
                <a:latin typeface="Open Sans"/>
                <a:ea typeface="Open Sans"/>
                <a:cs typeface="Open Sans"/>
                <a:sym typeface="Open Sans"/>
              </a:rPr>
              <a:t>, and includes icons, infographics &amp; images by </a:t>
            </a:r>
            <a:r>
              <a:rPr b="1" lang="en" sz="1200" u="sng">
                <a:solidFill>
                  <a:schemeClr val="dk1"/>
                </a:solidFill>
                <a:latin typeface="Open Sans"/>
                <a:ea typeface="Open Sans"/>
                <a:cs typeface="Open Sans"/>
                <a:sym typeface="Open Sans"/>
                <a:hlinkClick r:id="rId3">
                  <a:extLst>
                    <a:ext uri="{A12FA001-AC4F-418D-AE19-62706E023703}">
                      <ahyp:hlinkClr val="tx"/>
                    </a:ext>
                  </a:extLst>
                </a:hlinkClick>
              </a:rPr>
              <a:t>Freepik</a:t>
            </a:r>
            <a:r>
              <a:rPr lang="en" sz="1200" u="sng">
                <a:solidFill>
                  <a:schemeClr val="dk1"/>
                </a:solidFill>
                <a:latin typeface="Open Sans"/>
                <a:ea typeface="Open Sans"/>
                <a:cs typeface="Open Sans"/>
                <a:sym typeface="Open Sans"/>
              </a:rPr>
              <a:t> </a:t>
            </a:r>
            <a:endParaRPr b="1" sz="1200" u="sng">
              <a:solidFill>
                <a:schemeClr val="dk1"/>
              </a:solidFill>
              <a:latin typeface="Open Sans"/>
              <a:ea typeface="Open Sans"/>
              <a:cs typeface="Open Sans"/>
              <a:sym typeface="Open Sans"/>
            </a:endParaRPr>
          </a:p>
        </p:txBody>
      </p:sp>
      <p:sp>
        <p:nvSpPr>
          <p:cNvPr id="11155" name="Google Shape;11155;p371"/>
          <p:cNvSpPr/>
          <p:nvPr/>
        </p:nvSpPr>
        <p:spPr>
          <a:xfrm flipH="1" rot="-2493044">
            <a:off x="-1086706" y="-570280"/>
            <a:ext cx="2902912" cy="23472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371"/>
          <p:cNvSpPr/>
          <p:nvPr/>
        </p:nvSpPr>
        <p:spPr>
          <a:xfrm flipH="1" rot="-5051288">
            <a:off x="7227752" y="3451481"/>
            <a:ext cx="2997828" cy="2576307"/>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371"/>
          <p:cNvSpPr/>
          <p:nvPr/>
        </p:nvSpPr>
        <p:spPr>
          <a:xfrm flipH="1" rot="460638">
            <a:off x="178423" y="3742788"/>
            <a:ext cx="1359611" cy="122255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371"/>
          <p:cNvSpPr/>
          <p:nvPr/>
        </p:nvSpPr>
        <p:spPr>
          <a:xfrm flipH="1" rot="460623">
            <a:off x="6683138" y="-2074210"/>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1159" name="Shape 11159"/>
        <p:cNvGrpSpPr/>
        <p:nvPr/>
      </p:nvGrpSpPr>
      <p:grpSpPr>
        <a:xfrm>
          <a:off x="0" y="0"/>
          <a:ext cx="0" cy="0"/>
          <a:chOff x="0" y="0"/>
          <a:chExt cx="0" cy="0"/>
        </a:xfrm>
      </p:grpSpPr>
      <p:sp>
        <p:nvSpPr>
          <p:cNvPr id="11160" name="Google Shape;11160;p372"/>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372"/>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372"/>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372"/>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4" name="Google Shape;11164;p372"/>
          <p:cNvGrpSpPr/>
          <p:nvPr/>
        </p:nvGrpSpPr>
        <p:grpSpPr>
          <a:xfrm>
            <a:off x="7931872" y="177093"/>
            <a:ext cx="997823" cy="737095"/>
            <a:chOff x="7931872" y="177093"/>
            <a:chExt cx="997823" cy="737095"/>
          </a:xfrm>
        </p:grpSpPr>
        <p:grpSp>
          <p:nvGrpSpPr>
            <p:cNvPr id="11165" name="Google Shape;11165;p372"/>
            <p:cNvGrpSpPr/>
            <p:nvPr/>
          </p:nvGrpSpPr>
          <p:grpSpPr>
            <a:xfrm>
              <a:off x="7931872" y="177093"/>
              <a:ext cx="919725" cy="318025"/>
              <a:chOff x="7230903" y="4635722"/>
              <a:chExt cx="652843" cy="225742"/>
            </a:xfrm>
          </p:grpSpPr>
          <p:sp>
            <p:nvSpPr>
              <p:cNvPr id="11166" name="Google Shape;11166;p372"/>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67" name="Google Shape;11167;p372"/>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168" name="Google Shape;11168;p372"/>
              <p:cNvGrpSpPr/>
              <p:nvPr/>
            </p:nvGrpSpPr>
            <p:grpSpPr>
              <a:xfrm>
                <a:off x="7487126" y="4676394"/>
                <a:ext cx="332041" cy="142684"/>
                <a:chOff x="7487126" y="4676394"/>
                <a:chExt cx="332041" cy="142684"/>
              </a:xfrm>
            </p:grpSpPr>
            <p:sp>
              <p:nvSpPr>
                <p:cNvPr id="11169" name="Google Shape;11169;p372"/>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70" name="Google Shape;11170;p372"/>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71" name="Google Shape;11171;p372"/>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72" name="Google Shape;11172;p372"/>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173" name="Google Shape;11173;p372"/>
            <p:cNvGrpSpPr/>
            <p:nvPr/>
          </p:nvGrpSpPr>
          <p:grpSpPr>
            <a:xfrm>
              <a:off x="7931872" y="596163"/>
              <a:ext cx="919725" cy="318025"/>
              <a:chOff x="7230903" y="4933188"/>
              <a:chExt cx="652843" cy="225742"/>
            </a:xfrm>
          </p:grpSpPr>
          <p:grpSp>
            <p:nvGrpSpPr>
              <p:cNvPr id="11174" name="Google Shape;11174;p372"/>
              <p:cNvGrpSpPr/>
              <p:nvPr/>
            </p:nvGrpSpPr>
            <p:grpSpPr>
              <a:xfrm>
                <a:off x="7230903" y="4933188"/>
                <a:ext cx="652843" cy="225742"/>
                <a:chOff x="7230903" y="4933188"/>
                <a:chExt cx="652843" cy="225742"/>
              </a:xfrm>
            </p:grpSpPr>
            <p:sp>
              <p:nvSpPr>
                <p:cNvPr id="11175" name="Google Shape;11175;p372"/>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76" name="Google Shape;11176;p372"/>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177" name="Google Shape;11177;p372"/>
                <p:cNvGrpSpPr/>
                <p:nvPr/>
              </p:nvGrpSpPr>
              <p:grpSpPr>
                <a:xfrm>
                  <a:off x="7487126" y="4973859"/>
                  <a:ext cx="332041" cy="142684"/>
                  <a:chOff x="7487126" y="4973859"/>
                  <a:chExt cx="332041" cy="142684"/>
                </a:xfrm>
              </p:grpSpPr>
              <p:sp>
                <p:nvSpPr>
                  <p:cNvPr id="11178" name="Google Shape;11178;p372"/>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79" name="Google Shape;11179;p372"/>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80" name="Google Shape;11180;p372"/>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81" name="Google Shape;11181;p372"/>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1182" name="Google Shape;11182;p372"/>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183" name="Google Shape;11183;p372"/>
            <p:cNvGrpSpPr/>
            <p:nvPr/>
          </p:nvGrpSpPr>
          <p:grpSpPr>
            <a:xfrm>
              <a:off x="8756326" y="539537"/>
              <a:ext cx="173370" cy="112691"/>
              <a:chOff x="7816120" y="4892994"/>
              <a:chExt cx="123062" cy="79991"/>
            </a:xfrm>
          </p:grpSpPr>
          <p:grpSp>
            <p:nvGrpSpPr>
              <p:cNvPr id="11184" name="Google Shape;11184;p372"/>
              <p:cNvGrpSpPr/>
              <p:nvPr/>
            </p:nvGrpSpPr>
            <p:grpSpPr>
              <a:xfrm>
                <a:off x="7816120" y="4902803"/>
                <a:ext cx="123062" cy="63817"/>
                <a:chOff x="7816120" y="4902803"/>
                <a:chExt cx="123062" cy="63817"/>
              </a:xfrm>
            </p:grpSpPr>
            <p:sp>
              <p:nvSpPr>
                <p:cNvPr id="11185" name="Google Shape;11185;p372"/>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86" name="Google Shape;11186;p372"/>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187" name="Google Shape;11187;p372"/>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3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11188" name="Shape 11188"/>
        <p:cNvGrpSpPr/>
        <p:nvPr/>
      </p:nvGrpSpPr>
      <p:grpSpPr>
        <a:xfrm>
          <a:off x="0" y="0"/>
          <a:ext cx="0" cy="0"/>
          <a:chOff x="0" y="0"/>
          <a:chExt cx="0" cy="0"/>
        </a:xfrm>
      </p:grpSpPr>
      <p:sp>
        <p:nvSpPr>
          <p:cNvPr id="11189" name="Google Shape;11189;p373"/>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373"/>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1" name="Google Shape;11191;p373"/>
          <p:cNvGrpSpPr/>
          <p:nvPr/>
        </p:nvGrpSpPr>
        <p:grpSpPr>
          <a:xfrm>
            <a:off x="65066" y="4373044"/>
            <a:ext cx="878158" cy="654532"/>
            <a:chOff x="1114425" y="4361211"/>
            <a:chExt cx="573023" cy="427101"/>
          </a:xfrm>
        </p:grpSpPr>
        <p:grpSp>
          <p:nvGrpSpPr>
            <p:cNvPr id="11192" name="Google Shape;11192;p373"/>
            <p:cNvGrpSpPr/>
            <p:nvPr/>
          </p:nvGrpSpPr>
          <p:grpSpPr>
            <a:xfrm>
              <a:off x="1114425" y="4361211"/>
              <a:ext cx="573023" cy="427101"/>
              <a:chOff x="1114425" y="4361211"/>
              <a:chExt cx="573023" cy="427101"/>
            </a:xfrm>
          </p:grpSpPr>
          <p:sp>
            <p:nvSpPr>
              <p:cNvPr id="11193" name="Google Shape;11193;p373"/>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94" name="Google Shape;11194;p373"/>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95" name="Google Shape;11195;p373"/>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196" name="Google Shape;11196;p373"/>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197" name="Google Shape;11197;p373"/>
          <p:cNvGrpSpPr/>
          <p:nvPr/>
        </p:nvGrpSpPr>
        <p:grpSpPr>
          <a:xfrm>
            <a:off x="8114970" y="266839"/>
            <a:ext cx="829992" cy="750888"/>
            <a:chOff x="8114596" y="445039"/>
            <a:chExt cx="633002" cy="572716"/>
          </a:xfrm>
        </p:grpSpPr>
        <p:grpSp>
          <p:nvGrpSpPr>
            <p:cNvPr id="11198" name="Google Shape;11198;p373"/>
            <p:cNvGrpSpPr/>
            <p:nvPr/>
          </p:nvGrpSpPr>
          <p:grpSpPr>
            <a:xfrm>
              <a:off x="8114596" y="445039"/>
              <a:ext cx="633002" cy="572716"/>
              <a:chOff x="7189660" y="520827"/>
              <a:chExt cx="598074" cy="541115"/>
            </a:xfrm>
          </p:grpSpPr>
          <p:sp>
            <p:nvSpPr>
              <p:cNvPr id="11199" name="Google Shape;11199;p373"/>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200" name="Google Shape;11200;p373"/>
              <p:cNvGrpSpPr/>
              <p:nvPr/>
            </p:nvGrpSpPr>
            <p:grpSpPr>
              <a:xfrm>
                <a:off x="7579137" y="551973"/>
                <a:ext cx="164782" cy="41529"/>
                <a:chOff x="7579137" y="551973"/>
                <a:chExt cx="164782" cy="41529"/>
              </a:xfrm>
            </p:grpSpPr>
            <p:sp>
              <p:nvSpPr>
                <p:cNvPr id="11201" name="Google Shape;11201;p373"/>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02" name="Google Shape;11202;p373"/>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03" name="Google Shape;11203;p373"/>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204" name="Google Shape;11204;p373"/>
            <p:cNvGrpSpPr/>
            <p:nvPr/>
          </p:nvGrpSpPr>
          <p:grpSpPr>
            <a:xfrm>
              <a:off x="8184962" y="619646"/>
              <a:ext cx="498115" cy="257273"/>
              <a:chOff x="7256144" y="685800"/>
              <a:chExt cx="470630" cy="243077"/>
            </a:xfrm>
          </p:grpSpPr>
          <p:sp>
            <p:nvSpPr>
              <p:cNvPr id="11205" name="Google Shape;11205;p373"/>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206" name="Google Shape;11206;p373"/>
              <p:cNvGrpSpPr/>
              <p:nvPr/>
            </p:nvGrpSpPr>
            <p:grpSpPr>
              <a:xfrm>
                <a:off x="7512843" y="685800"/>
                <a:ext cx="213931" cy="243077"/>
                <a:chOff x="7512843" y="685800"/>
                <a:chExt cx="213931" cy="243077"/>
              </a:xfrm>
            </p:grpSpPr>
            <p:grpSp>
              <p:nvGrpSpPr>
                <p:cNvPr id="11207" name="Google Shape;11207;p373"/>
                <p:cNvGrpSpPr/>
                <p:nvPr/>
              </p:nvGrpSpPr>
              <p:grpSpPr>
                <a:xfrm>
                  <a:off x="7512843" y="836580"/>
                  <a:ext cx="213931" cy="92297"/>
                  <a:chOff x="7512843" y="836580"/>
                  <a:chExt cx="213931" cy="92297"/>
                </a:xfrm>
              </p:grpSpPr>
              <p:sp>
                <p:nvSpPr>
                  <p:cNvPr id="11208" name="Google Shape;11208;p373"/>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09" name="Google Shape;11209;p373"/>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10" name="Google Shape;11210;p373"/>
                <p:cNvGrpSpPr/>
                <p:nvPr/>
              </p:nvGrpSpPr>
              <p:grpSpPr>
                <a:xfrm>
                  <a:off x="7512843" y="761238"/>
                  <a:ext cx="213931" cy="92296"/>
                  <a:chOff x="7512843" y="761238"/>
                  <a:chExt cx="213931" cy="92296"/>
                </a:xfrm>
              </p:grpSpPr>
              <p:sp>
                <p:nvSpPr>
                  <p:cNvPr id="11211" name="Google Shape;11211;p373"/>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12" name="Google Shape;11212;p373"/>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13" name="Google Shape;11213;p373"/>
                <p:cNvGrpSpPr/>
                <p:nvPr/>
              </p:nvGrpSpPr>
              <p:grpSpPr>
                <a:xfrm>
                  <a:off x="7512843" y="685800"/>
                  <a:ext cx="213931" cy="92297"/>
                  <a:chOff x="7512843" y="685800"/>
                  <a:chExt cx="213931" cy="92297"/>
                </a:xfrm>
              </p:grpSpPr>
              <p:sp>
                <p:nvSpPr>
                  <p:cNvPr id="11214" name="Google Shape;11214;p373"/>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15" name="Google Shape;11215;p373"/>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theme" Target="../theme/theme5.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20" Type="http://schemas.openxmlformats.org/officeDocument/2006/relationships/slideLayout" Target="../slideLayouts/slideLayout32.xml"/><Relationship Id="rId11" Type="http://schemas.openxmlformats.org/officeDocument/2006/relationships/slideLayout" Target="../slideLayouts/slideLayout23.xml"/><Relationship Id="rId22" Type="http://schemas.openxmlformats.org/officeDocument/2006/relationships/slideLayout" Target="../slideLayouts/slideLayout34.xml"/><Relationship Id="rId10" Type="http://schemas.openxmlformats.org/officeDocument/2006/relationships/slideLayout" Target="../slideLayouts/slideLayout22.xml"/><Relationship Id="rId21" Type="http://schemas.openxmlformats.org/officeDocument/2006/relationships/slideLayout" Target="../slideLayouts/slideLayout33.xml"/><Relationship Id="rId13" Type="http://schemas.openxmlformats.org/officeDocument/2006/relationships/slideLayout" Target="../slideLayouts/slideLayout25.xml"/><Relationship Id="rId24" Type="http://schemas.openxmlformats.org/officeDocument/2006/relationships/theme" Target="../theme/theme6.xml"/><Relationship Id="rId12" Type="http://schemas.openxmlformats.org/officeDocument/2006/relationships/slideLayout" Target="../slideLayouts/slideLayout24.xml"/><Relationship Id="rId23" Type="http://schemas.openxmlformats.org/officeDocument/2006/relationships/slideLayout" Target="../slideLayouts/slideLayout35.xml"/><Relationship Id="rId1" Type="http://schemas.openxmlformats.org/officeDocument/2006/relationships/slideLayout" Target="../slideLayouts/slideLayout13.xml"/><Relationship Id="rId2" Type="http://schemas.openxmlformats.org/officeDocument/2006/relationships/slideLayout" Target="../slideLayouts/slideLayout14.xml"/><Relationship Id="rId3" Type="http://schemas.openxmlformats.org/officeDocument/2006/relationships/slideLayout" Target="../slideLayouts/slideLayout15.xml"/><Relationship Id="rId4" Type="http://schemas.openxmlformats.org/officeDocument/2006/relationships/slideLayout" Target="../slideLayouts/slideLayout16.xml"/><Relationship Id="rId9" Type="http://schemas.openxmlformats.org/officeDocument/2006/relationships/slideLayout" Target="../slideLayouts/slideLayout21.xml"/><Relationship Id="rId15" Type="http://schemas.openxmlformats.org/officeDocument/2006/relationships/slideLayout" Target="../slideLayouts/slideLayout27.xml"/><Relationship Id="rId14" Type="http://schemas.openxmlformats.org/officeDocument/2006/relationships/slideLayout" Target="../slideLayouts/slideLayout26.xml"/><Relationship Id="rId17" Type="http://schemas.openxmlformats.org/officeDocument/2006/relationships/slideLayout" Target="../slideLayouts/slideLayout29.xml"/><Relationship Id="rId16" Type="http://schemas.openxmlformats.org/officeDocument/2006/relationships/slideLayout" Target="../slideLayouts/slideLayout28.xml"/><Relationship Id="rId5" Type="http://schemas.openxmlformats.org/officeDocument/2006/relationships/slideLayout" Target="../slideLayouts/slideLayout17.xml"/><Relationship Id="rId19" Type="http://schemas.openxmlformats.org/officeDocument/2006/relationships/slideLayout" Target="../slideLayouts/slideLayout31.xml"/><Relationship Id="rId6" Type="http://schemas.openxmlformats.org/officeDocument/2006/relationships/slideLayout" Target="../slideLayouts/slideLayout18.xml"/><Relationship Id="rId18" Type="http://schemas.openxmlformats.org/officeDocument/2006/relationships/slideLayout" Target="../slideLayouts/slideLayout30.xml"/><Relationship Id="rId7" Type="http://schemas.openxmlformats.org/officeDocument/2006/relationships/slideLayout" Target="../slideLayouts/slideLayout19.xml"/><Relationship Id="rId8"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20" Type="http://schemas.openxmlformats.org/officeDocument/2006/relationships/slideLayout" Target="../slideLayouts/slideLayout55.xml"/><Relationship Id="rId11" Type="http://schemas.openxmlformats.org/officeDocument/2006/relationships/slideLayout" Target="../slideLayouts/slideLayout46.xml"/><Relationship Id="rId22" Type="http://schemas.openxmlformats.org/officeDocument/2006/relationships/slideLayout" Target="../slideLayouts/slideLayout57.xml"/><Relationship Id="rId10" Type="http://schemas.openxmlformats.org/officeDocument/2006/relationships/slideLayout" Target="../slideLayouts/slideLayout45.xml"/><Relationship Id="rId21" Type="http://schemas.openxmlformats.org/officeDocument/2006/relationships/slideLayout" Target="../slideLayouts/slideLayout56.xml"/><Relationship Id="rId13" Type="http://schemas.openxmlformats.org/officeDocument/2006/relationships/slideLayout" Target="../slideLayouts/slideLayout48.xml"/><Relationship Id="rId24" Type="http://schemas.openxmlformats.org/officeDocument/2006/relationships/theme" Target="../theme/theme9.xml"/><Relationship Id="rId12" Type="http://schemas.openxmlformats.org/officeDocument/2006/relationships/slideLayout" Target="../slideLayouts/slideLayout47.xml"/><Relationship Id="rId23" Type="http://schemas.openxmlformats.org/officeDocument/2006/relationships/slideLayout" Target="../slideLayouts/slideLayout58.xml"/><Relationship Id="rId1" Type="http://schemas.openxmlformats.org/officeDocument/2006/relationships/slideLayout" Target="../slideLayouts/slideLayout36.xml"/><Relationship Id="rId2" Type="http://schemas.openxmlformats.org/officeDocument/2006/relationships/slideLayout" Target="../slideLayouts/slideLayout37.xml"/><Relationship Id="rId3" Type="http://schemas.openxmlformats.org/officeDocument/2006/relationships/slideLayout" Target="../slideLayouts/slideLayout38.xml"/><Relationship Id="rId4" Type="http://schemas.openxmlformats.org/officeDocument/2006/relationships/slideLayout" Target="../slideLayouts/slideLayout39.xml"/><Relationship Id="rId9" Type="http://schemas.openxmlformats.org/officeDocument/2006/relationships/slideLayout" Target="../slideLayouts/slideLayout44.xml"/><Relationship Id="rId15" Type="http://schemas.openxmlformats.org/officeDocument/2006/relationships/slideLayout" Target="../slideLayouts/slideLayout50.xml"/><Relationship Id="rId14" Type="http://schemas.openxmlformats.org/officeDocument/2006/relationships/slideLayout" Target="../slideLayouts/slideLayout49.xml"/><Relationship Id="rId17" Type="http://schemas.openxmlformats.org/officeDocument/2006/relationships/slideLayout" Target="../slideLayouts/slideLayout52.xml"/><Relationship Id="rId16" Type="http://schemas.openxmlformats.org/officeDocument/2006/relationships/slideLayout" Target="../slideLayouts/slideLayout51.xml"/><Relationship Id="rId5" Type="http://schemas.openxmlformats.org/officeDocument/2006/relationships/slideLayout" Target="../slideLayouts/slideLayout40.xml"/><Relationship Id="rId19" Type="http://schemas.openxmlformats.org/officeDocument/2006/relationships/slideLayout" Target="../slideLayouts/slideLayout54.xml"/><Relationship Id="rId6" Type="http://schemas.openxmlformats.org/officeDocument/2006/relationships/slideLayout" Target="../slideLayouts/slideLayout41.xml"/><Relationship Id="rId18" Type="http://schemas.openxmlformats.org/officeDocument/2006/relationships/slideLayout" Target="../slideLayouts/slideLayout53.xml"/><Relationship Id="rId7" Type="http://schemas.openxmlformats.org/officeDocument/2006/relationships/slideLayout" Target="../slideLayouts/slideLayout42.xml"/><Relationship Id="rId8" Type="http://schemas.openxmlformats.org/officeDocument/2006/relationships/slideLayout" Target="../slideLayouts/slideLayout43.xml"/></Relationships>
</file>

<file path=ppt/slideMasters/_rels/slideMaster4.xml.rels><?xml version="1.0" encoding="UTF-8" standalone="yes"?><Relationships xmlns="http://schemas.openxmlformats.org/package/2006/relationships"><Relationship Id="rId20" Type="http://schemas.openxmlformats.org/officeDocument/2006/relationships/slideLayout" Target="../slideLayouts/slideLayout78.xml"/><Relationship Id="rId11" Type="http://schemas.openxmlformats.org/officeDocument/2006/relationships/slideLayout" Target="../slideLayouts/slideLayout69.xml"/><Relationship Id="rId22" Type="http://schemas.openxmlformats.org/officeDocument/2006/relationships/slideLayout" Target="../slideLayouts/slideLayout80.xml"/><Relationship Id="rId10" Type="http://schemas.openxmlformats.org/officeDocument/2006/relationships/slideLayout" Target="../slideLayouts/slideLayout68.xml"/><Relationship Id="rId21" Type="http://schemas.openxmlformats.org/officeDocument/2006/relationships/slideLayout" Target="../slideLayouts/slideLayout79.xml"/><Relationship Id="rId13" Type="http://schemas.openxmlformats.org/officeDocument/2006/relationships/slideLayout" Target="../slideLayouts/slideLayout71.xml"/><Relationship Id="rId24" Type="http://schemas.openxmlformats.org/officeDocument/2006/relationships/theme" Target="../theme/theme7.xml"/><Relationship Id="rId12" Type="http://schemas.openxmlformats.org/officeDocument/2006/relationships/slideLayout" Target="../slideLayouts/slideLayout70.xml"/><Relationship Id="rId23" Type="http://schemas.openxmlformats.org/officeDocument/2006/relationships/slideLayout" Target="../slideLayouts/slideLayout81.xml"/><Relationship Id="rId1" Type="http://schemas.openxmlformats.org/officeDocument/2006/relationships/slideLayout" Target="../slideLayouts/slideLayout59.xml"/><Relationship Id="rId2" Type="http://schemas.openxmlformats.org/officeDocument/2006/relationships/slideLayout" Target="../slideLayouts/slideLayout60.xml"/><Relationship Id="rId3" Type="http://schemas.openxmlformats.org/officeDocument/2006/relationships/slideLayout" Target="../slideLayouts/slideLayout61.xml"/><Relationship Id="rId4" Type="http://schemas.openxmlformats.org/officeDocument/2006/relationships/slideLayout" Target="../slideLayouts/slideLayout62.xml"/><Relationship Id="rId9" Type="http://schemas.openxmlformats.org/officeDocument/2006/relationships/slideLayout" Target="../slideLayouts/slideLayout67.xml"/><Relationship Id="rId15" Type="http://schemas.openxmlformats.org/officeDocument/2006/relationships/slideLayout" Target="../slideLayouts/slideLayout73.xml"/><Relationship Id="rId14" Type="http://schemas.openxmlformats.org/officeDocument/2006/relationships/slideLayout" Target="../slideLayouts/slideLayout72.xml"/><Relationship Id="rId17" Type="http://schemas.openxmlformats.org/officeDocument/2006/relationships/slideLayout" Target="../slideLayouts/slideLayout75.xml"/><Relationship Id="rId16" Type="http://schemas.openxmlformats.org/officeDocument/2006/relationships/slideLayout" Target="../slideLayouts/slideLayout74.xml"/><Relationship Id="rId5" Type="http://schemas.openxmlformats.org/officeDocument/2006/relationships/slideLayout" Target="../slideLayouts/slideLayout63.xml"/><Relationship Id="rId19" Type="http://schemas.openxmlformats.org/officeDocument/2006/relationships/slideLayout" Target="../slideLayouts/slideLayout77.xml"/><Relationship Id="rId6" Type="http://schemas.openxmlformats.org/officeDocument/2006/relationships/slideLayout" Target="../slideLayouts/slideLayout64.xml"/><Relationship Id="rId18" Type="http://schemas.openxmlformats.org/officeDocument/2006/relationships/slideLayout" Target="../slideLayouts/slideLayout76.xml"/><Relationship Id="rId7" Type="http://schemas.openxmlformats.org/officeDocument/2006/relationships/slideLayout" Target="../slideLayouts/slideLayout65.xml"/><Relationship Id="rId8" Type="http://schemas.openxmlformats.org/officeDocument/2006/relationships/slideLayout" Target="../slideLayouts/slideLayout66.xml"/></Relationships>
</file>

<file path=ppt/slideMasters/_rels/slideMaster5.xml.rels><?xml version="1.0" encoding="UTF-8" standalone="yes"?><Relationships xmlns="http://schemas.openxmlformats.org/package/2006/relationships"><Relationship Id="rId20" Type="http://schemas.openxmlformats.org/officeDocument/2006/relationships/slideLayout" Target="../slideLayouts/slideLayout101.xml"/><Relationship Id="rId11" Type="http://schemas.openxmlformats.org/officeDocument/2006/relationships/slideLayout" Target="../slideLayouts/slideLayout92.xml"/><Relationship Id="rId22" Type="http://schemas.openxmlformats.org/officeDocument/2006/relationships/slideLayout" Target="../slideLayouts/slideLayout103.xml"/><Relationship Id="rId10" Type="http://schemas.openxmlformats.org/officeDocument/2006/relationships/slideLayout" Target="../slideLayouts/slideLayout91.xml"/><Relationship Id="rId21" Type="http://schemas.openxmlformats.org/officeDocument/2006/relationships/slideLayout" Target="../slideLayouts/slideLayout102.xml"/><Relationship Id="rId13" Type="http://schemas.openxmlformats.org/officeDocument/2006/relationships/slideLayout" Target="../slideLayouts/slideLayout94.xml"/><Relationship Id="rId24" Type="http://schemas.openxmlformats.org/officeDocument/2006/relationships/theme" Target="../theme/theme15.xml"/><Relationship Id="rId12" Type="http://schemas.openxmlformats.org/officeDocument/2006/relationships/slideLayout" Target="../slideLayouts/slideLayout93.xml"/><Relationship Id="rId23" Type="http://schemas.openxmlformats.org/officeDocument/2006/relationships/slideLayout" Target="../slideLayouts/slideLayout104.xml"/><Relationship Id="rId1" Type="http://schemas.openxmlformats.org/officeDocument/2006/relationships/slideLayout" Target="../slideLayouts/slideLayout82.xml"/><Relationship Id="rId2" Type="http://schemas.openxmlformats.org/officeDocument/2006/relationships/slideLayout" Target="../slideLayouts/slideLayout83.xml"/><Relationship Id="rId3" Type="http://schemas.openxmlformats.org/officeDocument/2006/relationships/slideLayout" Target="../slideLayouts/slideLayout84.xml"/><Relationship Id="rId4" Type="http://schemas.openxmlformats.org/officeDocument/2006/relationships/slideLayout" Target="../slideLayouts/slideLayout85.xml"/><Relationship Id="rId9" Type="http://schemas.openxmlformats.org/officeDocument/2006/relationships/slideLayout" Target="../slideLayouts/slideLayout90.xml"/><Relationship Id="rId15" Type="http://schemas.openxmlformats.org/officeDocument/2006/relationships/slideLayout" Target="../slideLayouts/slideLayout96.xml"/><Relationship Id="rId14" Type="http://schemas.openxmlformats.org/officeDocument/2006/relationships/slideLayout" Target="../slideLayouts/slideLayout95.xml"/><Relationship Id="rId17" Type="http://schemas.openxmlformats.org/officeDocument/2006/relationships/slideLayout" Target="../slideLayouts/slideLayout98.xml"/><Relationship Id="rId16" Type="http://schemas.openxmlformats.org/officeDocument/2006/relationships/slideLayout" Target="../slideLayouts/slideLayout97.xml"/><Relationship Id="rId5" Type="http://schemas.openxmlformats.org/officeDocument/2006/relationships/slideLayout" Target="../slideLayouts/slideLayout86.xml"/><Relationship Id="rId19" Type="http://schemas.openxmlformats.org/officeDocument/2006/relationships/slideLayout" Target="../slideLayouts/slideLayout100.xml"/><Relationship Id="rId6" Type="http://schemas.openxmlformats.org/officeDocument/2006/relationships/slideLayout" Target="../slideLayouts/slideLayout87.xml"/><Relationship Id="rId18" Type="http://schemas.openxmlformats.org/officeDocument/2006/relationships/slideLayout" Target="../slideLayouts/slideLayout99.xml"/><Relationship Id="rId7" Type="http://schemas.openxmlformats.org/officeDocument/2006/relationships/slideLayout" Target="../slideLayouts/slideLayout88.xml"/><Relationship Id="rId8" Type="http://schemas.openxmlformats.org/officeDocument/2006/relationships/slideLayout" Target="../slideLayouts/slideLayout89.xml"/></Relationships>
</file>

<file path=ppt/slideMasters/_rels/slideMaster6.xml.rels><?xml version="1.0" encoding="UTF-8" standalone="yes"?><Relationships xmlns="http://schemas.openxmlformats.org/package/2006/relationships"><Relationship Id="rId20" Type="http://schemas.openxmlformats.org/officeDocument/2006/relationships/slideLayout" Target="../slideLayouts/slideLayout124.xml"/><Relationship Id="rId11" Type="http://schemas.openxmlformats.org/officeDocument/2006/relationships/slideLayout" Target="../slideLayouts/slideLayout115.xml"/><Relationship Id="rId22" Type="http://schemas.openxmlformats.org/officeDocument/2006/relationships/slideLayout" Target="../slideLayouts/slideLayout126.xml"/><Relationship Id="rId10" Type="http://schemas.openxmlformats.org/officeDocument/2006/relationships/slideLayout" Target="../slideLayouts/slideLayout114.xml"/><Relationship Id="rId21" Type="http://schemas.openxmlformats.org/officeDocument/2006/relationships/slideLayout" Target="../slideLayouts/slideLayout125.xml"/><Relationship Id="rId13" Type="http://schemas.openxmlformats.org/officeDocument/2006/relationships/slideLayout" Target="../slideLayouts/slideLayout117.xml"/><Relationship Id="rId24" Type="http://schemas.openxmlformats.org/officeDocument/2006/relationships/theme" Target="../theme/theme16.xml"/><Relationship Id="rId12" Type="http://schemas.openxmlformats.org/officeDocument/2006/relationships/slideLayout" Target="../slideLayouts/slideLayout116.xml"/><Relationship Id="rId23" Type="http://schemas.openxmlformats.org/officeDocument/2006/relationships/slideLayout" Target="../slideLayouts/slideLayout127.xml"/><Relationship Id="rId1" Type="http://schemas.openxmlformats.org/officeDocument/2006/relationships/slideLayout" Target="../slideLayouts/slideLayout105.xml"/><Relationship Id="rId2" Type="http://schemas.openxmlformats.org/officeDocument/2006/relationships/slideLayout" Target="../slideLayouts/slideLayout106.xml"/><Relationship Id="rId3" Type="http://schemas.openxmlformats.org/officeDocument/2006/relationships/slideLayout" Target="../slideLayouts/slideLayout107.xml"/><Relationship Id="rId4" Type="http://schemas.openxmlformats.org/officeDocument/2006/relationships/slideLayout" Target="../slideLayouts/slideLayout108.xml"/><Relationship Id="rId9" Type="http://schemas.openxmlformats.org/officeDocument/2006/relationships/slideLayout" Target="../slideLayouts/slideLayout113.xml"/><Relationship Id="rId15" Type="http://schemas.openxmlformats.org/officeDocument/2006/relationships/slideLayout" Target="../slideLayouts/slideLayout119.xml"/><Relationship Id="rId14" Type="http://schemas.openxmlformats.org/officeDocument/2006/relationships/slideLayout" Target="../slideLayouts/slideLayout118.xml"/><Relationship Id="rId17" Type="http://schemas.openxmlformats.org/officeDocument/2006/relationships/slideLayout" Target="../slideLayouts/slideLayout121.xml"/><Relationship Id="rId16" Type="http://schemas.openxmlformats.org/officeDocument/2006/relationships/slideLayout" Target="../slideLayouts/slideLayout120.xml"/><Relationship Id="rId5" Type="http://schemas.openxmlformats.org/officeDocument/2006/relationships/slideLayout" Target="../slideLayouts/slideLayout109.xml"/><Relationship Id="rId19" Type="http://schemas.openxmlformats.org/officeDocument/2006/relationships/slideLayout" Target="../slideLayouts/slideLayout123.xml"/><Relationship Id="rId6" Type="http://schemas.openxmlformats.org/officeDocument/2006/relationships/slideLayout" Target="../slideLayouts/slideLayout110.xml"/><Relationship Id="rId18" Type="http://schemas.openxmlformats.org/officeDocument/2006/relationships/slideLayout" Target="../slideLayouts/slideLayout122.xml"/><Relationship Id="rId7" Type="http://schemas.openxmlformats.org/officeDocument/2006/relationships/slideLayout" Target="../slideLayouts/slideLayout111.xml"/><Relationship Id="rId8" Type="http://schemas.openxmlformats.org/officeDocument/2006/relationships/slideLayout" Target="../slideLayouts/slideLayout112.xml"/></Relationships>
</file>

<file path=ppt/slideMasters/_rels/slideMaster7.xml.rels><?xml version="1.0" encoding="UTF-8" standalone="yes"?><Relationships xmlns="http://schemas.openxmlformats.org/package/2006/relationships"><Relationship Id="rId20" Type="http://schemas.openxmlformats.org/officeDocument/2006/relationships/slideLayout" Target="../slideLayouts/slideLayout147.xml"/><Relationship Id="rId11" Type="http://schemas.openxmlformats.org/officeDocument/2006/relationships/slideLayout" Target="../slideLayouts/slideLayout138.xml"/><Relationship Id="rId22" Type="http://schemas.openxmlformats.org/officeDocument/2006/relationships/slideLayout" Target="../slideLayouts/slideLayout149.xml"/><Relationship Id="rId10" Type="http://schemas.openxmlformats.org/officeDocument/2006/relationships/slideLayout" Target="../slideLayouts/slideLayout137.xml"/><Relationship Id="rId21" Type="http://schemas.openxmlformats.org/officeDocument/2006/relationships/slideLayout" Target="../slideLayouts/slideLayout148.xml"/><Relationship Id="rId13" Type="http://schemas.openxmlformats.org/officeDocument/2006/relationships/slideLayout" Target="../slideLayouts/slideLayout140.xml"/><Relationship Id="rId24" Type="http://schemas.openxmlformats.org/officeDocument/2006/relationships/theme" Target="../theme/theme10.xml"/><Relationship Id="rId12" Type="http://schemas.openxmlformats.org/officeDocument/2006/relationships/slideLayout" Target="../slideLayouts/slideLayout139.xml"/><Relationship Id="rId23" Type="http://schemas.openxmlformats.org/officeDocument/2006/relationships/slideLayout" Target="../slideLayouts/slideLayout150.xml"/><Relationship Id="rId1" Type="http://schemas.openxmlformats.org/officeDocument/2006/relationships/slideLayout" Target="../slideLayouts/slideLayout128.xml"/><Relationship Id="rId2" Type="http://schemas.openxmlformats.org/officeDocument/2006/relationships/slideLayout" Target="../slideLayouts/slideLayout129.xml"/><Relationship Id="rId3" Type="http://schemas.openxmlformats.org/officeDocument/2006/relationships/slideLayout" Target="../slideLayouts/slideLayout130.xml"/><Relationship Id="rId4" Type="http://schemas.openxmlformats.org/officeDocument/2006/relationships/slideLayout" Target="../slideLayouts/slideLayout131.xml"/><Relationship Id="rId9" Type="http://schemas.openxmlformats.org/officeDocument/2006/relationships/slideLayout" Target="../slideLayouts/slideLayout136.xml"/><Relationship Id="rId15" Type="http://schemas.openxmlformats.org/officeDocument/2006/relationships/slideLayout" Target="../slideLayouts/slideLayout142.xml"/><Relationship Id="rId14" Type="http://schemas.openxmlformats.org/officeDocument/2006/relationships/slideLayout" Target="../slideLayouts/slideLayout141.xml"/><Relationship Id="rId17" Type="http://schemas.openxmlformats.org/officeDocument/2006/relationships/slideLayout" Target="../slideLayouts/slideLayout144.xml"/><Relationship Id="rId16" Type="http://schemas.openxmlformats.org/officeDocument/2006/relationships/slideLayout" Target="../slideLayouts/slideLayout143.xml"/><Relationship Id="rId5" Type="http://schemas.openxmlformats.org/officeDocument/2006/relationships/slideLayout" Target="../slideLayouts/slideLayout132.xml"/><Relationship Id="rId19" Type="http://schemas.openxmlformats.org/officeDocument/2006/relationships/slideLayout" Target="../slideLayouts/slideLayout146.xml"/><Relationship Id="rId6" Type="http://schemas.openxmlformats.org/officeDocument/2006/relationships/slideLayout" Target="../slideLayouts/slideLayout133.xml"/><Relationship Id="rId18" Type="http://schemas.openxmlformats.org/officeDocument/2006/relationships/slideLayout" Target="../slideLayouts/slideLayout145.xml"/><Relationship Id="rId7" Type="http://schemas.openxmlformats.org/officeDocument/2006/relationships/slideLayout" Target="../slideLayouts/slideLayout134.xml"/><Relationship Id="rId8" Type="http://schemas.openxmlformats.org/officeDocument/2006/relationships/slideLayout" Target="../slideLayouts/slideLayout135.xml"/></Relationships>
</file>

<file path=ppt/slideMasters/_rels/slideMaster8.xml.rels><?xml version="1.0" encoding="UTF-8" standalone="yes"?><Relationships xmlns="http://schemas.openxmlformats.org/package/2006/relationships"><Relationship Id="rId20" Type="http://schemas.openxmlformats.org/officeDocument/2006/relationships/slideLayout" Target="../slideLayouts/slideLayout170.xml"/><Relationship Id="rId11" Type="http://schemas.openxmlformats.org/officeDocument/2006/relationships/slideLayout" Target="../slideLayouts/slideLayout161.xml"/><Relationship Id="rId22" Type="http://schemas.openxmlformats.org/officeDocument/2006/relationships/slideLayout" Target="../slideLayouts/slideLayout172.xml"/><Relationship Id="rId10" Type="http://schemas.openxmlformats.org/officeDocument/2006/relationships/slideLayout" Target="../slideLayouts/slideLayout160.xml"/><Relationship Id="rId21" Type="http://schemas.openxmlformats.org/officeDocument/2006/relationships/slideLayout" Target="../slideLayouts/slideLayout171.xml"/><Relationship Id="rId13" Type="http://schemas.openxmlformats.org/officeDocument/2006/relationships/slideLayout" Target="../slideLayouts/slideLayout163.xml"/><Relationship Id="rId24" Type="http://schemas.openxmlformats.org/officeDocument/2006/relationships/theme" Target="../theme/theme12.xml"/><Relationship Id="rId12" Type="http://schemas.openxmlformats.org/officeDocument/2006/relationships/slideLayout" Target="../slideLayouts/slideLayout162.xml"/><Relationship Id="rId23" Type="http://schemas.openxmlformats.org/officeDocument/2006/relationships/slideLayout" Target="../slideLayouts/slideLayout173.xml"/><Relationship Id="rId1" Type="http://schemas.openxmlformats.org/officeDocument/2006/relationships/slideLayout" Target="../slideLayouts/slideLayout151.xml"/><Relationship Id="rId2" Type="http://schemas.openxmlformats.org/officeDocument/2006/relationships/slideLayout" Target="../slideLayouts/slideLayout152.xml"/><Relationship Id="rId3" Type="http://schemas.openxmlformats.org/officeDocument/2006/relationships/slideLayout" Target="../slideLayouts/slideLayout153.xml"/><Relationship Id="rId4" Type="http://schemas.openxmlformats.org/officeDocument/2006/relationships/slideLayout" Target="../slideLayouts/slideLayout154.xml"/><Relationship Id="rId9" Type="http://schemas.openxmlformats.org/officeDocument/2006/relationships/slideLayout" Target="../slideLayouts/slideLayout159.xml"/><Relationship Id="rId15" Type="http://schemas.openxmlformats.org/officeDocument/2006/relationships/slideLayout" Target="../slideLayouts/slideLayout165.xml"/><Relationship Id="rId14" Type="http://schemas.openxmlformats.org/officeDocument/2006/relationships/slideLayout" Target="../slideLayouts/slideLayout164.xml"/><Relationship Id="rId17" Type="http://schemas.openxmlformats.org/officeDocument/2006/relationships/slideLayout" Target="../slideLayouts/slideLayout167.xml"/><Relationship Id="rId16" Type="http://schemas.openxmlformats.org/officeDocument/2006/relationships/slideLayout" Target="../slideLayouts/slideLayout166.xml"/><Relationship Id="rId5" Type="http://schemas.openxmlformats.org/officeDocument/2006/relationships/slideLayout" Target="../slideLayouts/slideLayout155.xml"/><Relationship Id="rId19" Type="http://schemas.openxmlformats.org/officeDocument/2006/relationships/slideLayout" Target="../slideLayouts/slideLayout169.xml"/><Relationship Id="rId6" Type="http://schemas.openxmlformats.org/officeDocument/2006/relationships/slideLayout" Target="../slideLayouts/slideLayout156.xml"/><Relationship Id="rId18" Type="http://schemas.openxmlformats.org/officeDocument/2006/relationships/slideLayout" Target="../slideLayouts/slideLayout168.xml"/><Relationship Id="rId7" Type="http://schemas.openxmlformats.org/officeDocument/2006/relationships/slideLayout" Target="../slideLayouts/slideLayout157.xml"/><Relationship Id="rId8" Type="http://schemas.openxmlformats.org/officeDocument/2006/relationships/slideLayout" Target="../slideLayouts/slideLayout158.xml"/></Relationships>
</file>

<file path=ppt/slideMasters/_rels/slideMaster9.xml.rels><?xml version="1.0" encoding="UTF-8" standalone="yes"?><Relationships xmlns="http://schemas.openxmlformats.org/package/2006/relationships"><Relationship Id="rId20" Type="http://schemas.openxmlformats.org/officeDocument/2006/relationships/slideLayout" Target="../slideLayouts/slideLayout193.xml"/><Relationship Id="rId11" Type="http://schemas.openxmlformats.org/officeDocument/2006/relationships/slideLayout" Target="../slideLayouts/slideLayout184.xml"/><Relationship Id="rId22" Type="http://schemas.openxmlformats.org/officeDocument/2006/relationships/slideLayout" Target="../slideLayouts/slideLayout195.xml"/><Relationship Id="rId10" Type="http://schemas.openxmlformats.org/officeDocument/2006/relationships/slideLayout" Target="../slideLayouts/slideLayout183.xml"/><Relationship Id="rId21" Type="http://schemas.openxmlformats.org/officeDocument/2006/relationships/slideLayout" Target="../slideLayouts/slideLayout194.xml"/><Relationship Id="rId13" Type="http://schemas.openxmlformats.org/officeDocument/2006/relationships/slideLayout" Target="../slideLayouts/slideLayout186.xml"/><Relationship Id="rId24" Type="http://schemas.openxmlformats.org/officeDocument/2006/relationships/theme" Target="../theme/theme2.xml"/><Relationship Id="rId12" Type="http://schemas.openxmlformats.org/officeDocument/2006/relationships/slideLayout" Target="../slideLayouts/slideLayout185.xml"/><Relationship Id="rId23" Type="http://schemas.openxmlformats.org/officeDocument/2006/relationships/slideLayout" Target="../slideLayouts/slideLayout196.xml"/><Relationship Id="rId1" Type="http://schemas.openxmlformats.org/officeDocument/2006/relationships/slideLayout" Target="../slideLayouts/slideLayout174.xml"/><Relationship Id="rId2" Type="http://schemas.openxmlformats.org/officeDocument/2006/relationships/slideLayout" Target="../slideLayouts/slideLayout175.xml"/><Relationship Id="rId3" Type="http://schemas.openxmlformats.org/officeDocument/2006/relationships/slideLayout" Target="../slideLayouts/slideLayout176.xml"/><Relationship Id="rId4" Type="http://schemas.openxmlformats.org/officeDocument/2006/relationships/slideLayout" Target="../slideLayouts/slideLayout177.xml"/><Relationship Id="rId9" Type="http://schemas.openxmlformats.org/officeDocument/2006/relationships/slideLayout" Target="../slideLayouts/slideLayout182.xml"/><Relationship Id="rId15" Type="http://schemas.openxmlformats.org/officeDocument/2006/relationships/slideLayout" Target="../slideLayouts/slideLayout188.xml"/><Relationship Id="rId14" Type="http://schemas.openxmlformats.org/officeDocument/2006/relationships/slideLayout" Target="../slideLayouts/slideLayout187.xml"/><Relationship Id="rId17" Type="http://schemas.openxmlformats.org/officeDocument/2006/relationships/slideLayout" Target="../slideLayouts/slideLayout190.xml"/><Relationship Id="rId16" Type="http://schemas.openxmlformats.org/officeDocument/2006/relationships/slideLayout" Target="../slideLayouts/slideLayout189.xml"/><Relationship Id="rId5" Type="http://schemas.openxmlformats.org/officeDocument/2006/relationships/slideLayout" Target="../slideLayouts/slideLayout178.xml"/><Relationship Id="rId19" Type="http://schemas.openxmlformats.org/officeDocument/2006/relationships/slideLayout" Target="../slideLayouts/slideLayout192.xml"/><Relationship Id="rId6" Type="http://schemas.openxmlformats.org/officeDocument/2006/relationships/slideLayout" Target="../slideLayouts/slideLayout179.xml"/><Relationship Id="rId18" Type="http://schemas.openxmlformats.org/officeDocument/2006/relationships/slideLayout" Target="../slideLayouts/slideLayout191.xml"/><Relationship Id="rId7" Type="http://schemas.openxmlformats.org/officeDocument/2006/relationships/slideLayout" Target="../slideLayouts/slideLayout180.xml"/><Relationship Id="rId8" Type="http://schemas.openxmlformats.org/officeDocument/2006/relationships/slideLayout" Target="../slideLayouts/slideLayout181.xml"/></Relationships>
</file>

<file path=ppt/slideMasters/_rels/slideMaster10.xml.rels><?xml version="1.0" encoding="UTF-8" standalone="yes"?><Relationships xmlns="http://schemas.openxmlformats.org/package/2006/relationships"><Relationship Id="rId20" Type="http://schemas.openxmlformats.org/officeDocument/2006/relationships/slideLayout" Target="../slideLayouts/slideLayout216.xml"/><Relationship Id="rId11" Type="http://schemas.openxmlformats.org/officeDocument/2006/relationships/slideLayout" Target="../slideLayouts/slideLayout207.xml"/><Relationship Id="rId22" Type="http://schemas.openxmlformats.org/officeDocument/2006/relationships/slideLayout" Target="../slideLayouts/slideLayout218.xml"/><Relationship Id="rId10" Type="http://schemas.openxmlformats.org/officeDocument/2006/relationships/slideLayout" Target="../slideLayouts/slideLayout206.xml"/><Relationship Id="rId21" Type="http://schemas.openxmlformats.org/officeDocument/2006/relationships/slideLayout" Target="../slideLayouts/slideLayout217.xml"/><Relationship Id="rId13" Type="http://schemas.openxmlformats.org/officeDocument/2006/relationships/slideLayout" Target="../slideLayouts/slideLayout209.xml"/><Relationship Id="rId24" Type="http://schemas.openxmlformats.org/officeDocument/2006/relationships/theme" Target="../theme/theme13.xml"/><Relationship Id="rId12" Type="http://schemas.openxmlformats.org/officeDocument/2006/relationships/slideLayout" Target="../slideLayouts/slideLayout208.xml"/><Relationship Id="rId23" Type="http://schemas.openxmlformats.org/officeDocument/2006/relationships/slideLayout" Target="../slideLayouts/slideLayout219.xml"/><Relationship Id="rId1" Type="http://schemas.openxmlformats.org/officeDocument/2006/relationships/slideLayout" Target="../slideLayouts/slideLayout197.xml"/><Relationship Id="rId2" Type="http://schemas.openxmlformats.org/officeDocument/2006/relationships/slideLayout" Target="../slideLayouts/slideLayout198.xml"/><Relationship Id="rId3" Type="http://schemas.openxmlformats.org/officeDocument/2006/relationships/slideLayout" Target="../slideLayouts/slideLayout199.xml"/><Relationship Id="rId4" Type="http://schemas.openxmlformats.org/officeDocument/2006/relationships/slideLayout" Target="../slideLayouts/slideLayout200.xml"/><Relationship Id="rId9" Type="http://schemas.openxmlformats.org/officeDocument/2006/relationships/slideLayout" Target="../slideLayouts/slideLayout205.xml"/><Relationship Id="rId15" Type="http://schemas.openxmlformats.org/officeDocument/2006/relationships/slideLayout" Target="../slideLayouts/slideLayout211.xml"/><Relationship Id="rId14" Type="http://schemas.openxmlformats.org/officeDocument/2006/relationships/slideLayout" Target="../slideLayouts/slideLayout210.xml"/><Relationship Id="rId17" Type="http://schemas.openxmlformats.org/officeDocument/2006/relationships/slideLayout" Target="../slideLayouts/slideLayout213.xml"/><Relationship Id="rId16" Type="http://schemas.openxmlformats.org/officeDocument/2006/relationships/slideLayout" Target="../slideLayouts/slideLayout212.xml"/><Relationship Id="rId5" Type="http://schemas.openxmlformats.org/officeDocument/2006/relationships/slideLayout" Target="../slideLayouts/slideLayout201.xml"/><Relationship Id="rId19" Type="http://schemas.openxmlformats.org/officeDocument/2006/relationships/slideLayout" Target="../slideLayouts/slideLayout215.xml"/><Relationship Id="rId6" Type="http://schemas.openxmlformats.org/officeDocument/2006/relationships/slideLayout" Target="../slideLayouts/slideLayout202.xml"/><Relationship Id="rId18" Type="http://schemas.openxmlformats.org/officeDocument/2006/relationships/slideLayout" Target="../slideLayouts/slideLayout214.xml"/><Relationship Id="rId7" Type="http://schemas.openxmlformats.org/officeDocument/2006/relationships/slideLayout" Target="../slideLayouts/slideLayout203.xml"/><Relationship Id="rId8" Type="http://schemas.openxmlformats.org/officeDocument/2006/relationships/slideLayout" Target="../slideLayouts/slideLayout204.xml"/></Relationships>
</file>

<file path=ppt/slideMasters/_rels/slideMaster11.xml.rels><?xml version="1.0" encoding="UTF-8" standalone="yes"?><Relationships xmlns="http://schemas.openxmlformats.org/package/2006/relationships"><Relationship Id="rId20" Type="http://schemas.openxmlformats.org/officeDocument/2006/relationships/slideLayout" Target="../slideLayouts/slideLayout239.xml"/><Relationship Id="rId11" Type="http://schemas.openxmlformats.org/officeDocument/2006/relationships/slideLayout" Target="../slideLayouts/slideLayout230.xml"/><Relationship Id="rId22" Type="http://schemas.openxmlformats.org/officeDocument/2006/relationships/slideLayout" Target="../slideLayouts/slideLayout241.xml"/><Relationship Id="rId10" Type="http://schemas.openxmlformats.org/officeDocument/2006/relationships/slideLayout" Target="../slideLayouts/slideLayout229.xml"/><Relationship Id="rId21" Type="http://schemas.openxmlformats.org/officeDocument/2006/relationships/slideLayout" Target="../slideLayouts/slideLayout240.xml"/><Relationship Id="rId13" Type="http://schemas.openxmlformats.org/officeDocument/2006/relationships/slideLayout" Target="../slideLayouts/slideLayout232.xml"/><Relationship Id="rId24" Type="http://schemas.openxmlformats.org/officeDocument/2006/relationships/theme" Target="../theme/theme8.xml"/><Relationship Id="rId12" Type="http://schemas.openxmlformats.org/officeDocument/2006/relationships/slideLayout" Target="../slideLayouts/slideLayout231.xml"/><Relationship Id="rId23" Type="http://schemas.openxmlformats.org/officeDocument/2006/relationships/slideLayout" Target="../slideLayouts/slideLayout242.xml"/><Relationship Id="rId1" Type="http://schemas.openxmlformats.org/officeDocument/2006/relationships/slideLayout" Target="../slideLayouts/slideLayout220.xml"/><Relationship Id="rId2" Type="http://schemas.openxmlformats.org/officeDocument/2006/relationships/slideLayout" Target="../slideLayouts/slideLayout221.xml"/><Relationship Id="rId3" Type="http://schemas.openxmlformats.org/officeDocument/2006/relationships/slideLayout" Target="../slideLayouts/slideLayout222.xml"/><Relationship Id="rId4" Type="http://schemas.openxmlformats.org/officeDocument/2006/relationships/slideLayout" Target="../slideLayouts/slideLayout223.xml"/><Relationship Id="rId9" Type="http://schemas.openxmlformats.org/officeDocument/2006/relationships/slideLayout" Target="../slideLayouts/slideLayout228.xml"/><Relationship Id="rId15" Type="http://schemas.openxmlformats.org/officeDocument/2006/relationships/slideLayout" Target="../slideLayouts/slideLayout234.xml"/><Relationship Id="rId14" Type="http://schemas.openxmlformats.org/officeDocument/2006/relationships/slideLayout" Target="../slideLayouts/slideLayout233.xml"/><Relationship Id="rId17" Type="http://schemas.openxmlformats.org/officeDocument/2006/relationships/slideLayout" Target="../slideLayouts/slideLayout236.xml"/><Relationship Id="rId16" Type="http://schemas.openxmlformats.org/officeDocument/2006/relationships/slideLayout" Target="../slideLayouts/slideLayout235.xml"/><Relationship Id="rId5" Type="http://schemas.openxmlformats.org/officeDocument/2006/relationships/slideLayout" Target="../slideLayouts/slideLayout224.xml"/><Relationship Id="rId19" Type="http://schemas.openxmlformats.org/officeDocument/2006/relationships/slideLayout" Target="../slideLayouts/slideLayout238.xml"/><Relationship Id="rId6" Type="http://schemas.openxmlformats.org/officeDocument/2006/relationships/slideLayout" Target="../slideLayouts/slideLayout225.xml"/><Relationship Id="rId18" Type="http://schemas.openxmlformats.org/officeDocument/2006/relationships/slideLayout" Target="../slideLayouts/slideLayout237.xml"/><Relationship Id="rId7" Type="http://schemas.openxmlformats.org/officeDocument/2006/relationships/slideLayout" Target="../slideLayouts/slideLayout226.xml"/><Relationship Id="rId8" Type="http://schemas.openxmlformats.org/officeDocument/2006/relationships/slideLayout" Target="../slideLayouts/slideLayout227.xml"/></Relationships>
</file>

<file path=ppt/slideMasters/_rels/slideMaster12.xml.rels><?xml version="1.0" encoding="UTF-8" standalone="yes"?><Relationships xmlns="http://schemas.openxmlformats.org/package/2006/relationships"><Relationship Id="rId20" Type="http://schemas.openxmlformats.org/officeDocument/2006/relationships/slideLayout" Target="../slideLayouts/slideLayout262.xml"/><Relationship Id="rId11" Type="http://schemas.openxmlformats.org/officeDocument/2006/relationships/slideLayout" Target="../slideLayouts/slideLayout253.xml"/><Relationship Id="rId22" Type="http://schemas.openxmlformats.org/officeDocument/2006/relationships/slideLayout" Target="../slideLayouts/slideLayout264.xml"/><Relationship Id="rId10" Type="http://schemas.openxmlformats.org/officeDocument/2006/relationships/slideLayout" Target="../slideLayouts/slideLayout252.xml"/><Relationship Id="rId21" Type="http://schemas.openxmlformats.org/officeDocument/2006/relationships/slideLayout" Target="../slideLayouts/slideLayout263.xml"/><Relationship Id="rId13" Type="http://schemas.openxmlformats.org/officeDocument/2006/relationships/slideLayout" Target="../slideLayouts/slideLayout255.xml"/><Relationship Id="rId24" Type="http://schemas.openxmlformats.org/officeDocument/2006/relationships/theme" Target="../theme/theme4.xml"/><Relationship Id="rId12" Type="http://schemas.openxmlformats.org/officeDocument/2006/relationships/slideLayout" Target="../slideLayouts/slideLayout254.xml"/><Relationship Id="rId23" Type="http://schemas.openxmlformats.org/officeDocument/2006/relationships/slideLayout" Target="../slideLayouts/slideLayout265.xml"/><Relationship Id="rId1" Type="http://schemas.openxmlformats.org/officeDocument/2006/relationships/slideLayout" Target="../slideLayouts/slideLayout243.xml"/><Relationship Id="rId2" Type="http://schemas.openxmlformats.org/officeDocument/2006/relationships/slideLayout" Target="../slideLayouts/slideLayout244.xml"/><Relationship Id="rId3" Type="http://schemas.openxmlformats.org/officeDocument/2006/relationships/slideLayout" Target="../slideLayouts/slideLayout245.xml"/><Relationship Id="rId4" Type="http://schemas.openxmlformats.org/officeDocument/2006/relationships/slideLayout" Target="../slideLayouts/slideLayout246.xml"/><Relationship Id="rId9" Type="http://schemas.openxmlformats.org/officeDocument/2006/relationships/slideLayout" Target="../slideLayouts/slideLayout251.xml"/><Relationship Id="rId15" Type="http://schemas.openxmlformats.org/officeDocument/2006/relationships/slideLayout" Target="../slideLayouts/slideLayout257.xml"/><Relationship Id="rId14" Type="http://schemas.openxmlformats.org/officeDocument/2006/relationships/slideLayout" Target="../slideLayouts/slideLayout256.xml"/><Relationship Id="rId17" Type="http://schemas.openxmlformats.org/officeDocument/2006/relationships/slideLayout" Target="../slideLayouts/slideLayout259.xml"/><Relationship Id="rId16" Type="http://schemas.openxmlformats.org/officeDocument/2006/relationships/slideLayout" Target="../slideLayouts/slideLayout258.xml"/><Relationship Id="rId5" Type="http://schemas.openxmlformats.org/officeDocument/2006/relationships/slideLayout" Target="../slideLayouts/slideLayout247.xml"/><Relationship Id="rId19" Type="http://schemas.openxmlformats.org/officeDocument/2006/relationships/slideLayout" Target="../slideLayouts/slideLayout261.xml"/><Relationship Id="rId6" Type="http://schemas.openxmlformats.org/officeDocument/2006/relationships/slideLayout" Target="../slideLayouts/slideLayout248.xml"/><Relationship Id="rId18" Type="http://schemas.openxmlformats.org/officeDocument/2006/relationships/slideLayout" Target="../slideLayouts/slideLayout260.xml"/><Relationship Id="rId7" Type="http://schemas.openxmlformats.org/officeDocument/2006/relationships/slideLayout" Target="../slideLayouts/slideLayout249.xml"/><Relationship Id="rId8" Type="http://schemas.openxmlformats.org/officeDocument/2006/relationships/slideLayout" Target="../slideLayouts/slideLayout250.xml"/></Relationships>
</file>

<file path=ppt/slideMasters/_rels/slideMaster13.xml.rels><?xml version="1.0" encoding="UTF-8" standalone="yes"?><Relationships xmlns="http://schemas.openxmlformats.org/package/2006/relationships"><Relationship Id="rId20" Type="http://schemas.openxmlformats.org/officeDocument/2006/relationships/slideLayout" Target="../slideLayouts/slideLayout285.xml"/><Relationship Id="rId11" Type="http://schemas.openxmlformats.org/officeDocument/2006/relationships/slideLayout" Target="../slideLayouts/slideLayout276.xml"/><Relationship Id="rId22" Type="http://schemas.openxmlformats.org/officeDocument/2006/relationships/slideLayout" Target="../slideLayouts/slideLayout287.xml"/><Relationship Id="rId10" Type="http://schemas.openxmlformats.org/officeDocument/2006/relationships/slideLayout" Target="../slideLayouts/slideLayout275.xml"/><Relationship Id="rId21" Type="http://schemas.openxmlformats.org/officeDocument/2006/relationships/slideLayout" Target="../slideLayouts/slideLayout286.xml"/><Relationship Id="rId13" Type="http://schemas.openxmlformats.org/officeDocument/2006/relationships/slideLayout" Target="../slideLayouts/slideLayout278.xml"/><Relationship Id="rId24" Type="http://schemas.openxmlformats.org/officeDocument/2006/relationships/theme" Target="../theme/theme3.xml"/><Relationship Id="rId12" Type="http://schemas.openxmlformats.org/officeDocument/2006/relationships/slideLayout" Target="../slideLayouts/slideLayout277.xml"/><Relationship Id="rId23" Type="http://schemas.openxmlformats.org/officeDocument/2006/relationships/slideLayout" Target="../slideLayouts/slideLayout288.xml"/><Relationship Id="rId1" Type="http://schemas.openxmlformats.org/officeDocument/2006/relationships/slideLayout" Target="../slideLayouts/slideLayout266.xml"/><Relationship Id="rId2" Type="http://schemas.openxmlformats.org/officeDocument/2006/relationships/slideLayout" Target="../slideLayouts/slideLayout267.xml"/><Relationship Id="rId3" Type="http://schemas.openxmlformats.org/officeDocument/2006/relationships/slideLayout" Target="../slideLayouts/slideLayout268.xml"/><Relationship Id="rId4" Type="http://schemas.openxmlformats.org/officeDocument/2006/relationships/slideLayout" Target="../slideLayouts/slideLayout269.xml"/><Relationship Id="rId9" Type="http://schemas.openxmlformats.org/officeDocument/2006/relationships/slideLayout" Target="../slideLayouts/slideLayout274.xml"/><Relationship Id="rId15" Type="http://schemas.openxmlformats.org/officeDocument/2006/relationships/slideLayout" Target="../slideLayouts/slideLayout280.xml"/><Relationship Id="rId14" Type="http://schemas.openxmlformats.org/officeDocument/2006/relationships/slideLayout" Target="../slideLayouts/slideLayout279.xml"/><Relationship Id="rId17" Type="http://schemas.openxmlformats.org/officeDocument/2006/relationships/slideLayout" Target="../slideLayouts/slideLayout282.xml"/><Relationship Id="rId16" Type="http://schemas.openxmlformats.org/officeDocument/2006/relationships/slideLayout" Target="../slideLayouts/slideLayout281.xml"/><Relationship Id="rId5" Type="http://schemas.openxmlformats.org/officeDocument/2006/relationships/slideLayout" Target="../slideLayouts/slideLayout270.xml"/><Relationship Id="rId19" Type="http://schemas.openxmlformats.org/officeDocument/2006/relationships/slideLayout" Target="../slideLayouts/slideLayout284.xml"/><Relationship Id="rId6" Type="http://schemas.openxmlformats.org/officeDocument/2006/relationships/slideLayout" Target="../slideLayouts/slideLayout271.xml"/><Relationship Id="rId18" Type="http://schemas.openxmlformats.org/officeDocument/2006/relationships/slideLayout" Target="../slideLayouts/slideLayout283.xml"/><Relationship Id="rId7" Type="http://schemas.openxmlformats.org/officeDocument/2006/relationships/slideLayout" Target="../slideLayouts/slideLayout272.xml"/><Relationship Id="rId8" Type="http://schemas.openxmlformats.org/officeDocument/2006/relationships/slideLayout" Target="../slideLayouts/slideLayout273.xml"/></Relationships>
</file>

<file path=ppt/slideMasters/_rels/slideMaster14.xml.rels><?xml version="1.0" encoding="UTF-8" standalone="yes"?><Relationships xmlns="http://schemas.openxmlformats.org/package/2006/relationships"><Relationship Id="rId20" Type="http://schemas.openxmlformats.org/officeDocument/2006/relationships/slideLayout" Target="../slideLayouts/slideLayout308.xml"/><Relationship Id="rId11" Type="http://schemas.openxmlformats.org/officeDocument/2006/relationships/slideLayout" Target="../slideLayouts/slideLayout299.xml"/><Relationship Id="rId22" Type="http://schemas.openxmlformats.org/officeDocument/2006/relationships/slideLayout" Target="../slideLayouts/slideLayout310.xml"/><Relationship Id="rId10" Type="http://schemas.openxmlformats.org/officeDocument/2006/relationships/slideLayout" Target="../slideLayouts/slideLayout298.xml"/><Relationship Id="rId21" Type="http://schemas.openxmlformats.org/officeDocument/2006/relationships/slideLayout" Target="../slideLayouts/slideLayout309.xml"/><Relationship Id="rId13" Type="http://schemas.openxmlformats.org/officeDocument/2006/relationships/slideLayout" Target="../slideLayouts/slideLayout301.xml"/><Relationship Id="rId24" Type="http://schemas.openxmlformats.org/officeDocument/2006/relationships/theme" Target="../theme/theme1.xml"/><Relationship Id="rId12" Type="http://schemas.openxmlformats.org/officeDocument/2006/relationships/slideLayout" Target="../slideLayouts/slideLayout300.xml"/><Relationship Id="rId23" Type="http://schemas.openxmlformats.org/officeDocument/2006/relationships/slideLayout" Target="../slideLayouts/slideLayout311.xml"/><Relationship Id="rId1" Type="http://schemas.openxmlformats.org/officeDocument/2006/relationships/slideLayout" Target="../slideLayouts/slideLayout289.xml"/><Relationship Id="rId2" Type="http://schemas.openxmlformats.org/officeDocument/2006/relationships/slideLayout" Target="../slideLayouts/slideLayout290.xml"/><Relationship Id="rId3" Type="http://schemas.openxmlformats.org/officeDocument/2006/relationships/slideLayout" Target="../slideLayouts/slideLayout291.xml"/><Relationship Id="rId4" Type="http://schemas.openxmlformats.org/officeDocument/2006/relationships/slideLayout" Target="../slideLayouts/slideLayout292.xml"/><Relationship Id="rId9" Type="http://schemas.openxmlformats.org/officeDocument/2006/relationships/slideLayout" Target="../slideLayouts/slideLayout297.xml"/><Relationship Id="rId15" Type="http://schemas.openxmlformats.org/officeDocument/2006/relationships/slideLayout" Target="../slideLayouts/slideLayout303.xml"/><Relationship Id="rId14" Type="http://schemas.openxmlformats.org/officeDocument/2006/relationships/slideLayout" Target="../slideLayouts/slideLayout302.xml"/><Relationship Id="rId17" Type="http://schemas.openxmlformats.org/officeDocument/2006/relationships/slideLayout" Target="../slideLayouts/slideLayout305.xml"/><Relationship Id="rId16" Type="http://schemas.openxmlformats.org/officeDocument/2006/relationships/slideLayout" Target="../slideLayouts/slideLayout304.xml"/><Relationship Id="rId5" Type="http://schemas.openxmlformats.org/officeDocument/2006/relationships/slideLayout" Target="../slideLayouts/slideLayout293.xml"/><Relationship Id="rId19" Type="http://schemas.openxmlformats.org/officeDocument/2006/relationships/slideLayout" Target="../slideLayouts/slideLayout307.xml"/><Relationship Id="rId6" Type="http://schemas.openxmlformats.org/officeDocument/2006/relationships/slideLayout" Target="../slideLayouts/slideLayout294.xml"/><Relationship Id="rId18" Type="http://schemas.openxmlformats.org/officeDocument/2006/relationships/slideLayout" Target="../slideLayouts/slideLayout306.xml"/><Relationship Id="rId7" Type="http://schemas.openxmlformats.org/officeDocument/2006/relationships/slideLayout" Target="../slideLayouts/slideLayout295.xml"/><Relationship Id="rId8" Type="http://schemas.openxmlformats.org/officeDocument/2006/relationships/slideLayout" Target="../slideLayouts/slideLayout296.xml"/></Relationships>
</file>

<file path=ppt/slideMasters/_rels/slideMaster15.xml.rels><?xml version="1.0" encoding="UTF-8" standalone="yes"?><Relationships xmlns="http://schemas.openxmlformats.org/package/2006/relationships"><Relationship Id="rId20" Type="http://schemas.openxmlformats.org/officeDocument/2006/relationships/slideLayout" Target="../slideLayouts/slideLayout331.xml"/><Relationship Id="rId11" Type="http://schemas.openxmlformats.org/officeDocument/2006/relationships/slideLayout" Target="../slideLayouts/slideLayout322.xml"/><Relationship Id="rId22" Type="http://schemas.openxmlformats.org/officeDocument/2006/relationships/slideLayout" Target="../slideLayouts/slideLayout333.xml"/><Relationship Id="rId10" Type="http://schemas.openxmlformats.org/officeDocument/2006/relationships/slideLayout" Target="../slideLayouts/slideLayout321.xml"/><Relationship Id="rId21" Type="http://schemas.openxmlformats.org/officeDocument/2006/relationships/slideLayout" Target="../slideLayouts/slideLayout332.xml"/><Relationship Id="rId13" Type="http://schemas.openxmlformats.org/officeDocument/2006/relationships/slideLayout" Target="../slideLayouts/slideLayout324.xml"/><Relationship Id="rId24" Type="http://schemas.openxmlformats.org/officeDocument/2006/relationships/theme" Target="../theme/theme11.xml"/><Relationship Id="rId12" Type="http://schemas.openxmlformats.org/officeDocument/2006/relationships/slideLayout" Target="../slideLayouts/slideLayout323.xml"/><Relationship Id="rId23" Type="http://schemas.openxmlformats.org/officeDocument/2006/relationships/slideLayout" Target="../slideLayouts/slideLayout334.xml"/><Relationship Id="rId1" Type="http://schemas.openxmlformats.org/officeDocument/2006/relationships/slideLayout" Target="../slideLayouts/slideLayout312.xml"/><Relationship Id="rId2" Type="http://schemas.openxmlformats.org/officeDocument/2006/relationships/slideLayout" Target="../slideLayouts/slideLayout313.xml"/><Relationship Id="rId3" Type="http://schemas.openxmlformats.org/officeDocument/2006/relationships/slideLayout" Target="../slideLayouts/slideLayout314.xml"/><Relationship Id="rId4" Type="http://schemas.openxmlformats.org/officeDocument/2006/relationships/slideLayout" Target="../slideLayouts/slideLayout315.xml"/><Relationship Id="rId9" Type="http://schemas.openxmlformats.org/officeDocument/2006/relationships/slideLayout" Target="../slideLayouts/slideLayout320.xml"/><Relationship Id="rId15" Type="http://schemas.openxmlformats.org/officeDocument/2006/relationships/slideLayout" Target="../slideLayouts/slideLayout326.xml"/><Relationship Id="rId14" Type="http://schemas.openxmlformats.org/officeDocument/2006/relationships/slideLayout" Target="../slideLayouts/slideLayout325.xml"/><Relationship Id="rId17" Type="http://schemas.openxmlformats.org/officeDocument/2006/relationships/slideLayout" Target="../slideLayouts/slideLayout328.xml"/><Relationship Id="rId16" Type="http://schemas.openxmlformats.org/officeDocument/2006/relationships/slideLayout" Target="../slideLayouts/slideLayout327.xml"/><Relationship Id="rId5" Type="http://schemas.openxmlformats.org/officeDocument/2006/relationships/slideLayout" Target="../slideLayouts/slideLayout316.xml"/><Relationship Id="rId19" Type="http://schemas.openxmlformats.org/officeDocument/2006/relationships/slideLayout" Target="../slideLayouts/slideLayout330.xml"/><Relationship Id="rId6" Type="http://schemas.openxmlformats.org/officeDocument/2006/relationships/slideLayout" Target="../slideLayouts/slideLayout317.xml"/><Relationship Id="rId18" Type="http://schemas.openxmlformats.org/officeDocument/2006/relationships/slideLayout" Target="../slideLayouts/slideLayout329.xml"/><Relationship Id="rId7" Type="http://schemas.openxmlformats.org/officeDocument/2006/relationships/slideLayout" Target="../slideLayouts/slideLayout318.xml"/><Relationship Id="rId8" Type="http://schemas.openxmlformats.org/officeDocument/2006/relationships/slideLayout" Target="../slideLayouts/slideLayout319.xml"/></Relationships>
</file>

<file path=ppt/slideMasters/_rels/slideMaster16.xml.rels><?xml version="1.0" encoding="UTF-8" standalone="yes"?><Relationships xmlns="http://schemas.openxmlformats.org/package/2006/relationships"><Relationship Id="rId20" Type="http://schemas.openxmlformats.org/officeDocument/2006/relationships/slideLayout" Target="../slideLayouts/slideLayout354.xml"/><Relationship Id="rId11" Type="http://schemas.openxmlformats.org/officeDocument/2006/relationships/slideLayout" Target="../slideLayouts/slideLayout345.xml"/><Relationship Id="rId22" Type="http://schemas.openxmlformats.org/officeDocument/2006/relationships/slideLayout" Target="../slideLayouts/slideLayout356.xml"/><Relationship Id="rId10" Type="http://schemas.openxmlformats.org/officeDocument/2006/relationships/slideLayout" Target="../slideLayouts/slideLayout344.xml"/><Relationship Id="rId21" Type="http://schemas.openxmlformats.org/officeDocument/2006/relationships/slideLayout" Target="../slideLayouts/slideLayout355.xml"/><Relationship Id="rId13" Type="http://schemas.openxmlformats.org/officeDocument/2006/relationships/slideLayout" Target="../slideLayouts/slideLayout347.xml"/><Relationship Id="rId24" Type="http://schemas.openxmlformats.org/officeDocument/2006/relationships/theme" Target="../theme/theme14.xml"/><Relationship Id="rId12" Type="http://schemas.openxmlformats.org/officeDocument/2006/relationships/slideLayout" Target="../slideLayouts/slideLayout346.xml"/><Relationship Id="rId23" Type="http://schemas.openxmlformats.org/officeDocument/2006/relationships/slideLayout" Target="../slideLayouts/slideLayout357.xml"/><Relationship Id="rId1" Type="http://schemas.openxmlformats.org/officeDocument/2006/relationships/slideLayout" Target="../slideLayouts/slideLayout335.xml"/><Relationship Id="rId2" Type="http://schemas.openxmlformats.org/officeDocument/2006/relationships/slideLayout" Target="../slideLayouts/slideLayout336.xml"/><Relationship Id="rId3" Type="http://schemas.openxmlformats.org/officeDocument/2006/relationships/slideLayout" Target="../slideLayouts/slideLayout337.xml"/><Relationship Id="rId4" Type="http://schemas.openxmlformats.org/officeDocument/2006/relationships/slideLayout" Target="../slideLayouts/slideLayout338.xml"/><Relationship Id="rId9" Type="http://schemas.openxmlformats.org/officeDocument/2006/relationships/slideLayout" Target="../slideLayouts/slideLayout343.xml"/><Relationship Id="rId15" Type="http://schemas.openxmlformats.org/officeDocument/2006/relationships/slideLayout" Target="../slideLayouts/slideLayout349.xml"/><Relationship Id="rId14" Type="http://schemas.openxmlformats.org/officeDocument/2006/relationships/slideLayout" Target="../slideLayouts/slideLayout348.xml"/><Relationship Id="rId17" Type="http://schemas.openxmlformats.org/officeDocument/2006/relationships/slideLayout" Target="../slideLayouts/slideLayout351.xml"/><Relationship Id="rId16" Type="http://schemas.openxmlformats.org/officeDocument/2006/relationships/slideLayout" Target="../slideLayouts/slideLayout350.xml"/><Relationship Id="rId5" Type="http://schemas.openxmlformats.org/officeDocument/2006/relationships/slideLayout" Target="../slideLayouts/slideLayout339.xml"/><Relationship Id="rId19" Type="http://schemas.openxmlformats.org/officeDocument/2006/relationships/slideLayout" Target="../slideLayouts/slideLayout353.xml"/><Relationship Id="rId6" Type="http://schemas.openxmlformats.org/officeDocument/2006/relationships/slideLayout" Target="../slideLayouts/slideLayout340.xml"/><Relationship Id="rId18" Type="http://schemas.openxmlformats.org/officeDocument/2006/relationships/slideLayout" Target="../slideLayouts/slideLayout352.xml"/><Relationship Id="rId7" Type="http://schemas.openxmlformats.org/officeDocument/2006/relationships/slideLayout" Target="../slideLayouts/slideLayout341.xml"/><Relationship Id="rId8" Type="http://schemas.openxmlformats.org/officeDocument/2006/relationships/slideLayout" Target="../slideLayouts/slideLayout34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hift">
    <p:bg>
      <p:bgPr>
        <a:solidFill>
          <a:schemeClr val="dk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rmAutofit/>
          </a:bodyPr>
          <a:lstStyle>
            <a:lvl1pPr lvl="0">
              <a:spcBef>
                <a:spcPts val="0"/>
              </a:spcBef>
              <a:spcAft>
                <a:spcPts val="0"/>
              </a:spcAft>
              <a:buClr>
                <a:schemeClr val="lt1"/>
              </a:buClr>
              <a:buSzPts val="2800"/>
              <a:buFont typeface="Nunito"/>
              <a:buNone/>
              <a:defRPr sz="2800">
                <a:solidFill>
                  <a:schemeClr val="lt1"/>
                </a:solidFill>
                <a:latin typeface="Nunito"/>
                <a:ea typeface="Nunito"/>
                <a:cs typeface="Nunito"/>
                <a:sym typeface="Nunito"/>
              </a:defRPr>
            </a:lvl1pPr>
            <a:lvl2pPr lvl="1">
              <a:spcBef>
                <a:spcPts val="0"/>
              </a:spcBef>
              <a:spcAft>
                <a:spcPts val="0"/>
              </a:spcAft>
              <a:buClr>
                <a:schemeClr val="lt1"/>
              </a:buClr>
              <a:buSzPts val="2800"/>
              <a:buFont typeface="Nunito"/>
              <a:buNone/>
              <a:defRPr sz="2800">
                <a:solidFill>
                  <a:schemeClr val="lt1"/>
                </a:solidFill>
                <a:latin typeface="Nunito"/>
                <a:ea typeface="Nunito"/>
                <a:cs typeface="Nunito"/>
                <a:sym typeface="Nunito"/>
              </a:defRPr>
            </a:lvl2pPr>
            <a:lvl3pPr lvl="2">
              <a:spcBef>
                <a:spcPts val="0"/>
              </a:spcBef>
              <a:spcAft>
                <a:spcPts val="0"/>
              </a:spcAft>
              <a:buClr>
                <a:schemeClr val="lt1"/>
              </a:buClr>
              <a:buSzPts val="2800"/>
              <a:buFont typeface="Nunito"/>
              <a:buNone/>
              <a:defRPr sz="2800">
                <a:solidFill>
                  <a:schemeClr val="lt1"/>
                </a:solidFill>
                <a:latin typeface="Nunito"/>
                <a:ea typeface="Nunito"/>
                <a:cs typeface="Nunito"/>
                <a:sym typeface="Nunito"/>
              </a:defRPr>
            </a:lvl3pPr>
            <a:lvl4pPr lvl="3">
              <a:spcBef>
                <a:spcPts val="0"/>
              </a:spcBef>
              <a:spcAft>
                <a:spcPts val="0"/>
              </a:spcAft>
              <a:buClr>
                <a:schemeClr val="lt1"/>
              </a:buClr>
              <a:buSzPts val="2800"/>
              <a:buFont typeface="Nunito"/>
              <a:buNone/>
              <a:defRPr sz="2800">
                <a:solidFill>
                  <a:schemeClr val="lt1"/>
                </a:solidFill>
                <a:latin typeface="Nunito"/>
                <a:ea typeface="Nunito"/>
                <a:cs typeface="Nunito"/>
                <a:sym typeface="Nunito"/>
              </a:defRPr>
            </a:lvl4pPr>
            <a:lvl5pPr lvl="4">
              <a:spcBef>
                <a:spcPts val="0"/>
              </a:spcBef>
              <a:spcAft>
                <a:spcPts val="0"/>
              </a:spcAft>
              <a:buClr>
                <a:schemeClr val="lt1"/>
              </a:buClr>
              <a:buSzPts val="2800"/>
              <a:buFont typeface="Nunito"/>
              <a:buNone/>
              <a:defRPr sz="2800">
                <a:solidFill>
                  <a:schemeClr val="lt1"/>
                </a:solidFill>
                <a:latin typeface="Nunito"/>
                <a:ea typeface="Nunito"/>
                <a:cs typeface="Nunito"/>
                <a:sym typeface="Nunito"/>
              </a:defRPr>
            </a:lvl5pPr>
            <a:lvl6pPr lvl="5">
              <a:spcBef>
                <a:spcPts val="0"/>
              </a:spcBef>
              <a:spcAft>
                <a:spcPts val="0"/>
              </a:spcAft>
              <a:buClr>
                <a:schemeClr val="lt1"/>
              </a:buClr>
              <a:buSzPts val="2800"/>
              <a:buFont typeface="Nunito"/>
              <a:buNone/>
              <a:defRPr sz="2800">
                <a:solidFill>
                  <a:schemeClr val="lt1"/>
                </a:solidFill>
                <a:latin typeface="Nunito"/>
                <a:ea typeface="Nunito"/>
                <a:cs typeface="Nunito"/>
                <a:sym typeface="Nunito"/>
              </a:defRPr>
            </a:lvl6pPr>
            <a:lvl7pPr lvl="6">
              <a:spcBef>
                <a:spcPts val="0"/>
              </a:spcBef>
              <a:spcAft>
                <a:spcPts val="0"/>
              </a:spcAft>
              <a:buClr>
                <a:schemeClr val="lt1"/>
              </a:buClr>
              <a:buSzPts val="2800"/>
              <a:buFont typeface="Nunito"/>
              <a:buNone/>
              <a:defRPr sz="2800">
                <a:solidFill>
                  <a:schemeClr val="lt1"/>
                </a:solidFill>
                <a:latin typeface="Nunito"/>
                <a:ea typeface="Nunito"/>
                <a:cs typeface="Nunito"/>
                <a:sym typeface="Nunito"/>
              </a:defRPr>
            </a:lvl7pPr>
            <a:lvl8pPr lvl="7">
              <a:spcBef>
                <a:spcPts val="0"/>
              </a:spcBef>
              <a:spcAft>
                <a:spcPts val="0"/>
              </a:spcAft>
              <a:buClr>
                <a:schemeClr val="lt1"/>
              </a:buClr>
              <a:buSzPts val="2800"/>
              <a:buFont typeface="Nunito"/>
              <a:buNone/>
              <a:defRPr sz="2800">
                <a:solidFill>
                  <a:schemeClr val="lt1"/>
                </a:solidFill>
                <a:latin typeface="Nunito"/>
                <a:ea typeface="Nunito"/>
                <a:cs typeface="Nunito"/>
                <a:sym typeface="Nunito"/>
              </a:defRPr>
            </a:lvl8pPr>
            <a:lvl9pPr lvl="8">
              <a:spcBef>
                <a:spcPts val="0"/>
              </a:spcBef>
              <a:spcAft>
                <a:spcPts val="0"/>
              </a:spcAft>
              <a:buClr>
                <a:schemeClr val="lt1"/>
              </a:buClr>
              <a:buSzPts val="2800"/>
              <a:buFont typeface="Nunito"/>
              <a:buNone/>
              <a:defRPr sz="2800">
                <a:solidFill>
                  <a:schemeClr val="lt1"/>
                </a:solidFill>
                <a:latin typeface="Nunito"/>
                <a:ea typeface="Nunito"/>
                <a:cs typeface="Nunito"/>
                <a:sym typeface="Nunito"/>
              </a:defRPr>
            </a:lvl9pPr>
          </a:lstStyle>
          <a:p/>
        </p:txBody>
      </p:sp>
      <p:sp>
        <p:nvSpPr>
          <p:cNvPr id="7" name="Google Shape;7;p1"/>
          <p:cNvSpPr txBox="1"/>
          <p:nvPr>
            <p:ph idx="1" type="body"/>
          </p:nvPr>
        </p:nvSpPr>
        <p:spPr>
          <a:xfrm>
            <a:off x="311700" y="1152475"/>
            <a:ext cx="8520600" cy="3391200"/>
          </a:xfrm>
          <a:prstGeom prst="rect">
            <a:avLst/>
          </a:prstGeom>
          <a:noFill/>
          <a:ln>
            <a:noFill/>
          </a:ln>
        </p:spPr>
        <p:txBody>
          <a:bodyPr anchorCtr="0" anchor="t" bIns="91425" lIns="91425" spcFirstLastPara="1" rIns="91425" wrap="square" tIns="91425">
            <a:normAutofit/>
          </a:bodyPr>
          <a:lstStyle>
            <a:lvl1pPr indent="-311150" lvl="0" marL="457200">
              <a:lnSpc>
                <a:spcPct val="115000"/>
              </a:lnSpc>
              <a:spcBef>
                <a:spcPts val="0"/>
              </a:spcBef>
              <a:spcAft>
                <a:spcPts val="0"/>
              </a:spcAft>
              <a:buClr>
                <a:schemeClr val="dk2"/>
              </a:buClr>
              <a:buSzPts val="1300"/>
              <a:buFont typeface="Calibri"/>
              <a:buChar char="●"/>
              <a:defRPr sz="1300">
                <a:solidFill>
                  <a:schemeClr val="dk2"/>
                </a:solidFill>
                <a:latin typeface="Calibri"/>
                <a:ea typeface="Calibri"/>
                <a:cs typeface="Calibri"/>
                <a:sym typeface="Calibri"/>
              </a:defRPr>
            </a:lvl1pPr>
            <a:lvl2pPr indent="-298450" lvl="1" marL="914400">
              <a:lnSpc>
                <a:spcPct val="115000"/>
              </a:lnSpc>
              <a:spcBef>
                <a:spcPts val="0"/>
              </a:spcBef>
              <a:spcAft>
                <a:spcPts val="0"/>
              </a:spcAft>
              <a:buClr>
                <a:schemeClr val="dk2"/>
              </a:buClr>
              <a:buSzPts val="1100"/>
              <a:buFont typeface="Calibri"/>
              <a:buChar char="○"/>
              <a:defRPr sz="1100">
                <a:solidFill>
                  <a:schemeClr val="dk2"/>
                </a:solidFill>
                <a:latin typeface="Calibri"/>
                <a:ea typeface="Calibri"/>
                <a:cs typeface="Calibri"/>
                <a:sym typeface="Calibri"/>
              </a:defRPr>
            </a:lvl2pPr>
            <a:lvl3pPr indent="-298450" lvl="2" marL="1371600">
              <a:lnSpc>
                <a:spcPct val="115000"/>
              </a:lnSpc>
              <a:spcBef>
                <a:spcPts val="0"/>
              </a:spcBef>
              <a:spcAft>
                <a:spcPts val="0"/>
              </a:spcAft>
              <a:buClr>
                <a:schemeClr val="dk2"/>
              </a:buClr>
              <a:buSzPts val="1100"/>
              <a:buFont typeface="Calibri"/>
              <a:buChar char="■"/>
              <a:defRPr sz="1100">
                <a:solidFill>
                  <a:schemeClr val="dk2"/>
                </a:solidFill>
                <a:latin typeface="Calibri"/>
                <a:ea typeface="Calibri"/>
                <a:cs typeface="Calibri"/>
                <a:sym typeface="Calibri"/>
              </a:defRPr>
            </a:lvl3pPr>
            <a:lvl4pPr indent="-298450" lvl="3" marL="1828800">
              <a:lnSpc>
                <a:spcPct val="115000"/>
              </a:lnSpc>
              <a:spcBef>
                <a:spcPts val="0"/>
              </a:spcBef>
              <a:spcAft>
                <a:spcPts val="0"/>
              </a:spcAft>
              <a:buClr>
                <a:schemeClr val="dk2"/>
              </a:buClr>
              <a:buSzPts val="1100"/>
              <a:buFont typeface="Calibri"/>
              <a:buChar char="●"/>
              <a:defRPr sz="1100">
                <a:solidFill>
                  <a:schemeClr val="dk2"/>
                </a:solidFill>
                <a:latin typeface="Calibri"/>
                <a:ea typeface="Calibri"/>
                <a:cs typeface="Calibri"/>
                <a:sym typeface="Calibri"/>
              </a:defRPr>
            </a:lvl4pPr>
            <a:lvl5pPr indent="-298450" lvl="4" marL="2286000">
              <a:lnSpc>
                <a:spcPct val="115000"/>
              </a:lnSpc>
              <a:spcBef>
                <a:spcPts val="0"/>
              </a:spcBef>
              <a:spcAft>
                <a:spcPts val="0"/>
              </a:spcAft>
              <a:buClr>
                <a:schemeClr val="dk2"/>
              </a:buClr>
              <a:buSzPts val="1100"/>
              <a:buFont typeface="Calibri"/>
              <a:buChar char="○"/>
              <a:defRPr sz="1100">
                <a:solidFill>
                  <a:schemeClr val="dk2"/>
                </a:solidFill>
                <a:latin typeface="Calibri"/>
                <a:ea typeface="Calibri"/>
                <a:cs typeface="Calibri"/>
                <a:sym typeface="Calibri"/>
              </a:defRPr>
            </a:lvl5pPr>
            <a:lvl6pPr indent="-298450" lvl="5" marL="2743200">
              <a:lnSpc>
                <a:spcPct val="115000"/>
              </a:lnSpc>
              <a:spcBef>
                <a:spcPts val="0"/>
              </a:spcBef>
              <a:spcAft>
                <a:spcPts val="0"/>
              </a:spcAft>
              <a:buClr>
                <a:schemeClr val="dk2"/>
              </a:buClr>
              <a:buSzPts val="1100"/>
              <a:buFont typeface="Calibri"/>
              <a:buChar char="■"/>
              <a:defRPr sz="1100">
                <a:solidFill>
                  <a:schemeClr val="dk2"/>
                </a:solidFill>
                <a:latin typeface="Calibri"/>
                <a:ea typeface="Calibri"/>
                <a:cs typeface="Calibri"/>
                <a:sym typeface="Calibri"/>
              </a:defRPr>
            </a:lvl6pPr>
            <a:lvl7pPr indent="-298450" lvl="6" marL="3200400">
              <a:lnSpc>
                <a:spcPct val="115000"/>
              </a:lnSpc>
              <a:spcBef>
                <a:spcPts val="0"/>
              </a:spcBef>
              <a:spcAft>
                <a:spcPts val="0"/>
              </a:spcAft>
              <a:buClr>
                <a:schemeClr val="dk2"/>
              </a:buClr>
              <a:buSzPts val="1100"/>
              <a:buFont typeface="Calibri"/>
              <a:buChar char="●"/>
              <a:defRPr sz="1100">
                <a:solidFill>
                  <a:schemeClr val="dk2"/>
                </a:solidFill>
                <a:latin typeface="Calibri"/>
                <a:ea typeface="Calibri"/>
                <a:cs typeface="Calibri"/>
                <a:sym typeface="Calibri"/>
              </a:defRPr>
            </a:lvl7pPr>
            <a:lvl8pPr indent="-298450" lvl="7" marL="3657600">
              <a:lnSpc>
                <a:spcPct val="115000"/>
              </a:lnSpc>
              <a:spcBef>
                <a:spcPts val="0"/>
              </a:spcBef>
              <a:spcAft>
                <a:spcPts val="0"/>
              </a:spcAft>
              <a:buClr>
                <a:schemeClr val="dk2"/>
              </a:buClr>
              <a:buSzPts val="1100"/>
              <a:buFont typeface="Calibri"/>
              <a:buChar char="○"/>
              <a:defRPr sz="1100">
                <a:solidFill>
                  <a:schemeClr val="dk2"/>
                </a:solidFill>
                <a:latin typeface="Calibri"/>
                <a:ea typeface="Calibri"/>
                <a:cs typeface="Calibri"/>
                <a:sym typeface="Calibri"/>
              </a:defRPr>
            </a:lvl8pPr>
            <a:lvl9pPr indent="-298450" lvl="8" marL="4114800">
              <a:lnSpc>
                <a:spcPct val="115000"/>
              </a:lnSpc>
              <a:spcBef>
                <a:spcPts val="0"/>
              </a:spcBef>
              <a:spcAft>
                <a:spcPts val="0"/>
              </a:spcAft>
              <a:buClr>
                <a:schemeClr val="dk2"/>
              </a:buClr>
              <a:buSzPts val="1100"/>
              <a:buFont typeface="Calibri"/>
              <a:buChar char="■"/>
              <a:defRPr sz="1100">
                <a:solidFill>
                  <a:schemeClr val="dk2"/>
                </a:solidFill>
                <a:latin typeface="Calibri"/>
                <a:ea typeface="Calibri"/>
                <a:cs typeface="Calibri"/>
                <a:sym typeface="Calibri"/>
              </a:defRPr>
            </a:lvl9pPr>
          </a:lstStyle>
          <a:p/>
        </p:txBody>
      </p:sp>
      <p:sp>
        <p:nvSpPr>
          <p:cNvPr id="8" name="Google Shape;8;p1"/>
          <p:cNvSpPr txBox="1"/>
          <p:nvPr>
            <p:ph idx="12" type="sldNum"/>
          </p:nvPr>
        </p:nvSpPr>
        <p:spPr>
          <a:xfrm>
            <a:off x="8390734" y="4543668"/>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latin typeface="Nunito"/>
                <a:ea typeface="Nunito"/>
                <a:cs typeface="Nunito"/>
                <a:sym typeface="Nunito"/>
              </a:defRPr>
            </a:lvl1pPr>
            <a:lvl2pPr lvl="1" algn="r">
              <a:buNone/>
              <a:defRPr sz="1000">
                <a:solidFill>
                  <a:schemeClr val="dk2"/>
                </a:solidFill>
                <a:latin typeface="Nunito"/>
                <a:ea typeface="Nunito"/>
                <a:cs typeface="Nunito"/>
                <a:sym typeface="Nunito"/>
              </a:defRPr>
            </a:lvl2pPr>
            <a:lvl3pPr lvl="2" algn="r">
              <a:buNone/>
              <a:defRPr sz="1000">
                <a:solidFill>
                  <a:schemeClr val="dk2"/>
                </a:solidFill>
                <a:latin typeface="Nunito"/>
                <a:ea typeface="Nunito"/>
                <a:cs typeface="Nunito"/>
                <a:sym typeface="Nunito"/>
              </a:defRPr>
            </a:lvl3pPr>
            <a:lvl4pPr lvl="3" algn="r">
              <a:buNone/>
              <a:defRPr sz="1000">
                <a:solidFill>
                  <a:schemeClr val="dk2"/>
                </a:solidFill>
                <a:latin typeface="Nunito"/>
                <a:ea typeface="Nunito"/>
                <a:cs typeface="Nunito"/>
                <a:sym typeface="Nunito"/>
              </a:defRPr>
            </a:lvl4pPr>
            <a:lvl5pPr lvl="4" algn="r">
              <a:buNone/>
              <a:defRPr sz="1000">
                <a:solidFill>
                  <a:schemeClr val="dk2"/>
                </a:solidFill>
                <a:latin typeface="Nunito"/>
                <a:ea typeface="Nunito"/>
                <a:cs typeface="Nunito"/>
                <a:sym typeface="Nunito"/>
              </a:defRPr>
            </a:lvl5pPr>
            <a:lvl6pPr lvl="5" algn="r">
              <a:buNone/>
              <a:defRPr sz="1000">
                <a:solidFill>
                  <a:schemeClr val="dk2"/>
                </a:solidFill>
                <a:latin typeface="Nunito"/>
                <a:ea typeface="Nunito"/>
                <a:cs typeface="Nunito"/>
                <a:sym typeface="Nunito"/>
              </a:defRPr>
            </a:lvl6pPr>
            <a:lvl7pPr lvl="6" algn="r">
              <a:buNone/>
              <a:defRPr sz="1000">
                <a:solidFill>
                  <a:schemeClr val="dk2"/>
                </a:solidFill>
                <a:latin typeface="Nunito"/>
                <a:ea typeface="Nunito"/>
                <a:cs typeface="Nunito"/>
                <a:sym typeface="Nunito"/>
              </a:defRPr>
            </a:lvl7pPr>
            <a:lvl8pPr lvl="7" algn="r">
              <a:buNone/>
              <a:defRPr sz="1000">
                <a:solidFill>
                  <a:schemeClr val="dk2"/>
                </a:solidFill>
                <a:latin typeface="Nunito"/>
                <a:ea typeface="Nunito"/>
                <a:cs typeface="Nunito"/>
                <a:sym typeface="Nunito"/>
              </a:defRPr>
            </a:lvl8pPr>
            <a:lvl9pPr lvl="8" algn="r">
              <a:buNone/>
              <a:defRPr sz="1000">
                <a:solidFill>
                  <a:schemeClr val="dk2"/>
                </a:solidFill>
                <a:latin typeface="Nunito"/>
                <a:ea typeface="Nunito"/>
                <a:cs typeface="Nunito"/>
                <a:sym typeface="Nunito"/>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131" name="Shape 131"/>
        <p:cNvGrpSpPr/>
        <p:nvPr/>
      </p:nvGrpSpPr>
      <p:grpSpPr>
        <a:xfrm>
          <a:off x="0" y="0"/>
          <a:ext cx="0" cy="0"/>
          <a:chOff x="0" y="0"/>
          <a:chExt cx="0" cy="0"/>
        </a:xfrm>
      </p:grpSpPr>
      <p:sp>
        <p:nvSpPr>
          <p:cNvPr id="132" name="Google Shape;132;p14"/>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1pPr>
            <a:lvl2pPr lvl="1">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2pPr>
            <a:lvl3pPr lvl="2">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3pPr>
            <a:lvl4pPr lvl="3">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4pPr>
            <a:lvl5pPr lvl="4">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5pPr>
            <a:lvl6pPr lvl="5">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6pPr>
            <a:lvl7pPr lvl="6">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7pPr>
            <a:lvl8pPr lvl="7">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8pPr>
            <a:lvl9pPr lvl="8">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9pPr>
          </a:lstStyle>
          <a:p/>
        </p:txBody>
      </p:sp>
      <p:sp>
        <p:nvSpPr>
          <p:cNvPr id="133" name="Google Shape;133;p14"/>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1pPr>
            <a:lvl2pPr indent="-304800" lvl="1" marL="914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2pPr>
            <a:lvl3pPr indent="-304800" lvl="2" marL="1371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3pPr>
            <a:lvl4pPr indent="-304800" lvl="3" marL="1828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4pPr>
            <a:lvl5pPr indent="-304800" lvl="4" marL="22860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5pPr>
            <a:lvl6pPr indent="-304800" lvl="5" marL="2743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6pPr>
            <a:lvl7pPr indent="-304800" lvl="6" marL="3200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7pPr>
            <a:lvl8pPr indent="-304800" lvl="7" marL="3657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8pPr>
            <a:lvl9pPr indent="-304800" lvl="8" marL="411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660" r:id="rId1"/>
    <p:sldLayoutId id="2147483661" r:id="rId2"/>
    <p:sldLayoutId id="2147483662" r:id="rId3"/>
    <p:sldLayoutId id="2147483663" r:id="rId4"/>
    <p:sldLayoutId id="2147483664" r:id="rId5"/>
    <p:sldLayoutId id="2147483665" r:id="rId6"/>
    <p:sldLayoutId id="2147483666" r:id="rId7"/>
    <p:sldLayoutId id="2147483667" r:id="rId8"/>
    <p:sldLayoutId id="2147483668" r:id="rId9"/>
    <p:sldLayoutId id="2147483669" r:id="rId10"/>
    <p:sldLayoutId id="2147483670" r:id="rId11"/>
    <p:sldLayoutId id="2147483671" r:id="rId12"/>
    <p:sldLayoutId id="2147483672" r:id="rId13"/>
    <p:sldLayoutId id="2147483673" r:id="rId14"/>
    <p:sldLayoutId id="2147483674" r:id="rId15"/>
    <p:sldLayoutId id="2147483675" r:id="rId16"/>
    <p:sldLayoutId id="2147483676" r:id="rId17"/>
    <p:sldLayoutId id="2147483677" r:id="rId18"/>
    <p:sldLayoutId id="2147483678" r:id="rId19"/>
    <p:sldLayoutId id="2147483679" r:id="rId20"/>
    <p:sldLayoutId id="2147483680" r:id="rId21"/>
    <p:sldLayoutId id="2147483681" r:id="rId22"/>
    <p:sldLayoutId id="2147483682"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870" name="Shape 870"/>
        <p:cNvGrpSpPr/>
        <p:nvPr/>
      </p:nvGrpSpPr>
      <p:grpSpPr>
        <a:xfrm>
          <a:off x="0" y="0"/>
          <a:ext cx="0" cy="0"/>
          <a:chOff x="0" y="0"/>
          <a:chExt cx="0" cy="0"/>
        </a:xfrm>
      </p:grpSpPr>
      <p:sp>
        <p:nvSpPr>
          <p:cNvPr id="871" name="Google Shape;871;p38"/>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1pPr>
            <a:lvl2pPr lvl="1">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2pPr>
            <a:lvl3pPr lvl="2">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3pPr>
            <a:lvl4pPr lvl="3">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4pPr>
            <a:lvl5pPr lvl="4">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5pPr>
            <a:lvl6pPr lvl="5">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6pPr>
            <a:lvl7pPr lvl="6">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7pPr>
            <a:lvl8pPr lvl="7">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8pPr>
            <a:lvl9pPr lvl="8">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9pPr>
          </a:lstStyle>
          <a:p/>
        </p:txBody>
      </p:sp>
      <p:sp>
        <p:nvSpPr>
          <p:cNvPr id="872" name="Google Shape;872;p38"/>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1pPr>
            <a:lvl2pPr indent="-304800" lvl="1" marL="914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2pPr>
            <a:lvl3pPr indent="-304800" lvl="2" marL="1371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3pPr>
            <a:lvl4pPr indent="-304800" lvl="3" marL="1828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4pPr>
            <a:lvl5pPr indent="-304800" lvl="4" marL="22860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5pPr>
            <a:lvl6pPr indent="-304800" lvl="5" marL="2743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6pPr>
            <a:lvl7pPr indent="-304800" lvl="6" marL="3200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7pPr>
            <a:lvl8pPr indent="-304800" lvl="7" marL="3657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8pPr>
            <a:lvl9pPr indent="-304800" lvl="8" marL="411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683" r:id="rId1"/>
    <p:sldLayoutId id="2147483684" r:id="rId2"/>
    <p:sldLayoutId id="2147483685" r:id="rId3"/>
    <p:sldLayoutId id="2147483686" r:id="rId4"/>
    <p:sldLayoutId id="2147483687" r:id="rId5"/>
    <p:sldLayoutId id="2147483688" r:id="rId6"/>
    <p:sldLayoutId id="2147483689" r:id="rId7"/>
    <p:sldLayoutId id="2147483690" r:id="rId8"/>
    <p:sldLayoutId id="2147483691" r:id="rId9"/>
    <p:sldLayoutId id="2147483692" r:id="rId10"/>
    <p:sldLayoutId id="2147483693" r:id="rId11"/>
    <p:sldLayoutId id="2147483694" r:id="rId12"/>
    <p:sldLayoutId id="2147483695" r:id="rId13"/>
    <p:sldLayoutId id="2147483696" r:id="rId14"/>
    <p:sldLayoutId id="2147483697" r:id="rId15"/>
    <p:sldLayoutId id="2147483698" r:id="rId16"/>
    <p:sldLayoutId id="2147483699" r:id="rId17"/>
    <p:sldLayoutId id="2147483700" r:id="rId18"/>
    <p:sldLayoutId id="2147483701" r:id="rId19"/>
    <p:sldLayoutId id="2147483702" r:id="rId20"/>
    <p:sldLayoutId id="2147483703" r:id="rId21"/>
    <p:sldLayoutId id="2147483704" r:id="rId22"/>
    <p:sldLayoutId id="2147483705"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1609" name="Shape 1609"/>
        <p:cNvGrpSpPr/>
        <p:nvPr/>
      </p:nvGrpSpPr>
      <p:grpSpPr>
        <a:xfrm>
          <a:off x="0" y="0"/>
          <a:ext cx="0" cy="0"/>
          <a:chOff x="0" y="0"/>
          <a:chExt cx="0" cy="0"/>
        </a:xfrm>
      </p:grpSpPr>
      <p:sp>
        <p:nvSpPr>
          <p:cNvPr id="1610" name="Google Shape;1610;p62"/>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1pPr>
            <a:lvl2pPr lvl="1">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2pPr>
            <a:lvl3pPr lvl="2">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3pPr>
            <a:lvl4pPr lvl="3">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4pPr>
            <a:lvl5pPr lvl="4">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5pPr>
            <a:lvl6pPr lvl="5">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6pPr>
            <a:lvl7pPr lvl="6">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7pPr>
            <a:lvl8pPr lvl="7">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8pPr>
            <a:lvl9pPr lvl="8">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9pPr>
          </a:lstStyle>
          <a:p/>
        </p:txBody>
      </p:sp>
      <p:sp>
        <p:nvSpPr>
          <p:cNvPr id="1611" name="Google Shape;1611;p62"/>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1pPr>
            <a:lvl2pPr indent="-304800" lvl="1" marL="914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2pPr>
            <a:lvl3pPr indent="-304800" lvl="2" marL="1371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3pPr>
            <a:lvl4pPr indent="-304800" lvl="3" marL="1828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4pPr>
            <a:lvl5pPr indent="-304800" lvl="4" marL="22860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5pPr>
            <a:lvl6pPr indent="-304800" lvl="5" marL="2743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6pPr>
            <a:lvl7pPr indent="-304800" lvl="6" marL="3200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7pPr>
            <a:lvl8pPr indent="-304800" lvl="7" marL="3657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8pPr>
            <a:lvl9pPr indent="-304800" lvl="8" marL="411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706" r:id="rId1"/>
    <p:sldLayoutId id="2147483707" r:id="rId2"/>
    <p:sldLayoutId id="2147483708" r:id="rId3"/>
    <p:sldLayoutId id="2147483709" r:id="rId4"/>
    <p:sldLayoutId id="2147483710" r:id="rId5"/>
    <p:sldLayoutId id="2147483711" r:id="rId6"/>
    <p:sldLayoutId id="2147483712" r:id="rId7"/>
    <p:sldLayoutId id="2147483713" r:id="rId8"/>
    <p:sldLayoutId id="2147483714" r:id="rId9"/>
    <p:sldLayoutId id="2147483715" r:id="rId10"/>
    <p:sldLayoutId id="2147483716" r:id="rId11"/>
    <p:sldLayoutId id="2147483717" r:id="rId12"/>
    <p:sldLayoutId id="2147483718" r:id="rId13"/>
    <p:sldLayoutId id="2147483719" r:id="rId14"/>
    <p:sldLayoutId id="2147483720" r:id="rId15"/>
    <p:sldLayoutId id="2147483721" r:id="rId16"/>
    <p:sldLayoutId id="2147483722" r:id="rId17"/>
    <p:sldLayoutId id="2147483723" r:id="rId18"/>
    <p:sldLayoutId id="2147483724" r:id="rId19"/>
    <p:sldLayoutId id="2147483725" r:id="rId20"/>
    <p:sldLayoutId id="2147483726" r:id="rId21"/>
    <p:sldLayoutId id="2147483727" r:id="rId22"/>
    <p:sldLayoutId id="2147483728"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2348" name="Shape 2348"/>
        <p:cNvGrpSpPr/>
        <p:nvPr/>
      </p:nvGrpSpPr>
      <p:grpSpPr>
        <a:xfrm>
          <a:off x="0" y="0"/>
          <a:ext cx="0" cy="0"/>
          <a:chOff x="0" y="0"/>
          <a:chExt cx="0" cy="0"/>
        </a:xfrm>
      </p:grpSpPr>
      <p:sp>
        <p:nvSpPr>
          <p:cNvPr id="2349" name="Google Shape;2349;p86"/>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1pPr>
            <a:lvl2pPr lvl="1">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2pPr>
            <a:lvl3pPr lvl="2">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3pPr>
            <a:lvl4pPr lvl="3">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4pPr>
            <a:lvl5pPr lvl="4">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5pPr>
            <a:lvl6pPr lvl="5">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6pPr>
            <a:lvl7pPr lvl="6">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7pPr>
            <a:lvl8pPr lvl="7">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8pPr>
            <a:lvl9pPr lvl="8">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9pPr>
          </a:lstStyle>
          <a:p/>
        </p:txBody>
      </p:sp>
      <p:sp>
        <p:nvSpPr>
          <p:cNvPr id="2350" name="Google Shape;2350;p86"/>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1pPr>
            <a:lvl2pPr indent="-304800" lvl="1" marL="914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2pPr>
            <a:lvl3pPr indent="-304800" lvl="2" marL="1371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3pPr>
            <a:lvl4pPr indent="-304800" lvl="3" marL="1828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4pPr>
            <a:lvl5pPr indent="-304800" lvl="4" marL="22860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5pPr>
            <a:lvl6pPr indent="-304800" lvl="5" marL="2743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6pPr>
            <a:lvl7pPr indent="-304800" lvl="6" marL="3200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7pPr>
            <a:lvl8pPr indent="-304800" lvl="7" marL="3657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8pPr>
            <a:lvl9pPr indent="-304800" lvl="8" marL="411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729" r:id="rId1"/>
    <p:sldLayoutId id="2147483730" r:id="rId2"/>
    <p:sldLayoutId id="2147483731" r:id="rId3"/>
    <p:sldLayoutId id="2147483732" r:id="rId4"/>
    <p:sldLayoutId id="2147483733" r:id="rId5"/>
    <p:sldLayoutId id="2147483734" r:id="rId6"/>
    <p:sldLayoutId id="2147483735" r:id="rId7"/>
    <p:sldLayoutId id="2147483736" r:id="rId8"/>
    <p:sldLayoutId id="2147483737" r:id="rId9"/>
    <p:sldLayoutId id="2147483738" r:id="rId10"/>
    <p:sldLayoutId id="2147483739" r:id="rId11"/>
    <p:sldLayoutId id="2147483740" r:id="rId12"/>
    <p:sldLayoutId id="2147483741" r:id="rId13"/>
    <p:sldLayoutId id="2147483742" r:id="rId14"/>
    <p:sldLayoutId id="2147483743" r:id="rId15"/>
    <p:sldLayoutId id="2147483744" r:id="rId16"/>
    <p:sldLayoutId id="2147483745" r:id="rId17"/>
    <p:sldLayoutId id="2147483746" r:id="rId18"/>
    <p:sldLayoutId id="2147483747" r:id="rId19"/>
    <p:sldLayoutId id="2147483748" r:id="rId20"/>
    <p:sldLayoutId id="2147483749" r:id="rId21"/>
    <p:sldLayoutId id="2147483750" r:id="rId22"/>
    <p:sldLayoutId id="2147483751"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3087" name="Shape 3087"/>
        <p:cNvGrpSpPr/>
        <p:nvPr/>
      </p:nvGrpSpPr>
      <p:grpSpPr>
        <a:xfrm>
          <a:off x="0" y="0"/>
          <a:ext cx="0" cy="0"/>
          <a:chOff x="0" y="0"/>
          <a:chExt cx="0" cy="0"/>
        </a:xfrm>
      </p:grpSpPr>
      <p:sp>
        <p:nvSpPr>
          <p:cNvPr id="3088" name="Google Shape;3088;p110"/>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1pPr>
            <a:lvl2pPr lvl="1">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2pPr>
            <a:lvl3pPr lvl="2">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3pPr>
            <a:lvl4pPr lvl="3">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4pPr>
            <a:lvl5pPr lvl="4">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5pPr>
            <a:lvl6pPr lvl="5">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6pPr>
            <a:lvl7pPr lvl="6">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7pPr>
            <a:lvl8pPr lvl="7">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8pPr>
            <a:lvl9pPr lvl="8">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9pPr>
          </a:lstStyle>
          <a:p/>
        </p:txBody>
      </p:sp>
      <p:sp>
        <p:nvSpPr>
          <p:cNvPr id="3089" name="Google Shape;3089;p110"/>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1pPr>
            <a:lvl2pPr indent="-304800" lvl="1" marL="914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2pPr>
            <a:lvl3pPr indent="-304800" lvl="2" marL="1371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3pPr>
            <a:lvl4pPr indent="-304800" lvl="3" marL="1828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4pPr>
            <a:lvl5pPr indent="-304800" lvl="4" marL="22860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5pPr>
            <a:lvl6pPr indent="-304800" lvl="5" marL="2743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6pPr>
            <a:lvl7pPr indent="-304800" lvl="6" marL="3200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7pPr>
            <a:lvl8pPr indent="-304800" lvl="7" marL="3657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8pPr>
            <a:lvl9pPr indent="-304800" lvl="8" marL="411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752" r:id="rId1"/>
    <p:sldLayoutId id="2147483753" r:id="rId2"/>
    <p:sldLayoutId id="2147483754" r:id="rId3"/>
    <p:sldLayoutId id="2147483755" r:id="rId4"/>
    <p:sldLayoutId id="2147483756" r:id="rId5"/>
    <p:sldLayoutId id="2147483757" r:id="rId6"/>
    <p:sldLayoutId id="2147483758" r:id="rId7"/>
    <p:sldLayoutId id="2147483759" r:id="rId8"/>
    <p:sldLayoutId id="2147483760" r:id="rId9"/>
    <p:sldLayoutId id="2147483761" r:id="rId10"/>
    <p:sldLayoutId id="2147483762" r:id="rId11"/>
    <p:sldLayoutId id="2147483763" r:id="rId12"/>
    <p:sldLayoutId id="2147483764" r:id="rId13"/>
    <p:sldLayoutId id="2147483765" r:id="rId14"/>
    <p:sldLayoutId id="2147483766" r:id="rId15"/>
    <p:sldLayoutId id="2147483767" r:id="rId16"/>
    <p:sldLayoutId id="2147483768" r:id="rId17"/>
    <p:sldLayoutId id="2147483769" r:id="rId18"/>
    <p:sldLayoutId id="2147483770" r:id="rId19"/>
    <p:sldLayoutId id="2147483771" r:id="rId20"/>
    <p:sldLayoutId id="2147483772" r:id="rId21"/>
    <p:sldLayoutId id="2147483773" r:id="rId22"/>
    <p:sldLayoutId id="2147483774"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3826" name="Shape 3826"/>
        <p:cNvGrpSpPr/>
        <p:nvPr/>
      </p:nvGrpSpPr>
      <p:grpSpPr>
        <a:xfrm>
          <a:off x="0" y="0"/>
          <a:ext cx="0" cy="0"/>
          <a:chOff x="0" y="0"/>
          <a:chExt cx="0" cy="0"/>
        </a:xfrm>
      </p:grpSpPr>
      <p:sp>
        <p:nvSpPr>
          <p:cNvPr id="3827" name="Google Shape;3827;p134"/>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1pPr>
            <a:lvl2pPr lvl="1">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2pPr>
            <a:lvl3pPr lvl="2">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3pPr>
            <a:lvl4pPr lvl="3">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4pPr>
            <a:lvl5pPr lvl="4">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5pPr>
            <a:lvl6pPr lvl="5">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6pPr>
            <a:lvl7pPr lvl="6">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7pPr>
            <a:lvl8pPr lvl="7">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8pPr>
            <a:lvl9pPr lvl="8">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9pPr>
          </a:lstStyle>
          <a:p/>
        </p:txBody>
      </p:sp>
      <p:sp>
        <p:nvSpPr>
          <p:cNvPr id="3828" name="Google Shape;3828;p134"/>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1pPr>
            <a:lvl2pPr indent="-304800" lvl="1" marL="914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2pPr>
            <a:lvl3pPr indent="-304800" lvl="2" marL="1371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3pPr>
            <a:lvl4pPr indent="-304800" lvl="3" marL="1828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4pPr>
            <a:lvl5pPr indent="-304800" lvl="4" marL="22860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5pPr>
            <a:lvl6pPr indent="-304800" lvl="5" marL="2743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6pPr>
            <a:lvl7pPr indent="-304800" lvl="6" marL="3200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7pPr>
            <a:lvl8pPr indent="-304800" lvl="7" marL="3657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8pPr>
            <a:lvl9pPr indent="-304800" lvl="8" marL="411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775" r:id="rId1"/>
    <p:sldLayoutId id="2147483776" r:id="rId2"/>
    <p:sldLayoutId id="2147483777" r:id="rId3"/>
    <p:sldLayoutId id="2147483778" r:id="rId4"/>
    <p:sldLayoutId id="2147483779" r:id="rId5"/>
    <p:sldLayoutId id="2147483780" r:id="rId6"/>
    <p:sldLayoutId id="2147483781" r:id="rId7"/>
    <p:sldLayoutId id="2147483782" r:id="rId8"/>
    <p:sldLayoutId id="2147483783" r:id="rId9"/>
    <p:sldLayoutId id="2147483784" r:id="rId10"/>
    <p:sldLayoutId id="2147483785" r:id="rId11"/>
    <p:sldLayoutId id="2147483786" r:id="rId12"/>
    <p:sldLayoutId id="2147483787" r:id="rId13"/>
    <p:sldLayoutId id="2147483788" r:id="rId14"/>
    <p:sldLayoutId id="2147483789" r:id="rId15"/>
    <p:sldLayoutId id="2147483790" r:id="rId16"/>
    <p:sldLayoutId id="2147483791" r:id="rId17"/>
    <p:sldLayoutId id="2147483792" r:id="rId18"/>
    <p:sldLayoutId id="2147483793" r:id="rId19"/>
    <p:sldLayoutId id="2147483794" r:id="rId20"/>
    <p:sldLayoutId id="2147483795" r:id="rId21"/>
    <p:sldLayoutId id="2147483796" r:id="rId22"/>
    <p:sldLayoutId id="2147483797"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8.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4565" name="Shape 4565"/>
        <p:cNvGrpSpPr/>
        <p:nvPr/>
      </p:nvGrpSpPr>
      <p:grpSpPr>
        <a:xfrm>
          <a:off x="0" y="0"/>
          <a:ext cx="0" cy="0"/>
          <a:chOff x="0" y="0"/>
          <a:chExt cx="0" cy="0"/>
        </a:xfrm>
      </p:grpSpPr>
      <p:sp>
        <p:nvSpPr>
          <p:cNvPr id="4566" name="Google Shape;4566;p158"/>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1pPr>
            <a:lvl2pPr lvl="1">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2pPr>
            <a:lvl3pPr lvl="2">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3pPr>
            <a:lvl4pPr lvl="3">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4pPr>
            <a:lvl5pPr lvl="4">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5pPr>
            <a:lvl6pPr lvl="5">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6pPr>
            <a:lvl7pPr lvl="6">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7pPr>
            <a:lvl8pPr lvl="7">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8pPr>
            <a:lvl9pPr lvl="8">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9pPr>
          </a:lstStyle>
          <a:p/>
        </p:txBody>
      </p:sp>
      <p:sp>
        <p:nvSpPr>
          <p:cNvPr id="4567" name="Google Shape;4567;p158"/>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1pPr>
            <a:lvl2pPr indent="-304800" lvl="1" marL="914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2pPr>
            <a:lvl3pPr indent="-304800" lvl="2" marL="1371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3pPr>
            <a:lvl4pPr indent="-304800" lvl="3" marL="1828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4pPr>
            <a:lvl5pPr indent="-304800" lvl="4" marL="22860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5pPr>
            <a:lvl6pPr indent="-304800" lvl="5" marL="2743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6pPr>
            <a:lvl7pPr indent="-304800" lvl="6" marL="3200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7pPr>
            <a:lvl8pPr indent="-304800" lvl="7" marL="3657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8pPr>
            <a:lvl9pPr indent="-304800" lvl="8" marL="411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798" r:id="rId1"/>
    <p:sldLayoutId id="2147483799" r:id="rId2"/>
    <p:sldLayoutId id="2147483800" r:id="rId3"/>
    <p:sldLayoutId id="2147483801" r:id="rId4"/>
    <p:sldLayoutId id="2147483802" r:id="rId5"/>
    <p:sldLayoutId id="2147483803" r:id="rId6"/>
    <p:sldLayoutId id="2147483804" r:id="rId7"/>
    <p:sldLayoutId id="2147483805" r:id="rId8"/>
    <p:sldLayoutId id="2147483806" r:id="rId9"/>
    <p:sldLayoutId id="2147483807" r:id="rId10"/>
    <p:sldLayoutId id="2147483808" r:id="rId11"/>
    <p:sldLayoutId id="2147483809" r:id="rId12"/>
    <p:sldLayoutId id="2147483810" r:id="rId13"/>
    <p:sldLayoutId id="2147483811" r:id="rId14"/>
    <p:sldLayoutId id="2147483812" r:id="rId15"/>
    <p:sldLayoutId id="2147483813" r:id="rId16"/>
    <p:sldLayoutId id="2147483814" r:id="rId17"/>
    <p:sldLayoutId id="2147483815" r:id="rId18"/>
    <p:sldLayoutId id="2147483816" r:id="rId19"/>
    <p:sldLayoutId id="2147483817" r:id="rId20"/>
    <p:sldLayoutId id="2147483818" r:id="rId21"/>
    <p:sldLayoutId id="2147483819" r:id="rId22"/>
    <p:sldLayoutId id="2147483820"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9.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304" name="Shape 5304"/>
        <p:cNvGrpSpPr/>
        <p:nvPr/>
      </p:nvGrpSpPr>
      <p:grpSpPr>
        <a:xfrm>
          <a:off x="0" y="0"/>
          <a:ext cx="0" cy="0"/>
          <a:chOff x="0" y="0"/>
          <a:chExt cx="0" cy="0"/>
        </a:xfrm>
      </p:grpSpPr>
      <p:sp>
        <p:nvSpPr>
          <p:cNvPr id="5305" name="Google Shape;5305;p182"/>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1pPr>
            <a:lvl2pPr lvl="1">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2pPr>
            <a:lvl3pPr lvl="2">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3pPr>
            <a:lvl4pPr lvl="3">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4pPr>
            <a:lvl5pPr lvl="4">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5pPr>
            <a:lvl6pPr lvl="5">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6pPr>
            <a:lvl7pPr lvl="6">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7pPr>
            <a:lvl8pPr lvl="7">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8pPr>
            <a:lvl9pPr lvl="8">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9pPr>
          </a:lstStyle>
          <a:p/>
        </p:txBody>
      </p:sp>
      <p:sp>
        <p:nvSpPr>
          <p:cNvPr id="5306" name="Google Shape;5306;p182"/>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1pPr>
            <a:lvl2pPr indent="-304800" lvl="1" marL="914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2pPr>
            <a:lvl3pPr indent="-304800" lvl="2" marL="1371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3pPr>
            <a:lvl4pPr indent="-304800" lvl="3" marL="1828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4pPr>
            <a:lvl5pPr indent="-304800" lvl="4" marL="22860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5pPr>
            <a:lvl6pPr indent="-304800" lvl="5" marL="2743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6pPr>
            <a:lvl7pPr indent="-304800" lvl="6" marL="3200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7pPr>
            <a:lvl8pPr indent="-304800" lvl="7" marL="3657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8pPr>
            <a:lvl9pPr indent="-304800" lvl="8" marL="411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821" r:id="rId1"/>
    <p:sldLayoutId id="2147483822" r:id="rId2"/>
    <p:sldLayoutId id="2147483823" r:id="rId3"/>
    <p:sldLayoutId id="2147483824" r:id="rId4"/>
    <p:sldLayoutId id="2147483825" r:id="rId5"/>
    <p:sldLayoutId id="2147483826" r:id="rId6"/>
    <p:sldLayoutId id="2147483827" r:id="rId7"/>
    <p:sldLayoutId id="2147483828" r:id="rId8"/>
    <p:sldLayoutId id="2147483829" r:id="rId9"/>
    <p:sldLayoutId id="2147483830" r:id="rId10"/>
    <p:sldLayoutId id="2147483831" r:id="rId11"/>
    <p:sldLayoutId id="2147483832" r:id="rId12"/>
    <p:sldLayoutId id="2147483833" r:id="rId13"/>
    <p:sldLayoutId id="2147483834" r:id="rId14"/>
    <p:sldLayoutId id="2147483835" r:id="rId15"/>
    <p:sldLayoutId id="2147483836" r:id="rId16"/>
    <p:sldLayoutId id="2147483837" r:id="rId17"/>
    <p:sldLayoutId id="2147483838" r:id="rId18"/>
    <p:sldLayoutId id="2147483839" r:id="rId19"/>
    <p:sldLayoutId id="2147483840" r:id="rId20"/>
    <p:sldLayoutId id="2147483841" r:id="rId21"/>
    <p:sldLayoutId id="2147483842" r:id="rId22"/>
    <p:sldLayoutId id="2147483843"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10.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6043" name="Shape 6043"/>
        <p:cNvGrpSpPr/>
        <p:nvPr/>
      </p:nvGrpSpPr>
      <p:grpSpPr>
        <a:xfrm>
          <a:off x="0" y="0"/>
          <a:ext cx="0" cy="0"/>
          <a:chOff x="0" y="0"/>
          <a:chExt cx="0" cy="0"/>
        </a:xfrm>
      </p:grpSpPr>
      <p:sp>
        <p:nvSpPr>
          <p:cNvPr id="6044" name="Google Shape;6044;p206"/>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1pPr>
            <a:lvl2pPr lvl="1">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2pPr>
            <a:lvl3pPr lvl="2">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3pPr>
            <a:lvl4pPr lvl="3">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4pPr>
            <a:lvl5pPr lvl="4">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5pPr>
            <a:lvl6pPr lvl="5">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6pPr>
            <a:lvl7pPr lvl="6">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7pPr>
            <a:lvl8pPr lvl="7">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8pPr>
            <a:lvl9pPr lvl="8">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9pPr>
          </a:lstStyle>
          <a:p/>
        </p:txBody>
      </p:sp>
      <p:sp>
        <p:nvSpPr>
          <p:cNvPr id="6045" name="Google Shape;6045;p206"/>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1pPr>
            <a:lvl2pPr indent="-304800" lvl="1" marL="914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2pPr>
            <a:lvl3pPr indent="-304800" lvl="2" marL="1371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3pPr>
            <a:lvl4pPr indent="-304800" lvl="3" marL="1828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4pPr>
            <a:lvl5pPr indent="-304800" lvl="4" marL="22860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5pPr>
            <a:lvl6pPr indent="-304800" lvl="5" marL="2743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6pPr>
            <a:lvl7pPr indent="-304800" lvl="6" marL="3200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7pPr>
            <a:lvl8pPr indent="-304800" lvl="7" marL="3657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8pPr>
            <a:lvl9pPr indent="-304800" lvl="8" marL="411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844" r:id="rId1"/>
    <p:sldLayoutId id="2147483845" r:id="rId2"/>
    <p:sldLayoutId id="2147483846" r:id="rId3"/>
    <p:sldLayoutId id="2147483847" r:id="rId4"/>
    <p:sldLayoutId id="2147483848" r:id="rId5"/>
    <p:sldLayoutId id="2147483849" r:id="rId6"/>
    <p:sldLayoutId id="2147483850" r:id="rId7"/>
    <p:sldLayoutId id="2147483851" r:id="rId8"/>
    <p:sldLayoutId id="2147483852" r:id="rId9"/>
    <p:sldLayoutId id="2147483853" r:id="rId10"/>
    <p:sldLayoutId id="2147483854" r:id="rId11"/>
    <p:sldLayoutId id="2147483855" r:id="rId12"/>
    <p:sldLayoutId id="2147483856" r:id="rId13"/>
    <p:sldLayoutId id="2147483857" r:id="rId14"/>
    <p:sldLayoutId id="2147483858" r:id="rId15"/>
    <p:sldLayoutId id="2147483859" r:id="rId16"/>
    <p:sldLayoutId id="2147483860" r:id="rId17"/>
    <p:sldLayoutId id="2147483861" r:id="rId18"/>
    <p:sldLayoutId id="2147483862" r:id="rId19"/>
    <p:sldLayoutId id="2147483863" r:id="rId20"/>
    <p:sldLayoutId id="2147483864" r:id="rId21"/>
    <p:sldLayoutId id="2147483865" r:id="rId22"/>
    <p:sldLayoutId id="2147483866"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1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6782" name="Shape 6782"/>
        <p:cNvGrpSpPr/>
        <p:nvPr/>
      </p:nvGrpSpPr>
      <p:grpSpPr>
        <a:xfrm>
          <a:off x="0" y="0"/>
          <a:ext cx="0" cy="0"/>
          <a:chOff x="0" y="0"/>
          <a:chExt cx="0" cy="0"/>
        </a:xfrm>
      </p:grpSpPr>
      <p:sp>
        <p:nvSpPr>
          <p:cNvPr id="6783" name="Google Shape;6783;p230"/>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1pPr>
            <a:lvl2pPr lvl="1">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2pPr>
            <a:lvl3pPr lvl="2">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3pPr>
            <a:lvl4pPr lvl="3">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4pPr>
            <a:lvl5pPr lvl="4">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5pPr>
            <a:lvl6pPr lvl="5">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6pPr>
            <a:lvl7pPr lvl="6">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7pPr>
            <a:lvl8pPr lvl="7">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8pPr>
            <a:lvl9pPr lvl="8">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9pPr>
          </a:lstStyle>
          <a:p/>
        </p:txBody>
      </p:sp>
      <p:sp>
        <p:nvSpPr>
          <p:cNvPr id="6784" name="Google Shape;6784;p230"/>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1pPr>
            <a:lvl2pPr indent="-304800" lvl="1" marL="914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2pPr>
            <a:lvl3pPr indent="-304800" lvl="2" marL="1371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3pPr>
            <a:lvl4pPr indent="-304800" lvl="3" marL="1828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4pPr>
            <a:lvl5pPr indent="-304800" lvl="4" marL="22860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5pPr>
            <a:lvl6pPr indent="-304800" lvl="5" marL="2743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6pPr>
            <a:lvl7pPr indent="-304800" lvl="6" marL="3200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7pPr>
            <a:lvl8pPr indent="-304800" lvl="7" marL="3657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8pPr>
            <a:lvl9pPr indent="-304800" lvl="8" marL="411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867" r:id="rId1"/>
    <p:sldLayoutId id="2147483868" r:id="rId2"/>
    <p:sldLayoutId id="2147483869" r:id="rId3"/>
    <p:sldLayoutId id="2147483870" r:id="rId4"/>
    <p:sldLayoutId id="2147483871" r:id="rId5"/>
    <p:sldLayoutId id="2147483872" r:id="rId6"/>
    <p:sldLayoutId id="2147483873" r:id="rId7"/>
    <p:sldLayoutId id="2147483874" r:id="rId8"/>
    <p:sldLayoutId id="2147483875" r:id="rId9"/>
    <p:sldLayoutId id="2147483876" r:id="rId10"/>
    <p:sldLayoutId id="2147483877" r:id="rId11"/>
    <p:sldLayoutId id="2147483878" r:id="rId12"/>
    <p:sldLayoutId id="2147483879" r:id="rId13"/>
    <p:sldLayoutId id="2147483880" r:id="rId14"/>
    <p:sldLayoutId id="2147483881" r:id="rId15"/>
    <p:sldLayoutId id="2147483882" r:id="rId16"/>
    <p:sldLayoutId id="2147483883" r:id="rId17"/>
    <p:sldLayoutId id="2147483884" r:id="rId18"/>
    <p:sldLayoutId id="2147483885" r:id="rId19"/>
    <p:sldLayoutId id="2147483886" r:id="rId20"/>
    <p:sldLayoutId id="2147483887" r:id="rId21"/>
    <p:sldLayoutId id="2147483888" r:id="rId22"/>
    <p:sldLayoutId id="2147483889"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1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7521" name="Shape 7521"/>
        <p:cNvGrpSpPr/>
        <p:nvPr/>
      </p:nvGrpSpPr>
      <p:grpSpPr>
        <a:xfrm>
          <a:off x="0" y="0"/>
          <a:ext cx="0" cy="0"/>
          <a:chOff x="0" y="0"/>
          <a:chExt cx="0" cy="0"/>
        </a:xfrm>
      </p:grpSpPr>
      <p:sp>
        <p:nvSpPr>
          <p:cNvPr id="7522" name="Google Shape;7522;p254"/>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1pPr>
            <a:lvl2pPr lvl="1">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2pPr>
            <a:lvl3pPr lvl="2">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3pPr>
            <a:lvl4pPr lvl="3">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4pPr>
            <a:lvl5pPr lvl="4">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5pPr>
            <a:lvl6pPr lvl="5">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6pPr>
            <a:lvl7pPr lvl="6">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7pPr>
            <a:lvl8pPr lvl="7">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8pPr>
            <a:lvl9pPr lvl="8">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9pPr>
          </a:lstStyle>
          <a:p/>
        </p:txBody>
      </p:sp>
      <p:sp>
        <p:nvSpPr>
          <p:cNvPr id="7523" name="Google Shape;7523;p254"/>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1pPr>
            <a:lvl2pPr indent="-304800" lvl="1" marL="914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2pPr>
            <a:lvl3pPr indent="-304800" lvl="2" marL="1371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3pPr>
            <a:lvl4pPr indent="-304800" lvl="3" marL="1828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4pPr>
            <a:lvl5pPr indent="-304800" lvl="4" marL="22860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5pPr>
            <a:lvl6pPr indent="-304800" lvl="5" marL="2743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6pPr>
            <a:lvl7pPr indent="-304800" lvl="6" marL="3200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7pPr>
            <a:lvl8pPr indent="-304800" lvl="7" marL="3657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8pPr>
            <a:lvl9pPr indent="-304800" lvl="8" marL="411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890" r:id="rId1"/>
    <p:sldLayoutId id="2147483891" r:id="rId2"/>
    <p:sldLayoutId id="2147483892" r:id="rId3"/>
    <p:sldLayoutId id="2147483893" r:id="rId4"/>
    <p:sldLayoutId id="2147483894" r:id="rId5"/>
    <p:sldLayoutId id="2147483895" r:id="rId6"/>
    <p:sldLayoutId id="2147483896" r:id="rId7"/>
    <p:sldLayoutId id="2147483897" r:id="rId8"/>
    <p:sldLayoutId id="2147483898" r:id="rId9"/>
    <p:sldLayoutId id="2147483899" r:id="rId10"/>
    <p:sldLayoutId id="2147483900" r:id="rId11"/>
    <p:sldLayoutId id="2147483901" r:id="rId12"/>
    <p:sldLayoutId id="2147483902" r:id="rId13"/>
    <p:sldLayoutId id="2147483903" r:id="rId14"/>
    <p:sldLayoutId id="2147483904" r:id="rId15"/>
    <p:sldLayoutId id="2147483905" r:id="rId16"/>
    <p:sldLayoutId id="2147483906" r:id="rId17"/>
    <p:sldLayoutId id="2147483907" r:id="rId18"/>
    <p:sldLayoutId id="2147483908" r:id="rId19"/>
    <p:sldLayoutId id="2147483909" r:id="rId20"/>
    <p:sldLayoutId id="2147483910" r:id="rId21"/>
    <p:sldLayoutId id="2147483911" r:id="rId22"/>
    <p:sldLayoutId id="2147483912"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1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8260" name="Shape 8260"/>
        <p:cNvGrpSpPr/>
        <p:nvPr/>
      </p:nvGrpSpPr>
      <p:grpSpPr>
        <a:xfrm>
          <a:off x="0" y="0"/>
          <a:ext cx="0" cy="0"/>
          <a:chOff x="0" y="0"/>
          <a:chExt cx="0" cy="0"/>
        </a:xfrm>
      </p:grpSpPr>
      <p:sp>
        <p:nvSpPr>
          <p:cNvPr id="8261" name="Google Shape;8261;p278"/>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1pPr>
            <a:lvl2pPr lvl="1">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2pPr>
            <a:lvl3pPr lvl="2">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3pPr>
            <a:lvl4pPr lvl="3">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4pPr>
            <a:lvl5pPr lvl="4">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5pPr>
            <a:lvl6pPr lvl="5">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6pPr>
            <a:lvl7pPr lvl="6">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7pPr>
            <a:lvl8pPr lvl="7">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8pPr>
            <a:lvl9pPr lvl="8">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9pPr>
          </a:lstStyle>
          <a:p/>
        </p:txBody>
      </p:sp>
      <p:sp>
        <p:nvSpPr>
          <p:cNvPr id="8262" name="Google Shape;8262;p278"/>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1pPr>
            <a:lvl2pPr indent="-304800" lvl="1" marL="914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2pPr>
            <a:lvl3pPr indent="-304800" lvl="2" marL="1371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3pPr>
            <a:lvl4pPr indent="-304800" lvl="3" marL="1828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4pPr>
            <a:lvl5pPr indent="-304800" lvl="4" marL="22860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5pPr>
            <a:lvl6pPr indent="-304800" lvl="5" marL="2743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6pPr>
            <a:lvl7pPr indent="-304800" lvl="6" marL="3200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7pPr>
            <a:lvl8pPr indent="-304800" lvl="7" marL="3657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8pPr>
            <a:lvl9pPr indent="-304800" lvl="8" marL="411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913" r:id="rId1"/>
    <p:sldLayoutId id="2147483914" r:id="rId2"/>
    <p:sldLayoutId id="2147483915" r:id="rId3"/>
    <p:sldLayoutId id="2147483916" r:id="rId4"/>
    <p:sldLayoutId id="2147483917" r:id="rId5"/>
    <p:sldLayoutId id="2147483918" r:id="rId6"/>
    <p:sldLayoutId id="2147483919" r:id="rId7"/>
    <p:sldLayoutId id="2147483920" r:id="rId8"/>
    <p:sldLayoutId id="2147483921" r:id="rId9"/>
    <p:sldLayoutId id="2147483922" r:id="rId10"/>
    <p:sldLayoutId id="2147483923" r:id="rId11"/>
    <p:sldLayoutId id="2147483924" r:id="rId12"/>
    <p:sldLayoutId id="2147483925" r:id="rId13"/>
    <p:sldLayoutId id="2147483926" r:id="rId14"/>
    <p:sldLayoutId id="2147483927" r:id="rId15"/>
    <p:sldLayoutId id="2147483928" r:id="rId16"/>
    <p:sldLayoutId id="2147483929" r:id="rId17"/>
    <p:sldLayoutId id="2147483930" r:id="rId18"/>
    <p:sldLayoutId id="2147483931" r:id="rId19"/>
    <p:sldLayoutId id="2147483932" r:id="rId20"/>
    <p:sldLayoutId id="2147483933" r:id="rId21"/>
    <p:sldLayoutId id="2147483934" r:id="rId22"/>
    <p:sldLayoutId id="2147483935"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1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8999" name="Shape 8999"/>
        <p:cNvGrpSpPr/>
        <p:nvPr/>
      </p:nvGrpSpPr>
      <p:grpSpPr>
        <a:xfrm>
          <a:off x="0" y="0"/>
          <a:ext cx="0" cy="0"/>
          <a:chOff x="0" y="0"/>
          <a:chExt cx="0" cy="0"/>
        </a:xfrm>
      </p:grpSpPr>
      <p:sp>
        <p:nvSpPr>
          <p:cNvPr id="9000" name="Google Shape;9000;p302"/>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1pPr>
            <a:lvl2pPr lvl="1">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2pPr>
            <a:lvl3pPr lvl="2">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3pPr>
            <a:lvl4pPr lvl="3">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4pPr>
            <a:lvl5pPr lvl="4">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5pPr>
            <a:lvl6pPr lvl="5">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6pPr>
            <a:lvl7pPr lvl="6">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7pPr>
            <a:lvl8pPr lvl="7">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8pPr>
            <a:lvl9pPr lvl="8">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9pPr>
          </a:lstStyle>
          <a:p/>
        </p:txBody>
      </p:sp>
      <p:sp>
        <p:nvSpPr>
          <p:cNvPr id="9001" name="Google Shape;9001;p302"/>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1pPr>
            <a:lvl2pPr indent="-304800" lvl="1" marL="914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2pPr>
            <a:lvl3pPr indent="-304800" lvl="2" marL="1371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3pPr>
            <a:lvl4pPr indent="-304800" lvl="3" marL="1828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4pPr>
            <a:lvl5pPr indent="-304800" lvl="4" marL="22860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5pPr>
            <a:lvl6pPr indent="-304800" lvl="5" marL="2743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6pPr>
            <a:lvl7pPr indent="-304800" lvl="6" marL="3200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7pPr>
            <a:lvl8pPr indent="-304800" lvl="7" marL="3657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8pPr>
            <a:lvl9pPr indent="-304800" lvl="8" marL="411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936" r:id="rId1"/>
    <p:sldLayoutId id="2147483937" r:id="rId2"/>
    <p:sldLayoutId id="2147483938" r:id="rId3"/>
    <p:sldLayoutId id="2147483939" r:id="rId4"/>
    <p:sldLayoutId id="2147483940" r:id="rId5"/>
    <p:sldLayoutId id="2147483941" r:id="rId6"/>
    <p:sldLayoutId id="2147483942" r:id="rId7"/>
    <p:sldLayoutId id="2147483943" r:id="rId8"/>
    <p:sldLayoutId id="2147483944" r:id="rId9"/>
    <p:sldLayoutId id="2147483945" r:id="rId10"/>
    <p:sldLayoutId id="2147483946" r:id="rId11"/>
    <p:sldLayoutId id="2147483947" r:id="rId12"/>
    <p:sldLayoutId id="2147483948" r:id="rId13"/>
    <p:sldLayoutId id="2147483949" r:id="rId14"/>
    <p:sldLayoutId id="2147483950" r:id="rId15"/>
    <p:sldLayoutId id="2147483951" r:id="rId16"/>
    <p:sldLayoutId id="2147483952" r:id="rId17"/>
    <p:sldLayoutId id="2147483953" r:id="rId18"/>
    <p:sldLayoutId id="2147483954" r:id="rId19"/>
    <p:sldLayoutId id="2147483955" r:id="rId20"/>
    <p:sldLayoutId id="2147483956" r:id="rId21"/>
    <p:sldLayoutId id="2147483957" r:id="rId22"/>
    <p:sldLayoutId id="2147483958"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15.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9738" name="Shape 9738"/>
        <p:cNvGrpSpPr/>
        <p:nvPr/>
      </p:nvGrpSpPr>
      <p:grpSpPr>
        <a:xfrm>
          <a:off x="0" y="0"/>
          <a:ext cx="0" cy="0"/>
          <a:chOff x="0" y="0"/>
          <a:chExt cx="0" cy="0"/>
        </a:xfrm>
      </p:grpSpPr>
      <p:sp>
        <p:nvSpPr>
          <p:cNvPr id="9739" name="Google Shape;9739;p326"/>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1pPr>
            <a:lvl2pPr lvl="1">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2pPr>
            <a:lvl3pPr lvl="2">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3pPr>
            <a:lvl4pPr lvl="3">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4pPr>
            <a:lvl5pPr lvl="4">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5pPr>
            <a:lvl6pPr lvl="5">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6pPr>
            <a:lvl7pPr lvl="6">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7pPr>
            <a:lvl8pPr lvl="7">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8pPr>
            <a:lvl9pPr lvl="8">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9pPr>
          </a:lstStyle>
          <a:p/>
        </p:txBody>
      </p:sp>
      <p:sp>
        <p:nvSpPr>
          <p:cNvPr id="9740" name="Google Shape;9740;p326"/>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1pPr>
            <a:lvl2pPr indent="-304800" lvl="1" marL="914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2pPr>
            <a:lvl3pPr indent="-304800" lvl="2" marL="1371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3pPr>
            <a:lvl4pPr indent="-304800" lvl="3" marL="1828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4pPr>
            <a:lvl5pPr indent="-304800" lvl="4" marL="22860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5pPr>
            <a:lvl6pPr indent="-304800" lvl="5" marL="2743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6pPr>
            <a:lvl7pPr indent="-304800" lvl="6" marL="3200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7pPr>
            <a:lvl8pPr indent="-304800" lvl="7" marL="3657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8pPr>
            <a:lvl9pPr indent="-304800" lvl="8" marL="411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959" r:id="rId1"/>
    <p:sldLayoutId id="2147483960" r:id="rId2"/>
    <p:sldLayoutId id="2147483961" r:id="rId3"/>
    <p:sldLayoutId id="2147483962" r:id="rId4"/>
    <p:sldLayoutId id="2147483963" r:id="rId5"/>
    <p:sldLayoutId id="2147483964" r:id="rId6"/>
    <p:sldLayoutId id="2147483965" r:id="rId7"/>
    <p:sldLayoutId id="2147483966" r:id="rId8"/>
    <p:sldLayoutId id="2147483967" r:id="rId9"/>
    <p:sldLayoutId id="2147483968" r:id="rId10"/>
    <p:sldLayoutId id="2147483969" r:id="rId11"/>
    <p:sldLayoutId id="2147483970" r:id="rId12"/>
    <p:sldLayoutId id="2147483971" r:id="rId13"/>
    <p:sldLayoutId id="2147483972" r:id="rId14"/>
    <p:sldLayoutId id="2147483973" r:id="rId15"/>
    <p:sldLayoutId id="2147483974" r:id="rId16"/>
    <p:sldLayoutId id="2147483975" r:id="rId17"/>
    <p:sldLayoutId id="2147483976" r:id="rId18"/>
    <p:sldLayoutId id="2147483977" r:id="rId19"/>
    <p:sldLayoutId id="2147483978" r:id="rId20"/>
    <p:sldLayoutId id="2147483979" r:id="rId21"/>
    <p:sldLayoutId id="2147483980" r:id="rId22"/>
    <p:sldLayoutId id="2147483981"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16.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10477" name="Shape 10477"/>
        <p:cNvGrpSpPr/>
        <p:nvPr/>
      </p:nvGrpSpPr>
      <p:grpSpPr>
        <a:xfrm>
          <a:off x="0" y="0"/>
          <a:ext cx="0" cy="0"/>
          <a:chOff x="0" y="0"/>
          <a:chExt cx="0" cy="0"/>
        </a:xfrm>
      </p:grpSpPr>
      <p:sp>
        <p:nvSpPr>
          <p:cNvPr id="10478" name="Google Shape;10478;p350"/>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1pPr>
            <a:lvl2pPr lvl="1">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2pPr>
            <a:lvl3pPr lvl="2">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3pPr>
            <a:lvl4pPr lvl="3">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4pPr>
            <a:lvl5pPr lvl="4">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5pPr>
            <a:lvl6pPr lvl="5">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6pPr>
            <a:lvl7pPr lvl="6">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7pPr>
            <a:lvl8pPr lvl="7">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8pPr>
            <a:lvl9pPr lvl="8">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9pPr>
          </a:lstStyle>
          <a:p/>
        </p:txBody>
      </p:sp>
      <p:sp>
        <p:nvSpPr>
          <p:cNvPr id="10479" name="Google Shape;10479;p350"/>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1pPr>
            <a:lvl2pPr indent="-304800" lvl="1" marL="914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2pPr>
            <a:lvl3pPr indent="-304800" lvl="2" marL="1371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3pPr>
            <a:lvl4pPr indent="-304800" lvl="3" marL="1828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4pPr>
            <a:lvl5pPr indent="-304800" lvl="4" marL="22860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5pPr>
            <a:lvl6pPr indent="-304800" lvl="5" marL="2743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6pPr>
            <a:lvl7pPr indent="-304800" lvl="6" marL="3200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7pPr>
            <a:lvl8pPr indent="-304800" lvl="7" marL="3657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8pPr>
            <a:lvl9pPr indent="-304800" lvl="8" marL="411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982" r:id="rId1"/>
    <p:sldLayoutId id="2147483983" r:id="rId2"/>
    <p:sldLayoutId id="2147483984" r:id="rId3"/>
    <p:sldLayoutId id="2147483985" r:id="rId4"/>
    <p:sldLayoutId id="2147483986" r:id="rId5"/>
    <p:sldLayoutId id="2147483987" r:id="rId6"/>
    <p:sldLayoutId id="2147483988" r:id="rId7"/>
    <p:sldLayoutId id="2147483989" r:id="rId8"/>
    <p:sldLayoutId id="2147483990" r:id="rId9"/>
    <p:sldLayoutId id="2147483991" r:id="rId10"/>
    <p:sldLayoutId id="2147483992" r:id="rId11"/>
    <p:sldLayoutId id="2147483993" r:id="rId12"/>
    <p:sldLayoutId id="2147483994" r:id="rId13"/>
    <p:sldLayoutId id="2147483995" r:id="rId14"/>
    <p:sldLayoutId id="2147483996" r:id="rId15"/>
    <p:sldLayoutId id="2147483997" r:id="rId16"/>
    <p:sldLayoutId id="2147483998" r:id="rId17"/>
    <p:sldLayoutId id="2147483999" r:id="rId18"/>
    <p:sldLayoutId id="2147484000" r:id="rId19"/>
    <p:sldLayoutId id="2147484001" r:id="rId20"/>
    <p:sldLayoutId id="2147484002" r:id="rId21"/>
    <p:sldLayoutId id="2147484003" r:id="rId22"/>
    <p:sldLayoutId id="2147484004"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60.xml"/><Relationship Id="rId2" Type="http://schemas.openxmlformats.org/officeDocument/2006/relationships/notesSlide" Target="../notesSlides/notesSlide3.xml"/><Relationship Id="rId3" Type="http://schemas.openxmlformats.org/officeDocument/2006/relationships/image" Target="../media/image1.jp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95.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08.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1.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52.xml"/><Relationship Id="rId2" Type="http://schemas.openxmlformats.org/officeDocument/2006/relationships/notesSlide" Target="../notesSlides/notesSlide7.xml"/><Relationship Id="rId3" Type="http://schemas.openxmlformats.org/officeDocument/2006/relationships/image" Target="../media/image3.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4.xml"/><Relationship Id="rId2" Type="http://schemas.openxmlformats.org/officeDocument/2006/relationships/notesSlide" Target="../notesSlides/notesSlide8.xml"/><Relationship Id="rId3" Type="http://schemas.openxmlformats.org/officeDocument/2006/relationships/image" Target="../media/image2.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8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1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3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44.xml"/><Relationship Id="rId2" Type="http://schemas.openxmlformats.org/officeDocument/2006/relationships/notesSlide" Target="../notesSlides/notesSlide12.xml"/><Relationship Id="rId3" Type="http://schemas.openxmlformats.org/officeDocument/2006/relationships/image" Target="../media/image4.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69.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04.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1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37.xml"/><Relationship Id="rId2" Type="http://schemas.openxmlformats.org/officeDocument/2006/relationships/notesSlide" Target="../notesSlides/notesSlide16.xml"/><Relationship Id="rId3" Type="http://schemas.openxmlformats.org/officeDocument/2006/relationships/hyperlink" Target="https://hightouch.com/blog/what-is-data-taxonomy" TargetMode="External"/><Relationship Id="rId4" Type="http://schemas.openxmlformats.org/officeDocument/2006/relationships/hyperlink" Target="https://www.geeksforgeeks.org/sql/sql-create-domain/" TargetMode="External"/><Relationship Id="rId5" Type="http://schemas.openxmlformats.org/officeDocument/2006/relationships/hyperlink" Target="https://www.tektutorialshub.com/sql-server/fully-qualified-table-names-in-sql-server/#fully-qualified-table-name" TargetMode="External"/><Relationship Id="rId6" Type="http://schemas.openxmlformats.org/officeDocument/2006/relationships/hyperlink" Target="https://hightouch.com/blog/what-is-data-taxonomy" TargetMode="External"/><Relationship Id="rId7" Type="http://schemas.openxmlformats.org/officeDocument/2006/relationships/hyperlink" Target="https://learn.microsoft.com/en-us/sql/t-sql/statements/create-type-transact-sql?view=sql-server-ver17" TargetMode="Externa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9" name="Shape 11219"/>
        <p:cNvGrpSpPr/>
        <p:nvPr/>
      </p:nvGrpSpPr>
      <p:grpSpPr>
        <a:xfrm>
          <a:off x="0" y="0"/>
          <a:ext cx="0" cy="0"/>
          <a:chOff x="0" y="0"/>
          <a:chExt cx="0" cy="0"/>
        </a:xfrm>
      </p:grpSpPr>
      <p:sp>
        <p:nvSpPr>
          <p:cNvPr id="11220" name="Google Shape;11220;p374"/>
          <p:cNvSpPr/>
          <p:nvPr/>
        </p:nvSpPr>
        <p:spPr>
          <a:xfrm rot="1053742">
            <a:off x="4909608" y="421118"/>
            <a:ext cx="4314987" cy="4418593"/>
          </a:xfrm>
          <a:custGeom>
            <a:rect b="b" l="l" r="r" t="t"/>
            <a:pathLst>
              <a:path extrusionOk="0" h="44028" w="45721">
                <a:moveTo>
                  <a:pt x="22493" y="0"/>
                </a:moveTo>
                <a:cubicBezTo>
                  <a:pt x="21088" y="0"/>
                  <a:pt x="19696" y="207"/>
                  <a:pt x="18384" y="686"/>
                </a:cubicBezTo>
                <a:cubicBezTo>
                  <a:pt x="16538" y="1365"/>
                  <a:pt x="14788" y="2674"/>
                  <a:pt x="13800" y="4401"/>
                </a:cubicBezTo>
                <a:cubicBezTo>
                  <a:pt x="12502" y="6663"/>
                  <a:pt x="12633" y="9461"/>
                  <a:pt x="11597" y="11842"/>
                </a:cubicBezTo>
                <a:cubicBezTo>
                  <a:pt x="10764" y="13771"/>
                  <a:pt x="8704" y="14926"/>
                  <a:pt x="7073" y="16116"/>
                </a:cubicBezTo>
                <a:cubicBezTo>
                  <a:pt x="4548" y="17962"/>
                  <a:pt x="2048" y="20141"/>
                  <a:pt x="1179" y="23260"/>
                </a:cubicBezTo>
                <a:cubicBezTo>
                  <a:pt x="0" y="27415"/>
                  <a:pt x="346" y="32368"/>
                  <a:pt x="2715" y="36071"/>
                </a:cubicBezTo>
                <a:cubicBezTo>
                  <a:pt x="4489" y="38834"/>
                  <a:pt x="7513" y="39655"/>
                  <a:pt x="10644" y="39715"/>
                </a:cubicBezTo>
                <a:cubicBezTo>
                  <a:pt x="10740" y="39716"/>
                  <a:pt x="10835" y="39717"/>
                  <a:pt x="10932" y="39717"/>
                </a:cubicBezTo>
                <a:cubicBezTo>
                  <a:pt x="12378" y="39717"/>
                  <a:pt x="13967" y="39555"/>
                  <a:pt x="15526" y="39555"/>
                </a:cubicBezTo>
                <a:cubicBezTo>
                  <a:pt x="17089" y="39555"/>
                  <a:pt x="18623" y="39718"/>
                  <a:pt x="19955" y="40369"/>
                </a:cubicBezTo>
                <a:cubicBezTo>
                  <a:pt x="23538" y="42115"/>
                  <a:pt x="27996" y="44028"/>
                  <a:pt x="32241" y="44028"/>
                </a:cubicBezTo>
                <a:cubicBezTo>
                  <a:pt x="33555" y="44028"/>
                  <a:pt x="34848" y="43845"/>
                  <a:pt x="36088" y="43417"/>
                </a:cubicBezTo>
                <a:cubicBezTo>
                  <a:pt x="41505" y="41548"/>
                  <a:pt x="44149" y="37905"/>
                  <a:pt x="44934" y="33178"/>
                </a:cubicBezTo>
                <a:cubicBezTo>
                  <a:pt x="45720" y="28463"/>
                  <a:pt x="43565" y="24534"/>
                  <a:pt x="42875" y="20796"/>
                </a:cubicBezTo>
                <a:cubicBezTo>
                  <a:pt x="42446" y="18438"/>
                  <a:pt x="42160" y="15819"/>
                  <a:pt x="41422" y="13473"/>
                </a:cubicBezTo>
                <a:cubicBezTo>
                  <a:pt x="41148" y="12580"/>
                  <a:pt x="40779" y="11711"/>
                  <a:pt x="40339" y="10890"/>
                </a:cubicBezTo>
                <a:cubicBezTo>
                  <a:pt x="38076" y="6675"/>
                  <a:pt x="34100" y="3496"/>
                  <a:pt x="29766" y="1615"/>
                </a:cubicBezTo>
                <a:cubicBezTo>
                  <a:pt x="27553" y="661"/>
                  <a:pt x="25002" y="0"/>
                  <a:pt x="22493"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374"/>
          <p:cNvSpPr txBox="1"/>
          <p:nvPr>
            <p:ph type="ctrTitle"/>
          </p:nvPr>
        </p:nvSpPr>
        <p:spPr>
          <a:xfrm>
            <a:off x="713225" y="1144500"/>
            <a:ext cx="4112100" cy="237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3800"/>
              <a:t>Fully Qualified Domains, Fully Qualified Table Names, and Taxonomies</a:t>
            </a:r>
            <a:endParaRPr sz="3800"/>
          </a:p>
        </p:txBody>
      </p:sp>
      <p:sp>
        <p:nvSpPr>
          <p:cNvPr id="11222" name="Google Shape;11222;p374"/>
          <p:cNvSpPr txBox="1"/>
          <p:nvPr>
            <p:ph idx="1" type="subTitle"/>
          </p:nvPr>
        </p:nvSpPr>
        <p:spPr>
          <a:xfrm>
            <a:off x="713225" y="3523200"/>
            <a:ext cx="4112100" cy="47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rgbClr val="3D3D3D"/>
                </a:solidFill>
                <a:latin typeface="Outfit"/>
                <a:ea typeface="Outfit"/>
                <a:cs typeface="Outfit"/>
                <a:sym typeface="Outfit"/>
              </a:rPr>
              <a:t>Kyrilous Nasr, Jacelin Gomez, Hali Ding, Fakriha Kamal, Bikash Shrestha, Ahsan, Dominik Kasza</a:t>
            </a:r>
            <a:endParaRPr sz="1000">
              <a:solidFill>
                <a:srgbClr val="3D3D3D"/>
              </a:solidFill>
              <a:latin typeface="Outfit"/>
              <a:ea typeface="Outfit"/>
              <a:cs typeface="Outfit"/>
              <a:sym typeface="Outfit"/>
            </a:endParaRPr>
          </a:p>
          <a:p>
            <a:pPr indent="0" lvl="0" marL="0" rtl="0" algn="l">
              <a:spcBef>
                <a:spcPts val="0"/>
              </a:spcBef>
              <a:spcAft>
                <a:spcPts val="0"/>
              </a:spcAft>
              <a:buNone/>
            </a:pPr>
            <a:r>
              <a:t/>
            </a:r>
            <a:endParaRPr/>
          </a:p>
        </p:txBody>
      </p:sp>
      <p:grpSp>
        <p:nvGrpSpPr>
          <p:cNvPr id="11223" name="Google Shape;11223;p374"/>
          <p:cNvGrpSpPr/>
          <p:nvPr/>
        </p:nvGrpSpPr>
        <p:grpSpPr>
          <a:xfrm>
            <a:off x="5165167" y="656304"/>
            <a:ext cx="3841017" cy="3831227"/>
            <a:chOff x="5165167" y="656304"/>
            <a:chExt cx="3841017" cy="3831227"/>
          </a:xfrm>
        </p:grpSpPr>
        <p:grpSp>
          <p:nvGrpSpPr>
            <p:cNvPr id="11224" name="Google Shape;11224;p374"/>
            <p:cNvGrpSpPr/>
            <p:nvPr/>
          </p:nvGrpSpPr>
          <p:grpSpPr>
            <a:xfrm>
              <a:off x="5631673" y="1763897"/>
              <a:ext cx="2961645" cy="1992933"/>
              <a:chOff x="5311140" y="3874579"/>
              <a:chExt cx="2693384" cy="1812416"/>
            </a:xfrm>
          </p:grpSpPr>
          <p:grpSp>
            <p:nvGrpSpPr>
              <p:cNvPr id="11225" name="Google Shape;11225;p374"/>
              <p:cNvGrpSpPr/>
              <p:nvPr/>
            </p:nvGrpSpPr>
            <p:grpSpPr>
              <a:xfrm>
                <a:off x="6183439" y="5359431"/>
                <a:ext cx="948880" cy="327564"/>
                <a:chOff x="6183439" y="5359431"/>
                <a:chExt cx="948880" cy="327564"/>
              </a:xfrm>
            </p:grpSpPr>
            <p:sp>
              <p:nvSpPr>
                <p:cNvPr id="11226" name="Google Shape;11226;p374"/>
                <p:cNvSpPr/>
                <p:nvPr/>
              </p:nvSpPr>
              <p:spPr>
                <a:xfrm>
                  <a:off x="6459569" y="5359431"/>
                  <a:ext cx="396621" cy="291274"/>
                </a:xfrm>
                <a:custGeom>
                  <a:rect b="b" l="l" r="r" t="t"/>
                  <a:pathLst>
                    <a:path extrusionOk="0" h="291274" w="396621">
                      <a:moveTo>
                        <a:pt x="396621" y="0"/>
                      </a:moveTo>
                      <a:lnTo>
                        <a:pt x="396621" y="291274"/>
                      </a:lnTo>
                      <a:lnTo>
                        <a:pt x="0" y="291274"/>
                      </a:lnTo>
                      <a:lnTo>
                        <a:pt x="0" y="0"/>
                      </a:lnTo>
                      <a:lnTo>
                        <a:pt x="140304" y="0"/>
                      </a:lnTo>
                      <a:lnTo>
                        <a:pt x="140304" y="140017"/>
                      </a:lnTo>
                      <a:cubicBezTo>
                        <a:pt x="140304" y="171926"/>
                        <a:pt x="166402" y="198120"/>
                        <a:pt x="198311" y="198120"/>
                      </a:cubicBezTo>
                      <a:cubicBezTo>
                        <a:pt x="230220" y="198120"/>
                        <a:pt x="256413" y="171926"/>
                        <a:pt x="256413" y="140017"/>
                      </a:cubicBezTo>
                      <a:lnTo>
                        <a:pt x="256413" y="0"/>
                      </a:lnTo>
                      <a:lnTo>
                        <a:pt x="396621" y="0"/>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27" name="Google Shape;11227;p374"/>
                <p:cNvSpPr/>
                <p:nvPr/>
              </p:nvSpPr>
              <p:spPr>
                <a:xfrm>
                  <a:off x="6459569" y="5359431"/>
                  <a:ext cx="140303" cy="59054"/>
                </a:xfrm>
                <a:custGeom>
                  <a:rect b="b" l="l" r="r" t="t"/>
                  <a:pathLst>
                    <a:path extrusionOk="0" h="59054" w="140303">
                      <a:moveTo>
                        <a:pt x="0" y="0"/>
                      </a:moveTo>
                      <a:lnTo>
                        <a:pt x="140304" y="0"/>
                      </a:lnTo>
                      <a:lnTo>
                        <a:pt x="140304" y="59055"/>
                      </a:lnTo>
                      <a:lnTo>
                        <a:pt x="0" y="42862"/>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28" name="Google Shape;11228;p374"/>
                <p:cNvSpPr/>
                <p:nvPr/>
              </p:nvSpPr>
              <p:spPr>
                <a:xfrm>
                  <a:off x="6715982" y="5359431"/>
                  <a:ext cx="140207" cy="88391"/>
                </a:xfrm>
                <a:custGeom>
                  <a:rect b="b" l="l" r="r" t="t"/>
                  <a:pathLst>
                    <a:path extrusionOk="0" h="88391" w="140207">
                      <a:moveTo>
                        <a:pt x="140208" y="0"/>
                      </a:moveTo>
                      <a:lnTo>
                        <a:pt x="140208" y="88392"/>
                      </a:lnTo>
                      <a:lnTo>
                        <a:pt x="0" y="72295"/>
                      </a:lnTo>
                      <a:lnTo>
                        <a:pt x="0" y="0"/>
                      </a:lnTo>
                      <a:lnTo>
                        <a:pt x="140208"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29" name="Google Shape;11229;p374"/>
                <p:cNvSpPr/>
                <p:nvPr/>
              </p:nvSpPr>
              <p:spPr>
                <a:xfrm>
                  <a:off x="6183439" y="5647467"/>
                  <a:ext cx="948880" cy="39528"/>
                </a:xfrm>
                <a:custGeom>
                  <a:rect b="b" l="l" r="r" t="t"/>
                  <a:pathLst>
                    <a:path extrusionOk="0" h="39528" w="948880">
                      <a:moveTo>
                        <a:pt x="0" y="0"/>
                      </a:moveTo>
                      <a:lnTo>
                        <a:pt x="948880" y="0"/>
                      </a:lnTo>
                      <a:lnTo>
                        <a:pt x="948880" y="39529"/>
                      </a:lnTo>
                      <a:lnTo>
                        <a:pt x="0" y="3952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230" name="Google Shape;11230;p374"/>
              <p:cNvSpPr/>
              <p:nvPr/>
            </p:nvSpPr>
            <p:spPr>
              <a:xfrm>
                <a:off x="5311140" y="3874579"/>
                <a:ext cx="2693384" cy="1517428"/>
              </a:xfrm>
              <a:custGeom>
                <a:rect b="b" l="l" r="r" t="t"/>
                <a:pathLst>
                  <a:path extrusionOk="0" h="1517428" w="2693384">
                    <a:moveTo>
                      <a:pt x="2693384" y="107442"/>
                    </a:moveTo>
                    <a:lnTo>
                      <a:pt x="2693384" y="1409890"/>
                    </a:lnTo>
                    <a:cubicBezTo>
                      <a:pt x="2693384" y="1469231"/>
                      <a:pt x="2645283" y="1517428"/>
                      <a:pt x="2585847" y="1517428"/>
                    </a:cubicBezTo>
                    <a:lnTo>
                      <a:pt x="107537" y="1517428"/>
                    </a:lnTo>
                    <a:cubicBezTo>
                      <a:pt x="48101" y="1517428"/>
                      <a:pt x="0" y="1469231"/>
                      <a:pt x="0" y="1409890"/>
                    </a:cubicBezTo>
                    <a:lnTo>
                      <a:pt x="0" y="107442"/>
                    </a:lnTo>
                    <a:cubicBezTo>
                      <a:pt x="0" y="48101"/>
                      <a:pt x="48101" y="0"/>
                      <a:pt x="107537" y="0"/>
                    </a:cubicBezTo>
                    <a:lnTo>
                      <a:pt x="2585847" y="0"/>
                    </a:lnTo>
                    <a:cubicBezTo>
                      <a:pt x="2645283" y="0"/>
                      <a:pt x="2693384" y="48101"/>
                      <a:pt x="2693384" y="1074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31" name="Google Shape;11231;p374"/>
              <p:cNvSpPr/>
              <p:nvPr/>
            </p:nvSpPr>
            <p:spPr>
              <a:xfrm>
                <a:off x="5311140" y="4009739"/>
                <a:ext cx="2693384" cy="1223295"/>
              </a:xfrm>
              <a:custGeom>
                <a:rect b="b" l="l" r="r" t="t"/>
                <a:pathLst>
                  <a:path extrusionOk="0" h="1223295" w="2693384">
                    <a:moveTo>
                      <a:pt x="0" y="0"/>
                    </a:moveTo>
                    <a:lnTo>
                      <a:pt x="2693384" y="0"/>
                    </a:lnTo>
                    <a:lnTo>
                      <a:pt x="2693384" y="1223296"/>
                    </a:lnTo>
                    <a:lnTo>
                      <a:pt x="0" y="1223296"/>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32" name="Google Shape;11232;p374"/>
              <p:cNvSpPr/>
              <p:nvPr/>
            </p:nvSpPr>
            <p:spPr>
              <a:xfrm>
                <a:off x="6619875" y="5273611"/>
                <a:ext cx="76009" cy="76009"/>
              </a:xfrm>
              <a:custGeom>
                <a:rect b="b" l="l" r="r" t="t"/>
                <a:pathLst>
                  <a:path extrusionOk="0" h="76009" w="76009">
                    <a:moveTo>
                      <a:pt x="76009" y="38005"/>
                    </a:moveTo>
                    <a:cubicBezTo>
                      <a:pt x="76009" y="58960"/>
                      <a:pt x="59055" y="76010"/>
                      <a:pt x="38005" y="76010"/>
                    </a:cubicBezTo>
                    <a:cubicBezTo>
                      <a:pt x="16955" y="76010"/>
                      <a:pt x="0" y="59055"/>
                      <a:pt x="0" y="38005"/>
                    </a:cubicBezTo>
                    <a:cubicBezTo>
                      <a:pt x="0" y="16954"/>
                      <a:pt x="16955" y="0"/>
                      <a:pt x="38005" y="0"/>
                    </a:cubicBezTo>
                    <a:cubicBezTo>
                      <a:pt x="59055" y="0"/>
                      <a:pt x="76009" y="16954"/>
                      <a:pt x="76009" y="3800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33" name="Google Shape;11233;p374"/>
            <p:cNvGrpSpPr/>
            <p:nvPr/>
          </p:nvGrpSpPr>
          <p:grpSpPr>
            <a:xfrm>
              <a:off x="6285440" y="656304"/>
              <a:ext cx="1654423" cy="835905"/>
              <a:chOff x="5905690" y="2867310"/>
              <a:chExt cx="1504568" cy="760190"/>
            </a:xfrm>
          </p:grpSpPr>
          <p:sp>
            <p:nvSpPr>
              <p:cNvPr id="11234" name="Google Shape;11234;p374"/>
              <p:cNvSpPr/>
              <p:nvPr/>
            </p:nvSpPr>
            <p:spPr>
              <a:xfrm>
                <a:off x="5905690" y="2867310"/>
                <a:ext cx="1504568" cy="760190"/>
              </a:xfrm>
              <a:custGeom>
                <a:rect b="b" l="l" r="r" t="t"/>
                <a:pathLst>
                  <a:path extrusionOk="0" h="760190" w="1504568">
                    <a:moveTo>
                      <a:pt x="1504379" y="647414"/>
                    </a:moveTo>
                    <a:cubicBezTo>
                      <a:pt x="1504379" y="709708"/>
                      <a:pt x="1453896" y="760190"/>
                      <a:pt x="1391602" y="760190"/>
                    </a:cubicBezTo>
                    <a:lnTo>
                      <a:pt x="194881" y="760190"/>
                    </a:lnTo>
                    <a:cubicBezTo>
                      <a:pt x="87249" y="760190"/>
                      <a:pt x="0" y="672941"/>
                      <a:pt x="0" y="565309"/>
                    </a:cubicBezTo>
                    <a:cubicBezTo>
                      <a:pt x="0" y="457676"/>
                      <a:pt x="87249" y="370522"/>
                      <a:pt x="194881" y="370522"/>
                    </a:cubicBezTo>
                    <a:cubicBezTo>
                      <a:pt x="220027" y="370522"/>
                      <a:pt x="244126" y="375285"/>
                      <a:pt x="266223" y="383953"/>
                    </a:cubicBezTo>
                    <a:cubicBezTo>
                      <a:pt x="266223" y="382714"/>
                      <a:pt x="266223" y="381381"/>
                      <a:pt x="266223" y="380047"/>
                    </a:cubicBezTo>
                    <a:cubicBezTo>
                      <a:pt x="266223" y="240030"/>
                      <a:pt x="341947" y="117729"/>
                      <a:pt x="454628" y="51816"/>
                    </a:cubicBezTo>
                    <a:cubicBezTo>
                      <a:pt x="510921" y="18859"/>
                      <a:pt x="576453" y="0"/>
                      <a:pt x="646366" y="0"/>
                    </a:cubicBezTo>
                    <a:cubicBezTo>
                      <a:pt x="832009" y="0"/>
                      <a:pt x="986504" y="133064"/>
                      <a:pt x="1019747" y="309086"/>
                    </a:cubicBezTo>
                    <a:cubicBezTo>
                      <a:pt x="1054989" y="288893"/>
                      <a:pt x="1095851" y="277368"/>
                      <a:pt x="1139476" y="277368"/>
                    </a:cubicBezTo>
                    <a:cubicBezTo>
                      <a:pt x="1272731" y="277368"/>
                      <a:pt x="1380839" y="385477"/>
                      <a:pt x="1380839" y="518731"/>
                    </a:cubicBezTo>
                    <a:cubicBezTo>
                      <a:pt x="1380839" y="524256"/>
                      <a:pt x="1380648" y="529685"/>
                      <a:pt x="1380268" y="535114"/>
                    </a:cubicBezTo>
                    <a:cubicBezTo>
                      <a:pt x="1384078" y="534734"/>
                      <a:pt x="1387887" y="534543"/>
                      <a:pt x="1391793" y="534543"/>
                    </a:cubicBezTo>
                    <a:cubicBezTo>
                      <a:pt x="1454086" y="534543"/>
                      <a:pt x="1504569" y="585026"/>
                      <a:pt x="1504569" y="64731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35" name="Google Shape;11235;p374"/>
              <p:cNvSpPr/>
              <p:nvPr/>
            </p:nvSpPr>
            <p:spPr>
              <a:xfrm>
                <a:off x="5905690" y="2918364"/>
                <a:ext cx="922591" cy="709136"/>
              </a:xfrm>
              <a:custGeom>
                <a:rect b="b" l="l" r="r" t="t"/>
                <a:pathLst>
                  <a:path extrusionOk="0" h="709136" w="922591">
                    <a:moveTo>
                      <a:pt x="922305" y="709136"/>
                    </a:moveTo>
                    <a:lnTo>
                      <a:pt x="194881" y="709136"/>
                    </a:lnTo>
                    <a:cubicBezTo>
                      <a:pt x="87249" y="709136"/>
                      <a:pt x="0" y="621887"/>
                      <a:pt x="0" y="514255"/>
                    </a:cubicBezTo>
                    <a:cubicBezTo>
                      <a:pt x="0" y="406622"/>
                      <a:pt x="87249" y="319468"/>
                      <a:pt x="194881" y="319468"/>
                    </a:cubicBezTo>
                    <a:cubicBezTo>
                      <a:pt x="220027" y="319468"/>
                      <a:pt x="244126" y="324231"/>
                      <a:pt x="266223" y="332899"/>
                    </a:cubicBezTo>
                    <a:cubicBezTo>
                      <a:pt x="266223" y="331660"/>
                      <a:pt x="266223" y="330327"/>
                      <a:pt x="266223" y="328993"/>
                    </a:cubicBezTo>
                    <a:cubicBezTo>
                      <a:pt x="266223" y="188976"/>
                      <a:pt x="341947" y="66675"/>
                      <a:pt x="454628" y="762"/>
                    </a:cubicBezTo>
                    <a:cubicBezTo>
                      <a:pt x="515683" y="-2286"/>
                      <a:pt x="577024" y="3429"/>
                      <a:pt x="633984" y="24860"/>
                    </a:cubicBezTo>
                    <a:cubicBezTo>
                      <a:pt x="707803" y="52768"/>
                      <a:pt x="773239" y="110109"/>
                      <a:pt x="797052" y="185261"/>
                    </a:cubicBezTo>
                    <a:cubicBezTo>
                      <a:pt x="820864" y="260509"/>
                      <a:pt x="795433" y="352425"/>
                      <a:pt x="728472" y="394144"/>
                    </a:cubicBezTo>
                    <a:cubicBezTo>
                      <a:pt x="769334" y="388430"/>
                      <a:pt x="808863" y="395002"/>
                      <a:pt x="844010" y="416433"/>
                    </a:cubicBezTo>
                    <a:cubicBezTo>
                      <a:pt x="879157" y="437864"/>
                      <a:pt x="902970" y="481298"/>
                      <a:pt x="892302" y="521113"/>
                    </a:cubicBezTo>
                    <a:cubicBezTo>
                      <a:pt x="885730" y="545782"/>
                      <a:pt x="867156" y="565975"/>
                      <a:pt x="845629" y="579787"/>
                    </a:cubicBezTo>
                    <a:cubicBezTo>
                      <a:pt x="824769" y="593217"/>
                      <a:pt x="801148" y="601408"/>
                      <a:pt x="777621" y="609314"/>
                    </a:cubicBezTo>
                    <a:cubicBezTo>
                      <a:pt x="788479" y="605790"/>
                      <a:pt x="793623" y="605790"/>
                      <a:pt x="805910" y="605314"/>
                    </a:cubicBezTo>
                    <a:cubicBezTo>
                      <a:pt x="819055" y="604742"/>
                      <a:pt x="832961" y="608457"/>
                      <a:pt x="842010" y="618077"/>
                    </a:cubicBezTo>
                    <a:cubicBezTo>
                      <a:pt x="851059" y="627698"/>
                      <a:pt x="853440" y="643890"/>
                      <a:pt x="845153" y="654082"/>
                    </a:cubicBezTo>
                    <a:cubicBezTo>
                      <a:pt x="859727" y="639699"/>
                      <a:pt x="881919" y="651510"/>
                      <a:pt x="897541" y="664845"/>
                    </a:cubicBezTo>
                    <a:cubicBezTo>
                      <a:pt x="910971" y="676180"/>
                      <a:pt x="919067" y="691991"/>
                      <a:pt x="922591" y="70913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36" name="Google Shape;11236;p374"/>
            <p:cNvGrpSpPr/>
            <p:nvPr/>
          </p:nvGrpSpPr>
          <p:grpSpPr>
            <a:xfrm>
              <a:off x="8276803" y="1327941"/>
              <a:ext cx="387944" cy="273258"/>
              <a:chOff x="7716678" y="3270218"/>
              <a:chExt cx="352805" cy="248507"/>
            </a:xfrm>
          </p:grpSpPr>
          <p:sp>
            <p:nvSpPr>
              <p:cNvPr id="11237" name="Google Shape;11237;p374"/>
              <p:cNvSpPr/>
              <p:nvPr/>
            </p:nvSpPr>
            <p:spPr>
              <a:xfrm>
                <a:off x="7716678" y="3270218"/>
                <a:ext cx="352805" cy="248507"/>
              </a:xfrm>
              <a:custGeom>
                <a:rect b="b" l="l" r="r" t="t"/>
                <a:pathLst>
                  <a:path extrusionOk="0" h="248507" w="352805">
                    <a:moveTo>
                      <a:pt x="261938" y="0"/>
                    </a:moveTo>
                    <a:lnTo>
                      <a:pt x="90868" y="0"/>
                    </a:lnTo>
                    <a:cubicBezTo>
                      <a:pt x="40862" y="0"/>
                      <a:pt x="0" y="40862"/>
                      <a:pt x="0" y="90869"/>
                    </a:cubicBezTo>
                    <a:cubicBezTo>
                      <a:pt x="0" y="140875"/>
                      <a:pt x="38100" y="178879"/>
                      <a:pt x="85725" y="181642"/>
                    </a:cubicBezTo>
                    <a:lnTo>
                      <a:pt x="29527" y="248508"/>
                    </a:lnTo>
                    <a:lnTo>
                      <a:pt x="135445" y="181833"/>
                    </a:lnTo>
                    <a:lnTo>
                      <a:pt x="261938" y="181833"/>
                    </a:lnTo>
                    <a:cubicBezTo>
                      <a:pt x="311944" y="181833"/>
                      <a:pt x="352806" y="140970"/>
                      <a:pt x="352806" y="90964"/>
                    </a:cubicBezTo>
                    <a:cubicBezTo>
                      <a:pt x="352806" y="40958"/>
                      <a:pt x="311944" y="95"/>
                      <a:pt x="261938" y="9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38" name="Google Shape;11238;p374"/>
              <p:cNvSpPr/>
              <p:nvPr/>
            </p:nvSpPr>
            <p:spPr>
              <a:xfrm>
                <a:off x="7783353" y="3331749"/>
                <a:ext cx="219455" cy="59054"/>
              </a:xfrm>
              <a:custGeom>
                <a:rect b="b" l="l" r="r" t="t"/>
                <a:pathLst>
                  <a:path extrusionOk="0" h="59054" w="219455">
                    <a:moveTo>
                      <a:pt x="29527" y="0"/>
                    </a:moveTo>
                    <a:cubicBezTo>
                      <a:pt x="13239" y="0"/>
                      <a:pt x="0" y="13240"/>
                      <a:pt x="0" y="29528"/>
                    </a:cubicBezTo>
                    <a:cubicBezTo>
                      <a:pt x="0" y="45815"/>
                      <a:pt x="13239" y="59055"/>
                      <a:pt x="29527" y="59055"/>
                    </a:cubicBezTo>
                    <a:cubicBezTo>
                      <a:pt x="45815" y="59055"/>
                      <a:pt x="59055" y="45815"/>
                      <a:pt x="59055" y="29528"/>
                    </a:cubicBezTo>
                    <a:cubicBezTo>
                      <a:pt x="59055" y="13240"/>
                      <a:pt x="45815" y="0"/>
                      <a:pt x="29527" y="0"/>
                    </a:cubicBezTo>
                    <a:close/>
                    <a:moveTo>
                      <a:pt x="109728" y="0"/>
                    </a:moveTo>
                    <a:cubicBezTo>
                      <a:pt x="93440" y="0"/>
                      <a:pt x="80200" y="13240"/>
                      <a:pt x="80200" y="29528"/>
                    </a:cubicBezTo>
                    <a:cubicBezTo>
                      <a:pt x="80200" y="45815"/>
                      <a:pt x="93440" y="59055"/>
                      <a:pt x="109728" y="59055"/>
                    </a:cubicBezTo>
                    <a:cubicBezTo>
                      <a:pt x="126016" y="59055"/>
                      <a:pt x="139255" y="45815"/>
                      <a:pt x="139255" y="29528"/>
                    </a:cubicBezTo>
                    <a:cubicBezTo>
                      <a:pt x="139255" y="13240"/>
                      <a:pt x="126016" y="0"/>
                      <a:pt x="109728" y="0"/>
                    </a:cubicBezTo>
                    <a:close/>
                    <a:moveTo>
                      <a:pt x="189929" y="0"/>
                    </a:moveTo>
                    <a:cubicBezTo>
                      <a:pt x="173641" y="0"/>
                      <a:pt x="160401" y="13240"/>
                      <a:pt x="160401" y="29528"/>
                    </a:cubicBezTo>
                    <a:cubicBezTo>
                      <a:pt x="160401" y="45815"/>
                      <a:pt x="173641" y="59055"/>
                      <a:pt x="189929" y="59055"/>
                    </a:cubicBezTo>
                    <a:cubicBezTo>
                      <a:pt x="206216" y="59055"/>
                      <a:pt x="219456" y="45815"/>
                      <a:pt x="219456" y="29528"/>
                    </a:cubicBezTo>
                    <a:cubicBezTo>
                      <a:pt x="219456" y="13240"/>
                      <a:pt x="206216" y="0"/>
                      <a:pt x="189929"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239" name="Google Shape;11239;p374"/>
            <p:cNvSpPr/>
            <p:nvPr/>
          </p:nvSpPr>
          <p:spPr>
            <a:xfrm>
              <a:off x="7148815" y="1542896"/>
              <a:ext cx="10501" cy="432759"/>
            </a:xfrm>
            <a:custGeom>
              <a:rect b="b" l="l" r="r" t="t"/>
              <a:pathLst>
                <a:path extrusionOk="0" h="392525" w="9525">
                  <a:moveTo>
                    <a:pt x="0" y="0"/>
                  </a:moveTo>
                  <a:lnTo>
                    <a:pt x="0" y="392525"/>
                  </a:lnTo>
                </a:path>
              </a:pathLst>
            </a:custGeom>
            <a:noFill/>
            <a:ln cap="rnd" cmpd="sng" w="2990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240" name="Google Shape;11240;p374"/>
            <p:cNvGrpSpPr/>
            <p:nvPr/>
          </p:nvGrpSpPr>
          <p:grpSpPr>
            <a:xfrm>
              <a:off x="5483130" y="2415465"/>
              <a:ext cx="27232" cy="532378"/>
              <a:chOff x="3534917" y="4467129"/>
              <a:chExt cx="24765" cy="484156"/>
            </a:xfrm>
          </p:grpSpPr>
          <p:sp>
            <p:nvSpPr>
              <p:cNvPr id="11241" name="Google Shape;11241;p374"/>
              <p:cNvSpPr/>
              <p:nvPr/>
            </p:nvSpPr>
            <p:spPr>
              <a:xfrm>
                <a:off x="3547300" y="4478845"/>
                <a:ext cx="9525" cy="460724"/>
              </a:xfrm>
              <a:custGeom>
                <a:rect b="b" l="l" r="r" t="t"/>
                <a:pathLst>
                  <a:path extrusionOk="0" h="460724" w="9525">
                    <a:moveTo>
                      <a:pt x="0" y="460724"/>
                    </a:moveTo>
                    <a:lnTo>
                      <a:pt x="0" y="0"/>
                    </a:lnTo>
                  </a:path>
                </a:pathLst>
              </a:custGeom>
              <a:no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42" name="Google Shape;11242;p374"/>
              <p:cNvSpPr/>
              <p:nvPr/>
            </p:nvSpPr>
            <p:spPr>
              <a:xfrm>
                <a:off x="3534917" y="4926520"/>
                <a:ext cx="24765" cy="24765"/>
              </a:xfrm>
              <a:custGeom>
                <a:rect b="b" l="l" r="r" t="t"/>
                <a:pathLst>
                  <a:path extrusionOk="0" h="24765" w="24765">
                    <a:moveTo>
                      <a:pt x="24765" y="12382"/>
                    </a:moveTo>
                    <a:cubicBezTo>
                      <a:pt x="24765" y="19240"/>
                      <a:pt x="19241" y="24765"/>
                      <a:pt x="12383" y="24765"/>
                    </a:cubicBezTo>
                    <a:cubicBezTo>
                      <a:pt x="5525" y="24765"/>
                      <a:pt x="0" y="19240"/>
                      <a:pt x="0" y="12382"/>
                    </a:cubicBezTo>
                    <a:cubicBezTo>
                      <a:pt x="0" y="5524"/>
                      <a:pt x="5525" y="0"/>
                      <a:pt x="12383" y="0"/>
                    </a:cubicBezTo>
                    <a:cubicBezTo>
                      <a:pt x="19241" y="0"/>
                      <a:pt x="24765" y="5524"/>
                      <a:pt x="24765" y="12382"/>
                    </a:cubicBezTo>
                    <a:close/>
                  </a:path>
                </a:pathLst>
              </a:custGeom>
              <a:solidFill>
                <a:srgbClr val="6F7082"/>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43" name="Google Shape;11243;p374"/>
              <p:cNvSpPr/>
              <p:nvPr/>
            </p:nvSpPr>
            <p:spPr>
              <a:xfrm>
                <a:off x="3534917" y="4467129"/>
                <a:ext cx="24765" cy="24765"/>
              </a:xfrm>
              <a:custGeom>
                <a:rect b="b" l="l" r="r" t="t"/>
                <a:pathLst>
                  <a:path extrusionOk="0" h="24765" w="24765">
                    <a:moveTo>
                      <a:pt x="24765" y="12383"/>
                    </a:moveTo>
                    <a:cubicBezTo>
                      <a:pt x="24765" y="5525"/>
                      <a:pt x="19241" y="0"/>
                      <a:pt x="12383" y="0"/>
                    </a:cubicBezTo>
                    <a:cubicBezTo>
                      <a:pt x="5525" y="0"/>
                      <a:pt x="0" y="5525"/>
                      <a:pt x="0" y="12383"/>
                    </a:cubicBezTo>
                    <a:cubicBezTo>
                      <a:pt x="0" y="19241"/>
                      <a:pt x="5525" y="24765"/>
                      <a:pt x="12383" y="24765"/>
                    </a:cubicBezTo>
                    <a:cubicBezTo>
                      <a:pt x="19241" y="24765"/>
                      <a:pt x="24765" y="19241"/>
                      <a:pt x="24765" y="12383"/>
                    </a:cubicBezTo>
                    <a:close/>
                  </a:path>
                </a:pathLst>
              </a:custGeom>
              <a:solidFill>
                <a:srgbClr val="6F7082"/>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44" name="Google Shape;11244;p374"/>
            <p:cNvGrpSpPr/>
            <p:nvPr/>
          </p:nvGrpSpPr>
          <p:grpSpPr>
            <a:xfrm>
              <a:off x="5643247" y="2277185"/>
              <a:ext cx="749418" cy="303868"/>
              <a:chOff x="3680531" y="4341375"/>
              <a:chExt cx="681537" cy="276344"/>
            </a:xfrm>
          </p:grpSpPr>
          <p:sp>
            <p:nvSpPr>
              <p:cNvPr id="11245" name="Google Shape;11245;p374"/>
              <p:cNvSpPr/>
              <p:nvPr/>
            </p:nvSpPr>
            <p:spPr>
              <a:xfrm>
                <a:off x="3692461" y="4353401"/>
                <a:ext cx="657796" cy="251936"/>
              </a:xfrm>
              <a:custGeom>
                <a:rect b="b" l="l" r="r" t="t"/>
                <a:pathLst>
                  <a:path extrusionOk="0" h="251936" w="657796">
                    <a:moveTo>
                      <a:pt x="0" y="0"/>
                    </a:moveTo>
                    <a:lnTo>
                      <a:pt x="217075" y="217075"/>
                    </a:lnTo>
                    <a:cubicBezTo>
                      <a:pt x="239363" y="239363"/>
                      <a:pt x="269653" y="251936"/>
                      <a:pt x="301180" y="251936"/>
                    </a:cubicBezTo>
                    <a:lnTo>
                      <a:pt x="657797" y="251936"/>
                    </a:lnTo>
                  </a:path>
                </a:pathLst>
              </a:custGeom>
              <a:no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46" name="Google Shape;11246;p374"/>
              <p:cNvSpPr/>
              <p:nvPr/>
            </p:nvSpPr>
            <p:spPr>
              <a:xfrm>
                <a:off x="3680531" y="4341375"/>
                <a:ext cx="24812" cy="24812"/>
              </a:xfrm>
              <a:custGeom>
                <a:rect b="b" l="l" r="r" t="t"/>
                <a:pathLst>
                  <a:path extrusionOk="0" h="24812" w="24812">
                    <a:moveTo>
                      <a:pt x="3643" y="21169"/>
                    </a:moveTo>
                    <a:cubicBezTo>
                      <a:pt x="-1214" y="16312"/>
                      <a:pt x="-1214" y="8501"/>
                      <a:pt x="3643" y="3643"/>
                    </a:cubicBezTo>
                    <a:cubicBezTo>
                      <a:pt x="8501" y="-1214"/>
                      <a:pt x="16312" y="-1214"/>
                      <a:pt x="21169" y="3643"/>
                    </a:cubicBezTo>
                    <a:cubicBezTo>
                      <a:pt x="26027" y="8501"/>
                      <a:pt x="26027" y="16312"/>
                      <a:pt x="21169" y="21169"/>
                    </a:cubicBezTo>
                    <a:cubicBezTo>
                      <a:pt x="16312" y="26027"/>
                      <a:pt x="8501" y="26027"/>
                      <a:pt x="3643" y="21169"/>
                    </a:cubicBezTo>
                    <a:close/>
                  </a:path>
                </a:pathLst>
              </a:custGeom>
              <a:solidFill>
                <a:srgbClr val="6F7082"/>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47" name="Google Shape;11247;p374"/>
              <p:cNvSpPr/>
              <p:nvPr/>
            </p:nvSpPr>
            <p:spPr>
              <a:xfrm>
                <a:off x="4337303" y="4592955"/>
                <a:ext cx="24765" cy="24764"/>
              </a:xfrm>
              <a:custGeom>
                <a:rect b="b" l="l" r="r" t="t"/>
                <a:pathLst>
                  <a:path extrusionOk="0" h="24764" w="24765">
                    <a:moveTo>
                      <a:pt x="12383" y="24765"/>
                    </a:moveTo>
                    <a:cubicBezTo>
                      <a:pt x="19241" y="24765"/>
                      <a:pt x="24765" y="19240"/>
                      <a:pt x="24765" y="12382"/>
                    </a:cubicBezTo>
                    <a:cubicBezTo>
                      <a:pt x="24765" y="5524"/>
                      <a:pt x="19241" y="0"/>
                      <a:pt x="12383" y="0"/>
                    </a:cubicBezTo>
                    <a:cubicBezTo>
                      <a:pt x="5525" y="0"/>
                      <a:pt x="0" y="5524"/>
                      <a:pt x="0" y="12382"/>
                    </a:cubicBezTo>
                    <a:cubicBezTo>
                      <a:pt x="0" y="19240"/>
                      <a:pt x="5525" y="24765"/>
                      <a:pt x="12383" y="24765"/>
                    </a:cubicBezTo>
                    <a:close/>
                  </a:path>
                </a:pathLst>
              </a:custGeom>
              <a:solidFill>
                <a:srgbClr val="6F7082"/>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48" name="Google Shape;11248;p374"/>
            <p:cNvGrpSpPr/>
            <p:nvPr/>
          </p:nvGrpSpPr>
          <p:grpSpPr>
            <a:xfrm>
              <a:off x="8163164" y="4027994"/>
              <a:ext cx="202142" cy="355685"/>
              <a:chOff x="7613332" y="5933598"/>
              <a:chExt cx="183832" cy="323468"/>
            </a:xfrm>
          </p:grpSpPr>
          <p:sp>
            <p:nvSpPr>
              <p:cNvPr id="11249" name="Google Shape;11249;p374"/>
              <p:cNvSpPr/>
              <p:nvPr/>
            </p:nvSpPr>
            <p:spPr>
              <a:xfrm>
                <a:off x="7613332" y="5933598"/>
                <a:ext cx="183832" cy="323468"/>
              </a:xfrm>
              <a:custGeom>
                <a:rect b="b" l="l" r="r" t="t"/>
                <a:pathLst>
                  <a:path extrusionOk="0" h="323468" w="183832">
                    <a:moveTo>
                      <a:pt x="91916" y="323469"/>
                    </a:moveTo>
                    <a:lnTo>
                      <a:pt x="91916" y="323469"/>
                    </a:lnTo>
                    <a:cubicBezTo>
                      <a:pt x="41339" y="323469"/>
                      <a:pt x="0" y="282130"/>
                      <a:pt x="0" y="231553"/>
                    </a:cubicBezTo>
                    <a:lnTo>
                      <a:pt x="0" y="91916"/>
                    </a:lnTo>
                    <a:cubicBezTo>
                      <a:pt x="0" y="41338"/>
                      <a:pt x="41339" y="0"/>
                      <a:pt x="91916" y="0"/>
                    </a:cubicBezTo>
                    <a:lnTo>
                      <a:pt x="91916" y="0"/>
                    </a:lnTo>
                    <a:cubicBezTo>
                      <a:pt x="142494" y="0"/>
                      <a:pt x="183832" y="41338"/>
                      <a:pt x="183832" y="91916"/>
                    </a:cubicBezTo>
                    <a:lnTo>
                      <a:pt x="183832" y="231553"/>
                    </a:lnTo>
                    <a:cubicBezTo>
                      <a:pt x="183832" y="282130"/>
                      <a:pt x="142494" y="323469"/>
                      <a:pt x="91916" y="32346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50" name="Google Shape;11250;p374"/>
              <p:cNvSpPr/>
              <p:nvPr/>
            </p:nvSpPr>
            <p:spPr>
              <a:xfrm>
                <a:off x="7699533" y="5961602"/>
                <a:ext cx="11430" cy="54101"/>
              </a:xfrm>
              <a:custGeom>
                <a:rect b="b" l="l" r="r" t="t"/>
                <a:pathLst>
                  <a:path extrusionOk="0" h="54101" w="11430">
                    <a:moveTo>
                      <a:pt x="5715" y="54102"/>
                    </a:moveTo>
                    <a:lnTo>
                      <a:pt x="5715" y="54102"/>
                    </a:lnTo>
                    <a:cubicBezTo>
                      <a:pt x="2572" y="54102"/>
                      <a:pt x="0" y="51530"/>
                      <a:pt x="0" y="48387"/>
                    </a:cubicBezTo>
                    <a:lnTo>
                      <a:pt x="0" y="5715"/>
                    </a:lnTo>
                    <a:cubicBezTo>
                      <a:pt x="0" y="2571"/>
                      <a:pt x="2572" y="0"/>
                      <a:pt x="5715" y="0"/>
                    </a:cubicBezTo>
                    <a:lnTo>
                      <a:pt x="5715" y="0"/>
                    </a:lnTo>
                    <a:cubicBezTo>
                      <a:pt x="8859" y="0"/>
                      <a:pt x="11430" y="2571"/>
                      <a:pt x="11430" y="5715"/>
                    </a:cubicBezTo>
                    <a:lnTo>
                      <a:pt x="11430" y="48387"/>
                    </a:lnTo>
                    <a:cubicBezTo>
                      <a:pt x="11430" y="51530"/>
                      <a:pt x="8859" y="54102"/>
                      <a:pt x="5715" y="5410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51" name="Google Shape;11251;p374"/>
            <p:cNvGrpSpPr/>
            <p:nvPr/>
          </p:nvGrpSpPr>
          <p:grpSpPr>
            <a:xfrm>
              <a:off x="6427831" y="3923439"/>
              <a:ext cx="1533857" cy="564092"/>
              <a:chOff x="6546554" y="3679108"/>
              <a:chExt cx="1256642" cy="462143"/>
            </a:xfrm>
          </p:grpSpPr>
          <p:sp>
            <p:nvSpPr>
              <p:cNvPr id="11252" name="Google Shape;11252;p374"/>
              <p:cNvSpPr/>
              <p:nvPr/>
            </p:nvSpPr>
            <p:spPr>
              <a:xfrm>
                <a:off x="6546554" y="3679108"/>
                <a:ext cx="1256642" cy="462143"/>
              </a:xfrm>
              <a:custGeom>
                <a:rect b="b" l="l" r="r" t="t"/>
                <a:pathLst>
                  <a:path extrusionOk="0" h="513492" w="1396269">
                    <a:moveTo>
                      <a:pt x="1334738" y="0"/>
                    </a:moveTo>
                    <a:cubicBezTo>
                      <a:pt x="1368721" y="0"/>
                      <a:pt x="1396270" y="27548"/>
                      <a:pt x="1396270" y="61531"/>
                    </a:cubicBezTo>
                    <a:lnTo>
                      <a:pt x="1396270" y="451961"/>
                    </a:lnTo>
                    <a:cubicBezTo>
                      <a:pt x="1396270" y="485944"/>
                      <a:pt x="1368722" y="513493"/>
                      <a:pt x="1334738" y="513493"/>
                    </a:cubicBezTo>
                    <a:lnTo>
                      <a:pt x="61532" y="513493"/>
                    </a:lnTo>
                    <a:cubicBezTo>
                      <a:pt x="27549" y="513493"/>
                      <a:pt x="0" y="485944"/>
                      <a:pt x="0" y="451961"/>
                    </a:cubicBezTo>
                    <a:lnTo>
                      <a:pt x="0" y="61531"/>
                    </a:lnTo>
                    <a:cubicBezTo>
                      <a:pt x="0" y="27549"/>
                      <a:pt x="27548" y="0"/>
                      <a:pt x="61532"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53" name="Google Shape;11253;p374"/>
              <p:cNvSpPr/>
              <p:nvPr/>
            </p:nvSpPr>
            <p:spPr>
              <a:xfrm>
                <a:off x="6661108" y="3712144"/>
                <a:ext cx="69522" cy="69522"/>
              </a:xfrm>
              <a:custGeom>
                <a:rect b="b" l="l" r="r" t="t"/>
                <a:pathLst>
                  <a:path extrusionOk="0" h="77247" w="77247">
                    <a:moveTo>
                      <a:pt x="0" y="0"/>
                    </a:moveTo>
                    <a:lnTo>
                      <a:pt x="77248" y="0"/>
                    </a:lnTo>
                    <a:lnTo>
                      <a:pt x="77248"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254" name="Google Shape;11254;p374"/>
              <p:cNvGrpSpPr/>
              <p:nvPr/>
            </p:nvGrpSpPr>
            <p:grpSpPr>
              <a:xfrm>
                <a:off x="6805960" y="3712311"/>
                <a:ext cx="391811" cy="69592"/>
                <a:chOff x="6322885" y="5875210"/>
                <a:chExt cx="434911" cy="77247"/>
              </a:xfrm>
            </p:grpSpPr>
            <p:sp>
              <p:nvSpPr>
                <p:cNvPr id="11255" name="Google Shape;11255;p374"/>
                <p:cNvSpPr/>
                <p:nvPr/>
              </p:nvSpPr>
              <p:spPr>
                <a:xfrm>
                  <a:off x="6322885" y="5875210"/>
                  <a:ext cx="77247" cy="77247"/>
                </a:xfrm>
                <a:custGeom>
                  <a:rect b="b" l="l" r="r" t="t"/>
                  <a:pathLst>
                    <a:path extrusionOk="0" h="77247" w="77247">
                      <a:moveTo>
                        <a:pt x="0" y="0"/>
                      </a:moveTo>
                      <a:lnTo>
                        <a:pt x="77248" y="0"/>
                      </a:lnTo>
                      <a:lnTo>
                        <a:pt x="77248"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56" name="Google Shape;11256;p374"/>
                <p:cNvSpPr/>
                <p:nvPr/>
              </p:nvSpPr>
              <p:spPr>
                <a:xfrm>
                  <a:off x="6412325" y="5875210"/>
                  <a:ext cx="77247" cy="77247"/>
                </a:xfrm>
                <a:custGeom>
                  <a:rect b="b" l="l" r="r" t="t"/>
                  <a:pathLst>
                    <a:path extrusionOk="0" h="77247" w="77247">
                      <a:moveTo>
                        <a:pt x="0" y="0"/>
                      </a:moveTo>
                      <a:lnTo>
                        <a:pt x="77248" y="0"/>
                      </a:lnTo>
                      <a:lnTo>
                        <a:pt x="77248"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57" name="Google Shape;11257;p374"/>
                <p:cNvSpPr/>
                <p:nvPr/>
              </p:nvSpPr>
              <p:spPr>
                <a:xfrm>
                  <a:off x="6501765" y="5875210"/>
                  <a:ext cx="77247" cy="77247"/>
                </a:xfrm>
                <a:custGeom>
                  <a:rect b="b" l="l" r="r" t="t"/>
                  <a:pathLst>
                    <a:path extrusionOk="0" h="77247" w="77247">
                      <a:moveTo>
                        <a:pt x="0" y="0"/>
                      </a:moveTo>
                      <a:lnTo>
                        <a:pt x="77247" y="0"/>
                      </a:lnTo>
                      <a:lnTo>
                        <a:pt x="77247"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58" name="Google Shape;11258;p374"/>
                <p:cNvSpPr/>
                <p:nvPr/>
              </p:nvSpPr>
              <p:spPr>
                <a:xfrm>
                  <a:off x="6591109" y="5875210"/>
                  <a:ext cx="77247" cy="77247"/>
                </a:xfrm>
                <a:custGeom>
                  <a:rect b="b" l="l" r="r" t="t"/>
                  <a:pathLst>
                    <a:path extrusionOk="0" h="77247" w="77247">
                      <a:moveTo>
                        <a:pt x="0" y="0"/>
                      </a:moveTo>
                      <a:lnTo>
                        <a:pt x="77247" y="0"/>
                      </a:lnTo>
                      <a:lnTo>
                        <a:pt x="77247"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59" name="Google Shape;11259;p374"/>
                <p:cNvSpPr/>
                <p:nvPr/>
              </p:nvSpPr>
              <p:spPr>
                <a:xfrm>
                  <a:off x="6680549" y="5875210"/>
                  <a:ext cx="77247" cy="77247"/>
                </a:xfrm>
                <a:custGeom>
                  <a:rect b="b" l="l" r="r" t="t"/>
                  <a:pathLst>
                    <a:path extrusionOk="0" h="77247" w="77247">
                      <a:moveTo>
                        <a:pt x="0" y="0"/>
                      </a:moveTo>
                      <a:lnTo>
                        <a:pt x="77248" y="0"/>
                      </a:lnTo>
                      <a:lnTo>
                        <a:pt x="77248"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60" name="Google Shape;11260;p374"/>
              <p:cNvGrpSpPr/>
              <p:nvPr/>
            </p:nvGrpSpPr>
            <p:grpSpPr>
              <a:xfrm>
                <a:off x="7285642" y="3712311"/>
                <a:ext cx="391897" cy="69592"/>
                <a:chOff x="6855333" y="5875210"/>
                <a:chExt cx="435006" cy="77247"/>
              </a:xfrm>
            </p:grpSpPr>
            <p:sp>
              <p:nvSpPr>
                <p:cNvPr id="11261" name="Google Shape;11261;p374"/>
                <p:cNvSpPr/>
                <p:nvPr/>
              </p:nvSpPr>
              <p:spPr>
                <a:xfrm>
                  <a:off x="6855333" y="5875210"/>
                  <a:ext cx="77247" cy="77247"/>
                </a:xfrm>
                <a:custGeom>
                  <a:rect b="b" l="l" r="r" t="t"/>
                  <a:pathLst>
                    <a:path extrusionOk="0" h="77247" w="77247">
                      <a:moveTo>
                        <a:pt x="0" y="0"/>
                      </a:moveTo>
                      <a:lnTo>
                        <a:pt x="77247" y="0"/>
                      </a:lnTo>
                      <a:lnTo>
                        <a:pt x="77247"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62" name="Google Shape;11262;p374"/>
                <p:cNvSpPr/>
                <p:nvPr/>
              </p:nvSpPr>
              <p:spPr>
                <a:xfrm>
                  <a:off x="6944772" y="5875210"/>
                  <a:ext cx="77247" cy="77247"/>
                </a:xfrm>
                <a:custGeom>
                  <a:rect b="b" l="l" r="r" t="t"/>
                  <a:pathLst>
                    <a:path extrusionOk="0" h="77247" w="77247">
                      <a:moveTo>
                        <a:pt x="0" y="0"/>
                      </a:moveTo>
                      <a:lnTo>
                        <a:pt x="77247" y="0"/>
                      </a:lnTo>
                      <a:lnTo>
                        <a:pt x="77247"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63" name="Google Shape;11263;p374"/>
                <p:cNvSpPr/>
                <p:nvPr/>
              </p:nvSpPr>
              <p:spPr>
                <a:xfrm>
                  <a:off x="7034212" y="5875210"/>
                  <a:ext cx="77247" cy="77247"/>
                </a:xfrm>
                <a:custGeom>
                  <a:rect b="b" l="l" r="r" t="t"/>
                  <a:pathLst>
                    <a:path extrusionOk="0" h="77247" w="77247">
                      <a:moveTo>
                        <a:pt x="0" y="0"/>
                      </a:moveTo>
                      <a:lnTo>
                        <a:pt x="77248" y="0"/>
                      </a:lnTo>
                      <a:lnTo>
                        <a:pt x="77248"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64" name="Google Shape;11264;p374"/>
                <p:cNvSpPr/>
                <p:nvPr/>
              </p:nvSpPr>
              <p:spPr>
                <a:xfrm>
                  <a:off x="7123652" y="5875210"/>
                  <a:ext cx="77247" cy="77247"/>
                </a:xfrm>
                <a:custGeom>
                  <a:rect b="b" l="l" r="r" t="t"/>
                  <a:pathLst>
                    <a:path extrusionOk="0" h="77247" w="77247">
                      <a:moveTo>
                        <a:pt x="0" y="0"/>
                      </a:moveTo>
                      <a:lnTo>
                        <a:pt x="77248" y="0"/>
                      </a:lnTo>
                      <a:lnTo>
                        <a:pt x="77248"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65" name="Google Shape;11265;p374"/>
                <p:cNvSpPr/>
                <p:nvPr/>
              </p:nvSpPr>
              <p:spPr>
                <a:xfrm>
                  <a:off x="7213092" y="5875210"/>
                  <a:ext cx="77247" cy="77247"/>
                </a:xfrm>
                <a:custGeom>
                  <a:rect b="b" l="l" r="r" t="t"/>
                  <a:pathLst>
                    <a:path extrusionOk="0" h="77247" w="77247">
                      <a:moveTo>
                        <a:pt x="0" y="0"/>
                      </a:moveTo>
                      <a:lnTo>
                        <a:pt x="77248" y="0"/>
                      </a:lnTo>
                      <a:lnTo>
                        <a:pt x="77248"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66" name="Google Shape;11266;p374"/>
              <p:cNvGrpSpPr/>
              <p:nvPr/>
            </p:nvGrpSpPr>
            <p:grpSpPr>
              <a:xfrm>
                <a:off x="6577103" y="3819746"/>
                <a:ext cx="1198690" cy="70794"/>
                <a:chOff x="6068853" y="5994463"/>
                <a:chExt cx="1330547" cy="78581"/>
              </a:xfrm>
            </p:grpSpPr>
            <p:sp>
              <p:nvSpPr>
                <p:cNvPr id="11267" name="Google Shape;11267;p374"/>
                <p:cNvSpPr/>
                <p:nvPr/>
              </p:nvSpPr>
              <p:spPr>
                <a:xfrm>
                  <a:off x="6068853"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68" name="Google Shape;11268;p374"/>
                <p:cNvSpPr/>
                <p:nvPr/>
              </p:nvSpPr>
              <p:spPr>
                <a:xfrm>
                  <a:off x="6173152"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69" name="Google Shape;11269;p374"/>
                <p:cNvSpPr/>
                <p:nvPr/>
              </p:nvSpPr>
              <p:spPr>
                <a:xfrm>
                  <a:off x="6277451"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70" name="Google Shape;11270;p374"/>
                <p:cNvSpPr/>
                <p:nvPr/>
              </p:nvSpPr>
              <p:spPr>
                <a:xfrm>
                  <a:off x="6381845"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71" name="Google Shape;11271;p374"/>
                <p:cNvSpPr/>
                <p:nvPr/>
              </p:nvSpPr>
              <p:spPr>
                <a:xfrm>
                  <a:off x="6486144"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72" name="Google Shape;11272;p374"/>
                <p:cNvSpPr/>
                <p:nvPr/>
              </p:nvSpPr>
              <p:spPr>
                <a:xfrm>
                  <a:off x="6590442"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73" name="Google Shape;11273;p374"/>
                <p:cNvSpPr/>
                <p:nvPr/>
              </p:nvSpPr>
              <p:spPr>
                <a:xfrm>
                  <a:off x="6694836"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74" name="Google Shape;11274;p374"/>
                <p:cNvSpPr/>
                <p:nvPr/>
              </p:nvSpPr>
              <p:spPr>
                <a:xfrm>
                  <a:off x="6799135"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75" name="Google Shape;11275;p374"/>
                <p:cNvSpPr/>
                <p:nvPr/>
              </p:nvSpPr>
              <p:spPr>
                <a:xfrm>
                  <a:off x="6903434"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76" name="Google Shape;11276;p374"/>
                <p:cNvSpPr/>
                <p:nvPr/>
              </p:nvSpPr>
              <p:spPr>
                <a:xfrm>
                  <a:off x="7007828"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77" name="Google Shape;11277;p374"/>
                <p:cNvSpPr/>
                <p:nvPr/>
              </p:nvSpPr>
              <p:spPr>
                <a:xfrm>
                  <a:off x="7112126"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78" name="Google Shape;11278;p374"/>
                <p:cNvSpPr/>
                <p:nvPr/>
              </p:nvSpPr>
              <p:spPr>
                <a:xfrm>
                  <a:off x="7216425"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79" name="Google Shape;11279;p374"/>
                <p:cNvSpPr/>
                <p:nvPr/>
              </p:nvSpPr>
              <p:spPr>
                <a:xfrm>
                  <a:off x="7320819" y="5994463"/>
                  <a:ext cx="78581" cy="78581"/>
                </a:xfrm>
                <a:custGeom>
                  <a:rect b="b" l="l" r="r" t="t"/>
                  <a:pathLst>
                    <a:path extrusionOk="0" h="78581" w="78581">
                      <a:moveTo>
                        <a:pt x="0" y="0"/>
                      </a:moveTo>
                      <a:lnTo>
                        <a:pt x="78582" y="0"/>
                      </a:lnTo>
                      <a:lnTo>
                        <a:pt x="78582"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80" name="Google Shape;11280;p374"/>
              <p:cNvGrpSpPr/>
              <p:nvPr/>
            </p:nvGrpSpPr>
            <p:grpSpPr>
              <a:xfrm>
                <a:off x="6577103" y="3995572"/>
                <a:ext cx="1198690" cy="70794"/>
                <a:chOff x="6068853" y="6189630"/>
                <a:chExt cx="1330547" cy="78581"/>
              </a:xfrm>
            </p:grpSpPr>
            <p:sp>
              <p:nvSpPr>
                <p:cNvPr id="11281" name="Google Shape;11281;p374"/>
                <p:cNvSpPr/>
                <p:nvPr/>
              </p:nvSpPr>
              <p:spPr>
                <a:xfrm>
                  <a:off x="6068853" y="6189630"/>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82" name="Google Shape;11282;p374"/>
                <p:cNvSpPr/>
                <p:nvPr/>
              </p:nvSpPr>
              <p:spPr>
                <a:xfrm>
                  <a:off x="6173152" y="6189630"/>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83" name="Google Shape;11283;p374"/>
                <p:cNvSpPr/>
                <p:nvPr/>
              </p:nvSpPr>
              <p:spPr>
                <a:xfrm>
                  <a:off x="6277451" y="6189630"/>
                  <a:ext cx="497300" cy="78581"/>
                </a:xfrm>
                <a:custGeom>
                  <a:rect b="b" l="l" r="r" t="t"/>
                  <a:pathLst>
                    <a:path extrusionOk="0" h="78581" w="497300">
                      <a:moveTo>
                        <a:pt x="0" y="0"/>
                      </a:moveTo>
                      <a:lnTo>
                        <a:pt x="497300" y="0"/>
                      </a:lnTo>
                      <a:lnTo>
                        <a:pt x="497300"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84" name="Google Shape;11284;p374"/>
                <p:cNvSpPr/>
                <p:nvPr/>
              </p:nvSpPr>
              <p:spPr>
                <a:xfrm>
                  <a:off x="6799135" y="6189630"/>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85" name="Google Shape;11285;p374"/>
                <p:cNvSpPr/>
                <p:nvPr/>
              </p:nvSpPr>
              <p:spPr>
                <a:xfrm>
                  <a:off x="6903434" y="6189630"/>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86" name="Google Shape;11286;p374"/>
                <p:cNvSpPr/>
                <p:nvPr/>
              </p:nvSpPr>
              <p:spPr>
                <a:xfrm>
                  <a:off x="7007828" y="6189630"/>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87" name="Google Shape;11287;p374"/>
                <p:cNvSpPr/>
                <p:nvPr/>
              </p:nvSpPr>
              <p:spPr>
                <a:xfrm>
                  <a:off x="7112126" y="6189630"/>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88" name="Google Shape;11288;p374"/>
                <p:cNvSpPr/>
                <p:nvPr/>
              </p:nvSpPr>
              <p:spPr>
                <a:xfrm>
                  <a:off x="7216425" y="6189630"/>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89" name="Google Shape;11289;p374"/>
                <p:cNvSpPr/>
                <p:nvPr/>
              </p:nvSpPr>
              <p:spPr>
                <a:xfrm>
                  <a:off x="7320819" y="6189630"/>
                  <a:ext cx="78581" cy="78581"/>
                </a:xfrm>
                <a:custGeom>
                  <a:rect b="b" l="l" r="r" t="t"/>
                  <a:pathLst>
                    <a:path extrusionOk="0" h="78581" w="78581">
                      <a:moveTo>
                        <a:pt x="0" y="0"/>
                      </a:moveTo>
                      <a:lnTo>
                        <a:pt x="78582" y="0"/>
                      </a:lnTo>
                      <a:lnTo>
                        <a:pt x="78582"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90" name="Google Shape;11290;p374"/>
              <p:cNvGrpSpPr/>
              <p:nvPr/>
            </p:nvGrpSpPr>
            <p:grpSpPr>
              <a:xfrm>
                <a:off x="6622239" y="3908904"/>
                <a:ext cx="1104727" cy="70794"/>
                <a:chOff x="6118955" y="6093428"/>
                <a:chExt cx="1226248" cy="78581"/>
              </a:xfrm>
            </p:grpSpPr>
            <p:sp>
              <p:nvSpPr>
                <p:cNvPr id="11291" name="Google Shape;11291;p374"/>
                <p:cNvSpPr/>
                <p:nvPr/>
              </p:nvSpPr>
              <p:spPr>
                <a:xfrm>
                  <a:off x="6118955"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92" name="Google Shape;11292;p374"/>
                <p:cNvSpPr/>
                <p:nvPr/>
              </p:nvSpPr>
              <p:spPr>
                <a:xfrm>
                  <a:off x="6223254"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93" name="Google Shape;11293;p374"/>
                <p:cNvSpPr/>
                <p:nvPr/>
              </p:nvSpPr>
              <p:spPr>
                <a:xfrm>
                  <a:off x="6327648"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94" name="Google Shape;11294;p374"/>
                <p:cNvSpPr/>
                <p:nvPr/>
              </p:nvSpPr>
              <p:spPr>
                <a:xfrm>
                  <a:off x="6431946"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95" name="Google Shape;11295;p374"/>
                <p:cNvSpPr/>
                <p:nvPr/>
              </p:nvSpPr>
              <p:spPr>
                <a:xfrm>
                  <a:off x="6536245"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96" name="Google Shape;11296;p374"/>
                <p:cNvSpPr/>
                <p:nvPr/>
              </p:nvSpPr>
              <p:spPr>
                <a:xfrm>
                  <a:off x="6640639"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97" name="Google Shape;11297;p374"/>
                <p:cNvSpPr/>
                <p:nvPr/>
              </p:nvSpPr>
              <p:spPr>
                <a:xfrm>
                  <a:off x="6744938"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98" name="Google Shape;11298;p374"/>
                <p:cNvSpPr/>
                <p:nvPr/>
              </p:nvSpPr>
              <p:spPr>
                <a:xfrm>
                  <a:off x="6849237"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99" name="Google Shape;11299;p374"/>
                <p:cNvSpPr/>
                <p:nvPr/>
              </p:nvSpPr>
              <p:spPr>
                <a:xfrm>
                  <a:off x="6953631"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00" name="Google Shape;11300;p374"/>
                <p:cNvSpPr/>
                <p:nvPr/>
              </p:nvSpPr>
              <p:spPr>
                <a:xfrm>
                  <a:off x="7057929"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01" name="Google Shape;11301;p374"/>
                <p:cNvSpPr/>
                <p:nvPr/>
              </p:nvSpPr>
              <p:spPr>
                <a:xfrm>
                  <a:off x="7162228"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02" name="Google Shape;11302;p374"/>
                <p:cNvSpPr/>
                <p:nvPr/>
              </p:nvSpPr>
              <p:spPr>
                <a:xfrm>
                  <a:off x="7266622"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303" name="Google Shape;11303;p374"/>
              <p:cNvSpPr/>
              <p:nvPr/>
            </p:nvSpPr>
            <p:spPr>
              <a:xfrm>
                <a:off x="7740658" y="3711543"/>
                <a:ext cx="33604" cy="33604"/>
              </a:xfrm>
              <a:custGeom>
                <a:rect b="b" l="l" r="r" t="t"/>
                <a:pathLst>
                  <a:path extrusionOk="0" h="37338" w="37338">
                    <a:moveTo>
                      <a:pt x="37338" y="18669"/>
                    </a:moveTo>
                    <a:cubicBezTo>
                      <a:pt x="37338" y="28980"/>
                      <a:pt x="28980" y="37338"/>
                      <a:pt x="18669" y="37338"/>
                    </a:cubicBezTo>
                    <a:cubicBezTo>
                      <a:pt x="8358" y="37338"/>
                      <a:pt x="0" y="28980"/>
                      <a:pt x="0" y="18669"/>
                    </a:cubicBezTo>
                    <a:cubicBezTo>
                      <a:pt x="0" y="8359"/>
                      <a:pt x="8358" y="0"/>
                      <a:pt x="18669" y="0"/>
                    </a:cubicBezTo>
                    <a:cubicBezTo>
                      <a:pt x="28979" y="0"/>
                      <a:pt x="37338" y="8358"/>
                      <a:pt x="37338" y="1866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304" name="Google Shape;11304;p374"/>
            <p:cNvGrpSpPr/>
            <p:nvPr/>
          </p:nvGrpSpPr>
          <p:grpSpPr>
            <a:xfrm>
              <a:off x="6367914" y="2012818"/>
              <a:ext cx="1448168" cy="1250722"/>
              <a:chOff x="6497466" y="2113795"/>
              <a:chExt cx="1186439" cy="1024678"/>
            </a:xfrm>
          </p:grpSpPr>
          <p:sp>
            <p:nvSpPr>
              <p:cNvPr id="11305" name="Google Shape;11305;p374"/>
              <p:cNvSpPr/>
              <p:nvPr/>
            </p:nvSpPr>
            <p:spPr>
              <a:xfrm>
                <a:off x="6497466" y="2113795"/>
                <a:ext cx="1186433" cy="1024678"/>
              </a:xfrm>
              <a:custGeom>
                <a:rect b="b" l="l" r="r" t="t"/>
                <a:pathLst>
                  <a:path extrusionOk="0" h="1915286" w="1318259">
                    <a:moveTo>
                      <a:pt x="1266444" y="0"/>
                    </a:moveTo>
                    <a:cubicBezTo>
                      <a:pt x="1295061" y="0"/>
                      <a:pt x="1318260" y="23199"/>
                      <a:pt x="1318260" y="51816"/>
                    </a:cubicBezTo>
                    <a:lnTo>
                      <a:pt x="1318260" y="1863471"/>
                    </a:lnTo>
                    <a:cubicBezTo>
                      <a:pt x="1318260" y="1892089"/>
                      <a:pt x="1295061" y="1915287"/>
                      <a:pt x="1266444" y="1915287"/>
                    </a:cubicBezTo>
                    <a:lnTo>
                      <a:pt x="51816" y="1915287"/>
                    </a:lnTo>
                    <a:cubicBezTo>
                      <a:pt x="23198" y="1915287"/>
                      <a:pt x="0" y="1892089"/>
                      <a:pt x="0" y="1863471"/>
                    </a:cubicBezTo>
                    <a:lnTo>
                      <a:pt x="0" y="51816"/>
                    </a:lnTo>
                    <a:cubicBezTo>
                      <a:pt x="0" y="23199"/>
                      <a:pt x="23198" y="0"/>
                      <a:pt x="5181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06" name="Google Shape;11306;p374"/>
              <p:cNvSpPr/>
              <p:nvPr/>
            </p:nvSpPr>
            <p:spPr>
              <a:xfrm>
                <a:off x="6497472" y="2113798"/>
                <a:ext cx="1186433" cy="84696"/>
              </a:xfrm>
              <a:custGeom>
                <a:rect b="b" l="l" r="r" t="t"/>
                <a:pathLst>
                  <a:path extrusionOk="0" h="94107" w="1318259">
                    <a:moveTo>
                      <a:pt x="1318260" y="51816"/>
                    </a:moveTo>
                    <a:lnTo>
                      <a:pt x="1318260" y="94107"/>
                    </a:lnTo>
                    <a:lnTo>
                      <a:pt x="0" y="94107"/>
                    </a:lnTo>
                    <a:lnTo>
                      <a:pt x="0" y="51816"/>
                    </a:lnTo>
                    <a:cubicBezTo>
                      <a:pt x="0" y="23241"/>
                      <a:pt x="23241" y="0"/>
                      <a:pt x="51816" y="0"/>
                    </a:cubicBezTo>
                    <a:lnTo>
                      <a:pt x="1266444" y="0"/>
                    </a:lnTo>
                    <a:cubicBezTo>
                      <a:pt x="1295019" y="0"/>
                      <a:pt x="1318260" y="23241"/>
                      <a:pt x="1318260" y="5181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307" name="Google Shape;11307;p374"/>
              <p:cNvGrpSpPr/>
              <p:nvPr/>
            </p:nvGrpSpPr>
            <p:grpSpPr>
              <a:xfrm>
                <a:off x="7512268" y="2145579"/>
                <a:ext cx="126741" cy="28145"/>
                <a:chOff x="7106888" y="4136136"/>
                <a:chExt cx="140683" cy="31241"/>
              </a:xfrm>
            </p:grpSpPr>
            <p:sp>
              <p:nvSpPr>
                <p:cNvPr id="11308" name="Google Shape;11308;p374"/>
                <p:cNvSpPr/>
                <p:nvPr/>
              </p:nvSpPr>
              <p:spPr>
                <a:xfrm>
                  <a:off x="7216330" y="4136136"/>
                  <a:ext cx="31241" cy="31241"/>
                </a:xfrm>
                <a:custGeom>
                  <a:rect b="b" l="l" r="r" t="t"/>
                  <a:pathLst>
                    <a:path extrusionOk="0" h="31241" w="31241">
                      <a:moveTo>
                        <a:pt x="31242" y="15621"/>
                      </a:moveTo>
                      <a:cubicBezTo>
                        <a:pt x="31242" y="24248"/>
                        <a:pt x="24248" y="31242"/>
                        <a:pt x="15621" y="31242"/>
                      </a:cubicBezTo>
                      <a:cubicBezTo>
                        <a:pt x="6994" y="31242"/>
                        <a:pt x="0" y="24248"/>
                        <a:pt x="0" y="15621"/>
                      </a:cubicBezTo>
                      <a:cubicBezTo>
                        <a:pt x="0" y="6994"/>
                        <a:pt x="6994" y="0"/>
                        <a:pt x="15621" y="0"/>
                      </a:cubicBezTo>
                      <a:cubicBezTo>
                        <a:pt x="24248" y="0"/>
                        <a:pt x="31242" y="6994"/>
                        <a:pt x="31242" y="1562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09" name="Google Shape;11309;p374"/>
                <p:cNvSpPr/>
                <p:nvPr/>
              </p:nvSpPr>
              <p:spPr>
                <a:xfrm>
                  <a:off x="7161561" y="4136136"/>
                  <a:ext cx="31241" cy="31241"/>
                </a:xfrm>
                <a:custGeom>
                  <a:rect b="b" l="l" r="r" t="t"/>
                  <a:pathLst>
                    <a:path extrusionOk="0" h="31241" w="31241">
                      <a:moveTo>
                        <a:pt x="31242" y="15621"/>
                      </a:moveTo>
                      <a:cubicBezTo>
                        <a:pt x="31242" y="24248"/>
                        <a:pt x="24248" y="31242"/>
                        <a:pt x="15621" y="31242"/>
                      </a:cubicBezTo>
                      <a:cubicBezTo>
                        <a:pt x="6994" y="31242"/>
                        <a:pt x="0" y="24248"/>
                        <a:pt x="0" y="15621"/>
                      </a:cubicBezTo>
                      <a:cubicBezTo>
                        <a:pt x="0" y="6994"/>
                        <a:pt x="6994" y="0"/>
                        <a:pt x="15621" y="0"/>
                      </a:cubicBezTo>
                      <a:cubicBezTo>
                        <a:pt x="24248" y="0"/>
                        <a:pt x="31242" y="6994"/>
                        <a:pt x="31242" y="156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10" name="Google Shape;11310;p374"/>
                <p:cNvSpPr/>
                <p:nvPr/>
              </p:nvSpPr>
              <p:spPr>
                <a:xfrm>
                  <a:off x="7106888" y="4136136"/>
                  <a:ext cx="31241" cy="31241"/>
                </a:xfrm>
                <a:custGeom>
                  <a:rect b="b" l="l" r="r" t="t"/>
                  <a:pathLst>
                    <a:path extrusionOk="0" h="31241" w="31241">
                      <a:moveTo>
                        <a:pt x="31242" y="15621"/>
                      </a:moveTo>
                      <a:cubicBezTo>
                        <a:pt x="31242" y="24248"/>
                        <a:pt x="24248" y="31242"/>
                        <a:pt x="15621" y="31242"/>
                      </a:cubicBezTo>
                      <a:cubicBezTo>
                        <a:pt x="6993" y="31242"/>
                        <a:pt x="-1" y="24248"/>
                        <a:pt x="-1" y="15621"/>
                      </a:cubicBezTo>
                      <a:cubicBezTo>
                        <a:pt x="-1" y="6994"/>
                        <a:pt x="6993" y="0"/>
                        <a:pt x="15621" y="0"/>
                      </a:cubicBezTo>
                      <a:cubicBezTo>
                        <a:pt x="24248" y="0"/>
                        <a:pt x="31242" y="6994"/>
                        <a:pt x="31242" y="156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311" name="Google Shape;11311;p374"/>
              <p:cNvSpPr/>
              <p:nvPr/>
            </p:nvSpPr>
            <p:spPr>
              <a:xfrm>
                <a:off x="6515578" y="2215995"/>
                <a:ext cx="1150258" cy="460514"/>
              </a:xfrm>
              <a:custGeom>
                <a:rect b="b" l="l" r="r" t="t"/>
                <a:pathLst>
                  <a:path extrusionOk="0" h="511682" w="1278064">
                    <a:moveTo>
                      <a:pt x="0" y="0"/>
                    </a:moveTo>
                    <a:lnTo>
                      <a:pt x="1278064" y="0"/>
                    </a:lnTo>
                    <a:lnTo>
                      <a:pt x="1278064" y="511683"/>
                    </a:lnTo>
                    <a:lnTo>
                      <a:pt x="0" y="51168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12" name="Google Shape;11312;p374"/>
              <p:cNvSpPr/>
              <p:nvPr/>
            </p:nvSpPr>
            <p:spPr>
              <a:xfrm>
                <a:off x="6548699" y="2724580"/>
                <a:ext cx="316840" cy="275091"/>
              </a:xfrm>
              <a:custGeom>
                <a:rect b="b" l="l" r="r" t="t"/>
                <a:pathLst>
                  <a:path extrusionOk="0" h="305657" w="352044">
                    <a:moveTo>
                      <a:pt x="0" y="0"/>
                    </a:moveTo>
                    <a:lnTo>
                      <a:pt x="352044" y="0"/>
                    </a:lnTo>
                    <a:lnTo>
                      <a:pt x="352044" y="305657"/>
                    </a:lnTo>
                    <a:lnTo>
                      <a:pt x="0" y="305657"/>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13" name="Google Shape;11313;p374"/>
              <p:cNvSpPr/>
              <p:nvPr/>
            </p:nvSpPr>
            <p:spPr>
              <a:xfrm>
                <a:off x="6896308" y="2724580"/>
                <a:ext cx="741778" cy="20916"/>
              </a:xfrm>
              <a:custGeom>
                <a:rect b="b" l="l" r="r" t="t"/>
                <a:pathLst>
                  <a:path extrusionOk="0" h="23240" w="824198">
                    <a:moveTo>
                      <a:pt x="0" y="0"/>
                    </a:moveTo>
                    <a:lnTo>
                      <a:pt x="824199" y="0"/>
                    </a:lnTo>
                    <a:lnTo>
                      <a:pt x="824199" y="23241"/>
                    </a:lnTo>
                    <a:lnTo>
                      <a:pt x="0" y="23241"/>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14" name="Google Shape;11314;p374"/>
              <p:cNvSpPr/>
              <p:nvPr/>
            </p:nvSpPr>
            <p:spPr>
              <a:xfrm>
                <a:off x="6896308" y="2775721"/>
                <a:ext cx="741778" cy="20916"/>
              </a:xfrm>
              <a:custGeom>
                <a:rect b="b" l="l" r="r" t="t"/>
                <a:pathLst>
                  <a:path extrusionOk="0" h="23240" w="824198">
                    <a:moveTo>
                      <a:pt x="0" y="0"/>
                    </a:moveTo>
                    <a:lnTo>
                      <a:pt x="824199" y="0"/>
                    </a:lnTo>
                    <a:lnTo>
                      <a:pt x="824199" y="23241"/>
                    </a:lnTo>
                    <a:lnTo>
                      <a:pt x="0" y="23241"/>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15" name="Google Shape;11315;p374"/>
              <p:cNvSpPr/>
              <p:nvPr/>
            </p:nvSpPr>
            <p:spPr>
              <a:xfrm>
                <a:off x="6896308" y="2826777"/>
                <a:ext cx="741778" cy="20916"/>
              </a:xfrm>
              <a:custGeom>
                <a:rect b="b" l="l" r="r" t="t"/>
                <a:pathLst>
                  <a:path extrusionOk="0" h="23240" w="824198">
                    <a:moveTo>
                      <a:pt x="0" y="0"/>
                    </a:moveTo>
                    <a:lnTo>
                      <a:pt x="824199" y="0"/>
                    </a:lnTo>
                    <a:lnTo>
                      <a:pt x="824199" y="23241"/>
                    </a:lnTo>
                    <a:lnTo>
                      <a:pt x="0" y="23241"/>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16" name="Google Shape;11316;p374"/>
              <p:cNvSpPr/>
              <p:nvPr/>
            </p:nvSpPr>
            <p:spPr>
              <a:xfrm>
                <a:off x="6896308" y="2877919"/>
                <a:ext cx="741778" cy="20916"/>
              </a:xfrm>
              <a:custGeom>
                <a:rect b="b" l="l" r="r" t="t"/>
                <a:pathLst>
                  <a:path extrusionOk="0" h="23240" w="824198">
                    <a:moveTo>
                      <a:pt x="0" y="0"/>
                    </a:moveTo>
                    <a:lnTo>
                      <a:pt x="824199" y="0"/>
                    </a:lnTo>
                    <a:lnTo>
                      <a:pt x="824199" y="23241"/>
                    </a:lnTo>
                    <a:lnTo>
                      <a:pt x="0" y="23241"/>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317" name="Google Shape;11317;p374"/>
              <p:cNvGrpSpPr/>
              <p:nvPr/>
            </p:nvGrpSpPr>
            <p:grpSpPr>
              <a:xfrm>
                <a:off x="7422424" y="2953744"/>
                <a:ext cx="216586" cy="46337"/>
                <a:chOff x="7007161" y="5033200"/>
                <a:chExt cx="240411" cy="51434"/>
              </a:xfrm>
            </p:grpSpPr>
            <p:sp>
              <p:nvSpPr>
                <p:cNvPr id="11318" name="Google Shape;11318;p374"/>
                <p:cNvSpPr/>
                <p:nvPr/>
              </p:nvSpPr>
              <p:spPr>
                <a:xfrm>
                  <a:off x="7007161" y="5033200"/>
                  <a:ext cx="240411" cy="51434"/>
                </a:xfrm>
                <a:custGeom>
                  <a:rect b="b" l="l" r="r" t="t"/>
                  <a:pathLst>
                    <a:path extrusionOk="0" h="51434" w="240411">
                      <a:moveTo>
                        <a:pt x="214694" y="51435"/>
                      </a:moveTo>
                      <a:lnTo>
                        <a:pt x="25718" y="51435"/>
                      </a:lnTo>
                      <a:cubicBezTo>
                        <a:pt x="11525" y="51435"/>
                        <a:pt x="0" y="39814"/>
                        <a:pt x="0" y="25717"/>
                      </a:cubicBezTo>
                      <a:lnTo>
                        <a:pt x="0" y="25717"/>
                      </a:lnTo>
                      <a:cubicBezTo>
                        <a:pt x="0" y="11525"/>
                        <a:pt x="11621" y="0"/>
                        <a:pt x="25718" y="0"/>
                      </a:cubicBezTo>
                      <a:lnTo>
                        <a:pt x="214694" y="0"/>
                      </a:lnTo>
                      <a:cubicBezTo>
                        <a:pt x="228886" y="0"/>
                        <a:pt x="240411" y="11621"/>
                        <a:pt x="240411" y="25717"/>
                      </a:cubicBezTo>
                      <a:lnTo>
                        <a:pt x="240411" y="25717"/>
                      </a:lnTo>
                      <a:cubicBezTo>
                        <a:pt x="240411" y="39909"/>
                        <a:pt x="228791" y="51435"/>
                        <a:pt x="214694" y="5143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19" name="Google Shape;11319;p374"/>
                <p:cNvSpPr/>
                <p:nvPr/>
              </p:nvSpPr>
              <p:spPr>
                <a:xfrm>
                  <a:off x="7073264" y="5047202"/>
                  <a:ext cx="108204" cy="23240"/>
                </a:xfrm>
                <a:custGeom>
                  <a:rect b="b" l="l" r="r" t="t"/>
                  <a:pathLst>
                    <a:path extrusionOk="0" h="23240" w="108204">
                      <a:moveTo>
                        <a:pt x="96584" y="23241"/>
                      </a:moveTo>
                      <a:lnTo>
                        <a:pt x="11621" y="23241"/>
                      </a:lnTo>
                      <a:cubicBezTo>
                        <a:pt x="5239" y="23241"/>
                        <a:pt x="0" y="18002"/>
                        <a:pt x="0" y="11620"/>
                      </a:cubicBezTo>
                      <a:lnTo>
                        <a:pt x="0" y="11620"/>
                      </a:lnTo>
                      <a:cubicBezTo>
                        <a:pt x="0" y="5239"/>
                        <a:pt x="5239" y="0"/>
                        <a:pt x="11621" y="0"/>
                      </a:cubicBezTo>
                      <a:lnTo>
                        <a:pt x="96584" y="0"/>
                      </a:lnTo>
                      <a:cubicBezTo>
                        <a:pt x="102965" y="0"/>
                        <a:pt x="108204" y="5239"/>
                        <a:pt x="108204" y="11620"/>
                      </a:cubicBezTo>
                      <a:lnTo>
                        <a:pt x="108204" y="11620"/>
                      </a:lnTo>
                      <a:cubicBezTo>
                        <a:pt x="108204" y="18002"/>
                        <a:pt x="102965" y="23241"/>
                        <a:pt x="96584" y="2324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320" name="Google Shape;11320;p374"/>
              <p:cNvGrpSpPr/>
              <p:nvPr/>
            </p:nvGrpSpPr>
            <p:grpSpPr>
              <a:xfrm>
                <a:off x="6548871" y="2408331"/>
                <a:ext cx="1090139" cy="89414"/>
                <a:chOff x="6037516" y="4427791"/>
                <a:chExt cx="1210056" cy="99250"/>
              </a:xfrm>
            </p:grpSpPr>
            <p:sp>
              <p:nvSpPr>
                <p:cNvPr id="11321" name="Google Shape;11321;p374"/>
                <p:cNvSpPr/>
                <p:nvPr/>
              </p:nvSpPr>
              <p:spPr>
                <a:xfrm>
                  <a:off x="6037516" y="4427791"/>
                  <a:ext cx="49625" cy="99250"/>
                </a:xfrm>
                <a:custGeom>
                  <a:rect b="b" l="l" r="r" t="t"/>
                  <a:pathLst>
                    <a:path extrusionOk="0" h="99250" w="49625">
                      <a:moveTo>
                        <a:pt x="0" y="49625"/>
                      </a:moveTo>
                      <a:lnTo>
                        <a:pt x="49625" y="99251"/>
                      </a:lnTo>
                      <a:lnTo>
                        <a:pt x="49625" y="0"/>
                      </a:lnTo>
                      <a:lnTo>
                        <a:pt x="0" y="4962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22" name="Google Shape;11322;p374"/>
                <p:cNvSpPr/>
                <p:nvPr/>
              </p:nvSpPr>
              <p:spPr>
                <a:xfrm>
                  <a:off x="7197947" y="4427791"/>
                  <a:ext cx="49625" cy="99250"/>
                </a:xfrm>
                <a:custGeom>
                  <a:rect b="b" l="l" r="r" t="t"/>
                  <a:pathLst>
                    <a:path extrusionOk="0" h="99250" w="49625">
                      <a:moveTo>
                        <a:pt x="0" y="0"/>
                      </a:moveTo>
                      <a:lnTo>
                        <a:pt x="0" y="99251"/>
                      </a:lnTo>
                      <a:lnTo>
                        <a:pt x="49625" y="49625"/>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323" name="Google Shape;11323;p374"/>
              <p:cNvGrpSpPr/>
              <p:nvPr/>
            </p:nvGrpSpPr>
            <p:grpSpPr>
              <a:xfrm>
                <a:off x="7012935" y="2651519"/>
                <a:ext cx="157033" cy="16304"/>
                <a:chOff x="6552628" y="4697730"/>
                <a:chExt cx="174307" cy="18097"/>
              </a:xfrm>
            </p:grpSpPr>
            <p:sp>
              <p:nvSpPr>
                <p:cNvPr id="11324" name="Google Shape;11324;p374"/>
                <p:cNvSpPr/>
                <p:nvPr/>
              </p:nvSpPr>
              <p:spPr>
                <a:xfrm>
                  <a:off x="6552628" y="4697730"/>
                  <a:ext cx="18097" cy="18097"/>
                </a:xfrm>
                <a:custGeom>
                  <a:rect b="b" l="l" r="r" t="t"/>
                  <a:pathLst>
                    <a:path extrusionOk="0" h="18097" w="18097">
                      <a:moveTo>
                        <a:pt x="18098" y="9049"/>
                      </a:moveTo>
                      <a:cubicBezTo>
                        <a:pt x="18098" y="14002"/>
                        <a:pt x="14097" y="18097"/>
                        <a:pt x="9049" y="18097"/>
                      </a:cubicBezTo>
                      <a:cubicBezTo>
                        <a:pt x="4000" y="18097"/>
                        <a:pt x="0" y="14097"/>
                        <a:pt x="0" y="9049"/>
                      </a:cubicBezTo>
                      <a:cubicBezTo>
                        <a:pt x="0" y="4000"/>
                        <a:pt x="4000" y="0"/>
                        <a:pt x="9049" y="0"/>
                      </a:cubicBezTo>
                      <a:cubicBezTo>
                        <a:pt x="14097" y="0"/>
                        <a:pt x="18098" y="4000"/>
                        <a:pt x="18098" y="904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25" name="Google Shape;11325;p374"/>
                <p:cNvSpPr/>
                <p:nvPr/>
              </p:nvSpPr>
              <p:spPr>
                <a:xfrm>
                  <a:off x="6591681" y="4697730"/>
                  <a:ext cx="18097" cy="18097"/>
                </a:xfrm>
                <a:custGeom>
                  <a:rect b="b" l="l" r="r" t="t"/>
                  <a:pathLst>
                    <a:path extrusionOk="0" h="18097" w="18097">
                      <a:moveTo>
                        <a:pt x="18098" y="9049"/>
                      </a:moveTo>
                      <a:cubicBezTo>
                        <a:pt x="18098" y="14046"/>
                        <a:pt x="14046" y="18098"/>
                        <a:pt x="9049" y="18098"/>
                      </a:cubicBezTo>
                      <a:cubicBezTo>
                        <a:pt x="4051" y="18098"/>
                        <a:pt x="0" y="14046"/>
                        <a:pt x="0" y="9049"/>
                      </a:cubicBezTo>
                      <a:cubicBezTo>
                        <a:pt x="0" y="4051"/>
                        <a:pt x="4051" y="0"/>
                        <a:pt x="9049" y="0"/>
                      </a:cubicBezTo>
                      <a:cubicBezTo>
                        <a:pt x="14046" y="0"/>
                        <a:pt x="18098" y="4051"/>
                        <a:pt x="18098" y="904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26" name="Google Shape;11326;p374"/>
                <p:cNvSpPr/>
                <p:nvPr/>
              </p:nvSpPr>
              <p:spPr>
                <a:xfrm>
                  <a:off x="6630733" y="4697730"/>
                  <a:ext cx="18097" cy="18097"/>
                </a:xfrm>
                <a:custGeom>
                  <a:rect b="b" l="l" r="r" t="t"/>
                  <a:pathLst>
                    <a:path extrusionOk="0" h="18097" w="18097">
                      <a:moveTo>
                        <a:pt x="18097" y="9049"/>
                      </a:moveTo>
                      <a:cubicBezTo>
                        <a:pt x="18097" y="14002"/>
                        <a:pt x="14097" y="18097"/>
                        <a:pt x="9049" y="18097"/>
                      </a:cubicBezTo>
                      <a:cubicBezTo>
                        <a:pt x="4000" y="18097"/>
                        <a:pt x="0" y="14097"/>
                        <a:pt x="0" y="9049"/>
                      </a:cubicBezTo>
                      <a:cubicBezTo>
                        <a:pt x="0" y="4000"/>
                        <a:pt x="4000" y="0"/>
                        <a:pt x="9049" y="0"/>
                      </a:cubicBezTo>
                      <a:cubicBezTo>
                        <a:pt x="14097" y="0"/>
                        <a:pt x="18097" y="4000"/>
                        <a:pt x="18097" y="904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27" name="Google Shape;11327;p374"/>
                <p:cNvSpPr/>
                <p:nvPr/>
              </p:nvSpPr>
              <p:spPr>
                <a:xfrm>
                  <a:off x="6669881" y="4697730"/>
                  <a:ext cx="18097" cy="18097"/>
                </a:xfrm>
                <a:custGeom>
                  <a:rect b="b" l="l" r="r" t="t"/>
                  <a:pathLst>
                    <a:path extrusionOk="0" h="18097" w="18097">
                      <a:moveTo>
                        <a:pt x="18098" y="9049"/>
                      </a:moveTo>
                      <a:cubicBezTo>
                        <a:pt x="18098" y="14046"/>
                        <a:pt x="14046" y="18098"/>
                        <a:pt x="9049" y="18098"/>
                      </a:cubicBezTo>
                      <a:cubicBezTo>
                        <a:pt x="4051" y="18098"/>
                        <a:pt x="0" y="14046"/>
                        <a:pt x="0" y="9049"/>
                      </a:cubicBezTo>
                      <a:cubicBezTo>
                        <a:pt x="0" y="4051"/>
                        <a:pt x="4051" y="0"/>
                        <a:pt x="9049" y="0"/>
                      </a:cubicBezTo>
                      <a:cubicBezTo>
                        <a:pt x="14046" y="0"/>
                        <a:pt x="18098" y="4051"/>
                        <a:pt x="18098" y="904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28" name="Google Shape;11328;p374"/>
                <p:cNvSpPr/>
                <p:nvPr/>
              </p:nvSpPr>
              <p:spPr>
                <a:xfrm>
                  <a:off x="6708838" y="4697730"/>
                  <a:ext cx="18097" cy="18097"/>
                </a:xfrm>
                <a:custGeom>
                  <a:rect b="b" l="l" r="r" t="t"/>
                  <a:pathLst>
                    <a:path extrusionOk="0" h="18097" w="18097">
                      <a:moveTo>
                        <a:pt x="18097" y="9049"/>
                      </a:moveTo>
                      <a:cubicBezTo>
                        <a:pt x="18097" y="14002"/>
                        <a:pt x="14097" y="18097"/>
                        <a:pt x="9048" y="18097"/>
                      </a:cubicBezTo>
                      <a:cubicBezTo>
                        <a:pt x="4000" y="18097"/>
                        <a:pt x="0" y="14097"/>
                        <a:pt x="0" y="9049"/>
                      </a:cubicBezTo>
                      <a:cubicBezTo>
                        <a:pt x="0" y="4000"/>
                        <a:pt x="4000" y="0"/>
                        <a:pt x="9048" y="0"/>
                      </a:cubicBezTo>
                      <a:cubicBezTo>
                        <a:pt x="14097" y="0"/>
                        <a:pt x="18097" y="4000"/>
                        <a:pt x="18097" y="904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329" name="Google Shape;11329;p374"/>
              <p:cNvSpPr/>
              <p:nvPr/>
            </p:nvSpPr>
            <p:spPr>
              <a:xfrm>
                <a:off x="6548699" y="3046960"/>
                <a:ext cx="1089050" cy="8572"/>
              </a:xfrm>
              <a:custGeom>
                <a:rect b="b" l="l" r="r" t="t"/>
                <a:pathLst>
                  <a:path extrusionOk="0" h="9525" w="1210055">
                    <a:moveTo>
                      <a:pt x="0" y="0"/>
                    </a:moveTo>
                    <a:lnTo>
                      <a:pt x="1210056" y="0"/>
                    </a:lnTo>
                  </a:path>
                </a:pathLst>
              </a:custGeom>
              <a:noFill/>
              <a:ln cap="flat" cmpd="sng" w="17525">
                <a:solidFill>
                  <a:srgbClr val="FFFFFF"/>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330" name="Google Shape;11330;p374"/>
              <p:cNvGrpSpPr/>
              <p:nvPr/>
            </p:nvGrpSpPr>
            <p:grpSpPr>
              <a:xfrm>
                <a:off x="6505708" y="2659414"/>
                <a:ext cx="413779" cy="413778"/>
                <a:chOff x="5989605" y="4706493"/>
                <a:chExt cx="459295" cy="459294"/>
              </a:xfrm>
            </p:grpSpPr>
            <p:grpSp>
              <p:nvGrpSpPr>
                <p:cNvPr id="11331" name="Google Shape;11331;p374"/>
                <p:cNvGrpSpPr/>
                <p:nvPr/>
              </p:nvGrpSpPr>
              <p:grpSpPr>
                <a:xfrm>
                  <a:off x="6001893" y="4718780"/>
                  <a:ext cx="444150" cy="444151"/>
                  <a:chOff x="6001893" y="4718780"/>
                  <a:chExt cx="444150" cy="444151"/>
                </a:xfrm>
              </p:grpSpPr>
              <p:sp>
                <p:nvSpPr>
                  <p:cNvPr id="11332" name="Google Shape;11332;p374"/>
                  <p:cNvSpPr/>
                  <p:nvPr/>
                </p:nvSpPr>
                <p:spPr>
                  <a:xfrm>
                    <a:off x="6017418" y="5153406"/>
                    <a:ext cx="388048" cy="9525"/>
                  </a:xfrm>
                  <a:custGeom>
                    <a:rect b="b" l="l" r="r" t="t"/>
                    <a:pathLst>
                      <a:path extrusionOk="0" h="9525" w="388048">
                        <a:moveTo>
                          <a:pt x="388048" y="0"/>
                        </a:moveTo>
                        <a:lnTo>
                          <a:pt x="0" y="0"/>
                        </a:lnTo>
                      </a:path>
                    </a:pathLst>
                  </a:custGeom>
                  <a:solidFill>
                    <a:schemeClr val="dk1"/>
                  </a:solidFill>
                  <a:ln cap="rnd" cmpd="sng" w="1580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33" name="Google Shape;11333;p374"/>
                  <p:cNvSpPr/>
                  <p:nvPr/>
                </p:nvSpPr>
                <p:spPr>
                  <a:xfrm>
                    <a:off x="6001893" y="4734306"/>
                    <a:ext cx="9525" cy="388048"/>
                  </a:xfrm>
                  <a:custGeom>
                    <a:rect b="b" l="l" r="r" t="t"/>
                    <a:pathLst>
                      <a:path extrusionOk="0" h="388048" w="9525">
                        <a:moveTo>
                          <a:pt x="0" y="388049"/>
                        </a:moveTo>
                        <a:lnTo>
                          <a:pt x="0" y="0"/>
                        </a:lnTo>
                      </a:path>
                    </a:pathLst>
                  </a:custGeom>
                  <a:solidFill>
                    <a:schemeClr val="dk1"/>
                  </a:solidFill>
                  <a:ln cap="rnd" cmpd="sng" w="1580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34" name="Google Shape;11334;p374"/>
                  <p:cNvSpPr/>
                  <p:nvPr/>
                </p:nvSpPr>
                <p:spPr>
                  <a:xfrm>
                    <a:off x="6032944" y="4718780"/>
                    <a:ext cx="388048" cy="9525"/>
                  </a:xfrm>
                  <a:custGeom>
                    <a:rect b="b" l="l" r="r" t="t"/>
                    <a:pathLst>
                      <a:path extrusionOk="0" h="9525" w="388048">
                        <a:moveTo>
                          <a:pt x="0" y="0"/>
                        </a:moveTo>
                        <a:lnTo>
                          <a:pt x="388048" y="0"/>
                        </a:lnTo>
                      </a:path>
                    </a:pathLst>
                  </a:custGeom>
                  <a:solidFill>
                    <a:schemeClr val="dk1"/>
                  </a:solidFill>
                  <a:ln cap="rnd" cmpd="sng" w="1580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35" name="Google Shape;11335;p374"/>
                  <p:cNvSpPr/>
                  <p:nvPr/>
                </p:nvSpPr>
                <p:spPr>
                  <a:xfrm>
                    <a:off x="6436518" y="4749831"/>
                    <a:ext cx="9525" cy="388048"/>
                  </a:xfrm>
                  <a:custGeom>
                    <a:rect b="b" l="l" r="r" t="t"/>
                    <a:pathLst>
                      <a:path extrusionOk="0" h="388048" w="9525">
                        <a:moveTo>
                          <a:pt x="0" y="0"/>
                        </a:moveTo>
                        <a:lnTo>
                          <a:pt x="0" y="388049"/>
                        </a:lnTo>
                      </a:path>
                    </a:pathLst>
                  </a:custGeom>
                  <a:solidFill>
                    <a:schemeClr val="dk1"/>
                  </a:solidFill>
                  <a:ln cap="rnd" cmpd="sng" w="1580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336" name="Google Shape;11336;p374"/>
                <p:cNvGrpSpPr/>
                <p:nvPr/>
              </p:nvGrpSpPr>
              <p:grpSpPr>
                <a:xfrm>
                  <a:off x="5989605" y="4706493"/>
                  <a:ext cx="459295" cy="459294"/>
                  <a:chOff x="5989605" y="4706493"/>
                  <a:chExt cx="459295" cy="459294"/>
                </a:xfrm>
              </p:grpSpPr>
              <p:grpSp>
                <p:nvGrpSpPr>
                  <p:cNvPr id="11337" name="Google Shape;11337;p374"/>
                  <p:cNvGrpSpPr/>
                  <p:nvPr/>
                </p:nvGrpSpPr>
                <p:grpSpPr>
                  <a:xfrm>
                    <a:off x="5989605" y="4706493"/>
                    <a:ext cx="459295" cy="24669"/>
                    <a:chOff x="5989605" y="4706493"/>
                    <a:chExt cx="459295" cy="24669"/>
                  </a:xfrm>
                </p:grpSpPr>
                <p:sp>
                  <p:nvSpPr>
                    <p:cNvPr id="11338" name="Google Shape;11338;p374"/>
                    <p:cNvSpPr/>
                    <p:nvPr/>
                  </p:nvSpPr>
                  <p:spPr>
                    <a:xfrm>
                      <a:off x="5989605" y="4706493"/>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39" name="Google Shape;11339;p374"/>
                    <p:cNvSpPr/>
                    <p:nvPr/>
                  </p:nvSpPr>
                  <p:spPr>
                    <a:xfrm>
                      <a:off x="6206871" y="4706493"/>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40" name="Google Shape;11340;p374"/>
                    <p:cNvSpPr/>
                    <p:nvPr/>
                  </p:nvSpPr>
                  <p:spPr>
                    <a:xfrm>
                      <a:off x="6424231" y="4706493"/>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341" name="Google Shape;11341;p374"/>
                  <p:cNvGrpSpPr/>
                  <p:nvPr/>
                </p:nvGrpSpPr>
                <p:grpSpPr>
                  <a:xfrm>
                    <a:off x="5989605" y="4923758"/>
                    <a:ext cx="459295" cy="24669"/>
                    <a:chOff x="5989605" y="4923758"/>
                    <a:chExt cx="459295" cy="24669"/>
                  </a:xfrm>
                </p:grpSpPr>
                <p:sp>
                  <p:nvSpPr>
                    <p:cNvPr id="11342" name="Google Shape;11342;p374"/>
                    <p:cNvSpPr/>
                    <p:nvPr/>
                  </p:nvSpPr>
                  <p:spPr>
                    <a:xfrm>
                      <a:off x="5989605" y="4923758"/>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43" name="Google Shape;11343;p374"/>
                    <p:cNvSpPr/>
                    <p:nvPr/>
                  </p:nvSpPr>
                  <p:spPr>
                    <a:xfrm>
                      <a:off x="6424231" y="4923758"/>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344" name="Google Shape;11344;p374"/>
                  <p:cNvGrpSpPr/>
                  <p:nvPr/>
                </p:nvGrpSpPr>
                <p:grpSpPr>
                  <a:xfrm>
                    <a:off x="5989605" y="5141118"/>
                    <a:ext cx="459295" cy="24669"/>
                    <a:chOff x="5989605" y="5141118"/>
                    <a:chExt cx="459295" cy="24669"/>
                  </a:xfrm>
                </p:grpSpPr>
                <p:sp>
                  <p:nvSpPr>
                    <p:cNvPr id="11345" name="Google Shape;11345;p374"/>
                    <p:cNvSpPr/>
                    <p:nvPr/>
                  </p:nvSpPr>
                  <p:spPr>
                    <a:xfrm>
                      <a:off x="5989605" y="5141118"/>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46" name="Google Shape;11346;p374"/>
                    <p:cNvSpPr/>
                    <p:nvPr/>
                  </p:nvSpPr>
                  <p:spPr>
                    <a:xfrm>
                      <a:off x="6206871" y="5141118"/>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47" name="Google Shape;11347;p374"/>
                    <p:cNvSpPr/>
                    <p:nvPr/>
                  </p:nvSpPr>
                  <p:spPr>
                    <a:xfrm>
                      <a:off x="6424231" y="5141118"/>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grpSp>
          <p:nvGrpSpPr>
            <p:cNvPr id="11348" name="Google Shape;11348;p374"/>
            <p:cNvGrpSpPr/>
            <p:nvPr/>
          </p:nvGrpSpPr>
          <p:grpSpPr>
            <a:xfrm>
              <a:off x="5248799" y="1817418"/>
              <a:ext cx="479083" cy="595031"/>
              <a:chOff x="5580610" y="1953710"/>
              <a:chExt cx="392498" cy="487491"/>
            </a:xfrm>
          </p:grpSpPr>
          <p:grpSp>
            <p:nvGrpSpPr>
              <p:cNvPr id="11349" name="Google Shape;11349;p374"/>
              <p:cNvGrpSpPr/>
              <p:nvPr/>
            </p:nvGrpSpPr>
            <p:grpSpPr>
              <a:xfrm>
                <a:off x="5580610" y="1953710"/>
                <a:ext cx="392498" cy="487491"/>
                <a:chOff x="7385113" y="1535430"/>
                <a:chExt cx="435673" cy="541115"/>
              </a:xfrm>
            </p:grpSpPr>
            <p:sp>
              <p:nvSpPr>
                <p:cNvPr id="11350" name="Google Shape;11350;p374"/>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351" name="Google Shape;11351;p374"/>
                <p:cNvGrpSpPr/>
                <p:nvPr/>
              </p:nvGrpSpPr>
              <p:grpSpPr>
                <a:xfrm>
                  <a:off x="7612094" y="1566576"/>
                  <a:ext cx="164781" cy="41529"/>
                  <a:chOff x="7612094" y="1566576"/>
                  <a:chExt cx="164781" cy="41529"/>
                </a:xfrm>
              </p:grpSpPr>
              <p:sp>
                <p:nvSpPr>
                  <p:cNvPr id="11352" name="Google Shape;11352;p374"/>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53" name="Google Shape;11353;p374"/>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54" name="Google Shape;11354;p374"/>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355" name="Google Shape;11355;p374"/>
              <p:cNvGrpSpPr/>
              <p:nvPr/>
            </p:nvGrpSpPr>
            <p:grpSpPr>
              <a:xfrm>
                <a:off x="5612446" y="2047672"/>
                <a:ext cx="323505" cy="338352"/>
                <a:chOff x="7420451" y="1639728"/>
                <a:chExt cx="359091" cy="375571"/>
              </a:xfrm>
            </p:grpSpPr>
            <p:sp>
              <p:nvSpPr>
                <p:cNvPr id="11356" name="Google Shape;11356;p374"/>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57" name="Google Shape;11357;p374"/>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358" name="Google Shape;11358;p374"/>
            <p:cNvGrpSpPr/>
            <p:nvPr/>
          </p:nvGrpSpPr>
          <p:grpSpPr>
            <a:xfrm>
              <a:off x="7810967" y="2543174"/>
              <a:ext cx="1047787" cy="27232"/>
              <a:chOff x="7384446" y="3573113"/>
              <a:chExt cx="952880" cy="24765"/>
            </a:xfrm>
          </p:grpSpPr>
          <p:sp>
            <p:nvSpPr>
              <p:cNvPr id="11359" name="Google Shape;11359;p374"/>
              <p:cNvSpPr/>
              <p:nvPr/>
            </p:nvSpPr>
            <p:spPr>
              <a:xfrm>
                <a:off x="7396162" y="3585495"/>
                <a:ext cx="929354" cy="9525"/>
              </a:xfrm>
              <a:custGeom>
                <a:rect b="b" l="l" r="r" t="t"/>
                <a:pathLst>
                  <a:path extrusionOk="0" h="9525" w="929354">
                    <a:moveTo>
                      <a:pt x="929354" y="0"/>
                    </a:moveTo>
                    <a:lnTo>
                      <a:pt x="0"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60" name="Google Shape;11360;p374"/>
              <p:cNvSpPr/>
              <p:nvPr/>
            </p:nvSpPr>
            <p:spPr>
              <a:xfrm>
                <a:off x="8312562" y="3573113"/>
                <a:ext cx="24764" cy="24765"/>
              </a:xfrm>
              <a:custGeom>
                <a:rect b="b" l="l" r="r" t="t"/>
                <a:pathLst>
                  <a:path extrusionOk="0" h="24765" w="24764">
                    <a:moveTo>
                      <a:pt x="12382" y="0"/>
                    </a:moveTo>
                    <a:cubicBezTo>
                      <a:pt x="19240" y="0"/>
                      <a:pt x="24765" y="5524"/>
                      <a:pt x="24765" y="12382"/>
                    </a:cubicBezTo>
                    <a:cubicBezTo>
                      <a:pt x="24765" y="19240"/>
                      <a:pt x="19240" y="24765"/>
                      <a:pt x="12382" y="24765"/>
                    </a:cubicBezTo>
                    <a:cubicBezTo>
                      <a:pt x="5524" y="24765"/>
                      <a:pt x="0" y="19240"/>
                      <a:pt x="0" y="12382"/>
                    </a:cubicBezTo>
                    <a:cubicBezTo>
                      <a:pt x="0" y="5524"/>
                      <a:pt x="5524" y="0"/>
                      <a:pt x="12382"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61" name="Google Shape;11361;p374"/>
              <p:cNvSpPr/>
              <p:nvPr/>
            </p:nvSpPr>
            <p:spPr>
              <a:xfrm>
                <a:off x="7384446" y="3573113"/>
                <a:ext cx="24764" cy="24765"/>
              </a:xfrm>
              <a:custGeom>
                <a:rect b="b" l="l" r="r" t="t"/>
                <a:pathLst>
                  <a:path extrusionOk="0" h="24765" w="24764">
                    <a:moveTo>
                      <a:pt x="12382" y="0"/>
                    </a:moveTo>
                    <a:cubicBezTo>
                      <a:pt x="5524" y="0"/>
                      <a:pt x="0" y="5524"/>
                      <a:pt x="0" y="12382"/>
                    </a:cubicBezTo>
                    <a:cubicBezTo>
                      <a:pt x="0" y="19240"/>
                      <a:pt x="5524" y="24765"/>
                      <a:pt x="12382" y="24765"/>
                    </a:cubicBezTo>
                    <a:cubicBezTo>
                      <a:pt x="19240" y="24765"/>
                      <a:pt x="24765" y="19240"/>
                      <a:pt x="24765" y="12382"/>
                    </a:cubicBezTo>
                    <a:cubicBezTo>
                      <a:pt x="24765" y="5524"/>
                      <a:pt x="19240" y="0"/>
                      <a:pt x="12382"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362" name="Google Shape;11362;p374"/>
            <p:cNvGrpSpPr/>
            <p:nvPr/>
          </p:nvGrpSpPr>
          <p:grpSpPr>
            <a:xfrm>
              <a:off x="8348540" y="2013384"/>
              <a:ext cx="657643" cy="856749"/>
              <a:chOff x="-2" y="3134666"/>
              <a:chExt cx="498554" cy="649495"/>
            </a:xfrm>
          </p:grpSpPr>
          <p:grpSp>
            <p:nvGrpSpPr>
              <p:cNvPr id="11363" name="Google Shape;11363;p374"/>
              <p:cNvGrpSpPr/>
              <p:nvPr/>
            </p:nvGrpSpPr>
            <p:grpSpPr>
              <a:xfrm>
                <a:off x="-2" y="3134666"/>
                <a:ext cx="498554" cy="649495"/>
                <a:chOff x="895350" y="4265199"/>
                <a:chExt cx="598074" cy="779145"/>
              </a:xfrm>
            </p:grpSpPr>
            <p:sp>
              <p:nvSpPr>
                <p:cNvPr id="11364" name="Google Shape;11364;p374"/>
                <p:cNvSpPr/>
                <p:nvPr/>
              </p:nvSpPr>
              <p:spPr>
                <a:xfrm>
                  <a:off x="895350" y="4265199"/>
                  <a:ext cx="598074" cy="779145"/>
                </a:xfrm>
                <a:custGeom>
                  <a:rect b="b" l="l" r="r" t="t"/>
                  <a:pathLst>
                    <a:path extrusionOk="0" h="779145" w="598074">
                      <a:moveTo>
                        <a:pt x="557022" y="0"/>
                      </a:moveTo>
                      <a:cubicBezTo>
                        <a:pt x="579695" y="0"/>
                        <a:pt x="598075" y="18380"/>
                        <a:pt x="598075" y="41053"/>
                      </a:cubicBezTo>
                      <a:lnTo>
                        <a:pt x="598075" y="738092"/>
                      </a:lnTo>
                      <a:cubicBezTo>
                        <a:pt x="598075" y="760765"/>
                        <a:pt x="579695" y="779145"/>
                        <a:pt x="557022" y="779145"/>
                      </a:cubicBezTo>
                      <a:lnTo>
                        <a:pt x="41053" y="779145"/>
                      </a:lnTo>
                      <a:cubicBezTo>
                        <a:pt x="18380" y="779145"/>
                        <a:pt x="0" y="760765"/>
                        <a:pt x="0" y="738092"/>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365" name="Google Shape;11365;p374"/>
                <p:cNvGrpSpPr/>
                <p:nvPr/>
              </p:nvGrpSpPr>
              <p:grpSpPr>
                <a:xfrm>
                  <a:off x="1284732" y="4296441"/>
                  <a:ext cx="164876" cy="41528"/>
                  <a:chOff x="1284732" y="4296441"/>
                  <a:chExt cx="164876" cy="41528"/>
                </a:xfrm>
              </p:grpSpPr>
              <p:sp>
                <p:nvSpPr>
                  <p:cNvPr id="11366" name="Google Shape;11366;p374"/>
                  <p:cNvSpPr/>
                  <p:nvPr/>
                </p:nvSpPr>
                <p:spPr>
                  <a:xfrm>
                    <a:off x="1408080" y="4296441"/>
                    <a:ext cx="41528" cy="41528"/>
                  </a:xfrm>
                  <a:custGeom>
                    <a:rect b="b" l="l" r="r" t="t"/>
                    <a:pathLst>
                      <a:path extrusionOk="0" h="41528" w="41528">
                        <a:moveTo>
                          <a:pt x="41529" y="20764"/>
                        </a:moveTo>
                        <a:cubicBezTo>
                          <a:pt x="41529" y="32290"/>
                          <a:pt x="32194" y="41529"/>
                          <a:pt x="20764" y="41529"/>
                        </a:cubicBezTo>
                        <a:cubicBezTo>
                          <a:pt x="9334" y="41529"/>
                          <a:pt x="0" y="32195"/>
                          <a:pt x="0" y="20764"/>
                        </a:cubicBezTo>
                        <a:cubicBezTo>
                          <a:pt x="0" y="9334"/>
                          <a:pt x="9334" y="0"/>
                          <a:pt x="20764" y="0"/>
                        </a:cubicBezTo>
                        <a:cubicBezTo>
                          <a:pt x="32194" y="0"/>
                          <a:pt x="41529" y="9334"/>
                          <a:pt x="41529" y="2076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67" name="Google Shape;11367;p374"/>
                  <p:cNvSpPr/>
                  <p:nvPr/>
                </p:nvSpPr>
                <p:spPr>
                  <a:xfrm>
                    <a:off x="1346358" y="4296441"/>
                    <a:ext cx="41529" cy="41528"/>
                  </a:xfrm>
                  <a:custGeom>
                    <a:rect b="b" l="l" r="r" t="t"/>
                    <a:pathLst>
                      <a:path extrusionOk="0" h="41528" w="41529">
                        <a:moveTo>
                          <a:pt x="41529" y="20764"/>
                        </a:moveTo>
                        <a:cubicBezTo>
                          <a:pt x="41529" y="32290"/>
                          <a:pt x="32195" y="41529"/>
                          <a:pt x="20765" y="41529"/>
                        </a:cubicBezTo>
                        <a:cubicBezTo>
                          <a:pt x="9335" y="41529"/>
                          <a:pt x="0" y="32195"/>
                          <a:pt x="0" y="20764"/>
                        </a:cubicBezTo>
                        <a:cubicBezTo>
                          <a:pt x="0" y="9334"/>
                          <a:pt x="9335" y="0"/>
                          <a:pt x="20765" y="0"/>
                        </a:cubicBezTo>
                        <a:cubicBezTo>
                          <a:pt x="32195" y="0"/>
                          <a:pt x="41529" y="9334"/>
                          <a:pt x="41529" y="207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68" name="Google Shape;11368;p374"/>
                  <p:cNvSpPr/>
                  <p:nvPr/>
                </p:nvSpPr>
                <p:spPr>
                  <a:xfrm>
                    <a:off x="1284732" y="4296441"/>
                    <a:ext cx="41529" cy="41528"/>
                  </a:xfrm>
                  <a:custGeom>
                    <a:rect b="b" l="l" r="r" t="t"/>
                    <a:pathLst>
                      <a:path extrusionOk="0" h="41528" w="41529">
                        <a:moveTo>
                          <a:pt x="41529" y="20764"/>
                        </a:moveTo>
                        <a:cubicBezTo>
                          <a:pt x="41529" y="32290"/>
                          <a:pt x="32194" y="41529"/>
                          <a:pt x="20765" y="41529"/>
                        </a:cubicBezTo>
                        <a:cubicBezTo>
                          <a:pt x="9334" y="41529"/>
                          <a:pt x="0" y="32195"/>
                          <a:pt x="0" y="20764"/>
                        </a:cubicBezTo>
                        <a:cubicBezTo>
                          <a:pt x="0" y="9334"/>
                          <a:pt x="9334" y="0"/>
                          <a:pt x="20765" y="0"/>
                        </a:cubicBezTo>
                        <a:cubicBezTo>
                          <a:pt x="32194" y="0"/>
                          <a:pt x="41529" y="9334"/>
                          <a:pt x="41529" y="207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369" name="Google Shape;11369;p374"/>
              <p:cNvGrpSpPr/>
              <p:nvPr/>
            </p:nvGrpSpPr>
            <p:grpSpPr>
              <a:xfrm>
                <a:off x="59230" y="3269171"/>
                <a:ext cx="382391" cy="400019"/>
                <a:chOff x="966406" y="4426553"/>
                <a:chExt cx="458723" cy="479869"/>
              </a:xfrm>
            </p:grpSpPr>
            <p:sp>
              <p:nvSpPr>
                <p:cNvPr id="11370" name="Google Shape;11370;p374"/>
                <p:cNvSpPr/>
                <p:nvPr/>
              </p:nvSpPr>
              <p:spPr>
                <a:xfrm>
                  <a:off x="966406" y="4697825"/>
                  <a:ext cx="456723" cy="208597"/>
                </a:xfrm>
                <a:custGeom>
                  <a:rect b="b" l="l" r="r" t="t"/>
                  <a:pathLst>
                    <a:path extrusionOk="0" h="208597" w="456723">
                      <a:moveTo>
                        <a:pt x="51340" y="93250"/>
                      </a:moveTo>
                      <a:lnTo>
                        <a:pt x="0" y="93250"/>
                      </a:lnTo>
                      <a:lnTo>
                        <a:pt x="0" y="115443"/>
                      </a:lnTo>
                      <a:lnTo>
                        <a:pt x="51340" y="115443"/>
                      </a:lnTo>
                      <a:lnTo>
                        <a:pt x="51340" y="93250"/>
                      </a:lnTo>
                      <a:close/>
                      <a:moveTo>
                        <a:pt x="236601" y="162020"/>
                      </a:moveTo>
                      <a:lnTo>
                        <a:pt x="376904" y="162020"/>
                      </a:lnTo>
                      <a:lnTo>
                        <a:pt x="376904" y="139827"/>
                      </a:lnTo>
                      <a:lnTo>
                        <a:pt x="236601" y="139827"/>
                      </a:lnTo>
                      <a:lnTo>
                        <a:pt x="236601" y="162020"/>
                      </a:lnTo>
                      <a:close/>
                      <a:moveTo>
                        <a:pt x="376809" y="0"/>
                      </a:moveTo>
                      <a:lnTo>
                        <a:pt x="48863" y="0"/>
                      </a:lnTo>
                      <a:lnTo>
                        <a:pt x="48863" y="22193"/>
                      </a:lnTo>
                      <a:lnTo>
                        <a:pt x="376809" y="22193"/>
                      </a:lnTo>
                      <a:lnTo>
                        <a:pt x="376809" y="0"/>
                      </a:lnTo>
                      <a:close/>
                      <a:moveTo>
                        <a:pt x="0" y="208597"/>
                      </a:moveTo>
                      <a:lnTo>
                        <a:pt x="127349" y="208597"/>
                      </a:lnTo>
                      <a:lnTo>
                        <a:pt x="127349" y="186404"/>
                      </a:lnTo>
                      <a:lnTo>
                        <a:pt x="0" y="186404"/>
                      </a:lnTo>
                      <a:lnTo>
                        <a:pt x="0" y="208597"/>
                      </a:lnTo>
                      <a:close/>
                      <a:moveTo>
                        <a:pt x="97917" y="46577"/>
                      </a:moveTo>
                      <a:lnTo>
                        <a:pt x="0" y="46577"/>
                      </a:lnTo>
                      <a:lnTo>
                        <a:pt x="0" y="68771"/>
                      </a:lnTo>
                      <a:lnTo>
                        <a:pt x="97917" y="68771"/>
                      </a:lnTo>
                      <a:lnTo>
                        <a:pt x="97917" y="46577"/>
                      </a:lnTo>
                      <a:close/>
                      <a:moveTo>
                        <a:pt x="67056" y="115348"/>
                      </a:moveTo>
                      <a:lnTo>
                        <a:pt x="265557" y="115348"/>
                      </a:lnTo>
                      <a:lnTo>
                        <a:pt x="265557" y="93154"/>
                      </a:lnTo>
                      <a:lnTo>
                        <a:pt x="67056" y="93154"/>
                      </a:lnTo>
                      <a:lnTo>
                        <a:pt x="67056" y="115348"/>
                      </a:lnTo>
                      <a:close/>
                      <a:moveTo>
                        <a:pt x="210026" y="139732"/>
                      </a:moveTo>
                      <a:lnTo>
                        <a:pt x="0" y="139732"/>
                      </a:lnTo>
                      <a:lnTo>
                        <a:pt x="0" y="161925"/>
                      </a:lnTo>
                      <a:lnTo>
                        <a:pt x="210122" y="161925"/>
                      </a:lnTo>
                      <a:lnTo>
                        <a:pt x="210122" y="139732"/>
                      </a:lnTo>
                      <a:close/>
                      <a:moveTo>
                        <a:pt x="281369" y="115348"/>
                      </a:moveTo>
                      <a:lnTo>
                        <a:pt x="456724" y="115348"/>
                      </a:lnTo>
                      <a:lnTo>
                        <a:pt x="456724" y="93154"/>
                      </a:lnTo>
                      <a:lnTo>
                        <a:pt x="281369" y="93154"/>
                      </a:lnTo>
                      <a:lnTo>
                        <a:pt x="281369" y="115348"/>
                      </a:lnTo>
                      <a:close/>
                      <a:moveTo>
                        <a:pt x="124397" y="68771"/>
                      </a:moveTo>
                      <a:lnTo>
                        <a:pt x="456629" y="68771"/>
                      </a:lnTo>
                      <a:lnTo>
                        <a:pt x="456629" y="46577"/>
                      </a:lnTo>
                      <a:lnTo>
                        <a:pt x="124397" y="46577"/>
                      </a:lnTo>
                      <a:lnTo>
                        <a:pt x="124397" y="68771"/>
                      </a:lnTo>
                      <a:close/>
                      <a:moveTo>
                        <a:pt x="390144" y="0"/>
                      </a:moveTo>
                      <a:lnTo>
                        <a:pt x="390144" y="22193"/>
                      </a:lnTo>
                      <a:lnTo>
                        <a:pt x="456629" y="22193"/>
                      </a:lnTo>
                      <a:lnTo>
                        <a:pt x="456629" y="0"/>
                      </a:lnTo>
                      <a:lnTo>
                        <a:pt x="390144" y="0"/>
                      </a:lnTo>
                      <a:close/>
                      <a:moveTo>
                        <a:pt x="403289" y="162020"/>
                      </a:moveTo>
                      <a:lnTo>
                        <a:pt x="456629" y="162020"/>
                      </a:lnTo>
                      <a:lnTo>
                        <a:pt x="456629" y="139827"/>
                      </a:lnTo>
                      <a:lnTo>
                        <a:pt x="403289" y="139827"/>
                      </a:lnTo>
                      <a:lnTo>
                        <a:pt x="403289" y="162020"/>
                      </a:lnTo>
                      <a:close/>
                      <a:moveTo>
                        <a:pt x="153734" y="208597"/>
                      </a:moveTo>
                      <a:lnTo>
                        <a:pt x="284893" y="208597"/>
                      </a:lnTo>
                      <a:lnTo>
                        <a:pt x="284893" y="186404"/>
                      </a:lnTo>
                      <a:lnTo>
                        <a:pt x="153734" y="186404"/>
                      </a:lnTo>
                      <a:lnTo>
                        <a:pt x="153734" y="208597"/>
                      </a:lnTo>
                      <a:close/>
                      <a:moveTo>
                        <a:pt x="300704" y="208597"/>
                      </a:moveTo>
                      <a:lnTo>
                        <a:pt x="400622" y="208597"/>
                      </a:lnTo>
                      <a:lnTo>
                        <a:pt x="400622" y="186404"/>
                      </a:lnTo>
                      <a:lnTo>
                        <a:pt x="300704" y="186404"/>
                      </a:lnTo>
                      <a:lnTo>
                        <a:pt x="300704" y="20859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71" name="Google Shape;11371;p374"/>
                <p:cNvSpPr/>
                <p:nvPr/>
              </p:nvSpPr>
              <p:spPr>
                <a:xfrm>
                  <a:off x="972883" y="4426553"/>
                  <a:ext cx="452246" cy="230219"/>
                </a:xfrm>
                <a:custGeom>
                  <a:rect b="b" l="l" r="r" t="t"/>
                  <a:pathLst>
                    <a:path extrusionOk="0" h="230219" w="452246">
                      <a:moveTo>
                        <a:pt x="0" y="0"/>
                      </a:moveTo>
                      <a:lnTo>
                        <a:pt x="452247" y="0"/>
                      </a:lnTo>
                      <a:lnTo>
                        <a:pt x="452247" y="230219"/>
                      </a:lnTo>
                      <a:lnTo>
                        <a:pt x="0" y="23021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372" name="Google Shape;11372;p374"/>
            <p:cNvGrpSpPr/>
            <p:nvPr/>
          </p:nvGrpSpPr>
          <p:grpSpPr>
            <a:xfrm>
              <a:off x="5165167" y="2950875"/>
              <a:ext cx="645598" cy="1166771"/>
              <a:chOff x="5165167" y="2950875"/>
              <a:chExt cx="645598" cy="1166771"/>
            </a:xfrm>
          </p:grpSpPr>
          <p:grpSp>
            <p:nvGrpSpPr>
              <p:cNvPr id="11373" name="Google Shape;11373;p374"/>
              <p:cNvGrpSpPr/>
              <p:nvPr/>
            </p:nvGrpSpPr>
            <p:grpSpPr>
              <a:xfrm>
                <a:off x="5165167" y="2950875"/>
                <a:ext cx="645598" cy="1166771"/>
                <a:chOff x="1024660" y="3708890"/>
                <a:chExt cx="489423" cy="884520"/>
              </a:xfrm>
            </p:grpSpPr>
            <p:grpSp>
              <p:nvGrpSpPr>
                <p:cNvPr id="11374" name="Google Shape;11374;p374"/>
                <p:cNvGrpSpPr/>
                <p:nvPr/>
              </p:nvGrpSpPr>
              <p:grpSpPr>
                <a:xfrm>
                  <a:off x="1024660" y="3708890"/>
                  <a:ext cx="489423" cy="884520"/>
                  <a:chOff x="2124551" y="4954047"/>
                  <a:chExt cx="587120" cy="1061085"/>
                </a:xfrm>
              </p:grpSpPr>
              <p:sp>
                <p:nvSpPr>
                  <p:cNvPr id="11375" name="Google Shape;11375;p374"/>
                  <p:cNvSpPr/>
                  <p:nvPr/>
                </p:nvSpPr>
                <p:spPr>
                  <a:xfrm>
                    <a:off x="2124551" y="4954047"/>
                    <a:ext cx="587120" cy="1061085"/>
                  </a:xfrm>
                  <a:custGeom>
                    <a:rect b="b" l="l" r="r" t="t"/>
                    <a:pathLst>
                      <a:path extrusionOk="0" h="1061085" w="587120">
                        <a:moveTo>
                          <a:pt x="91440" y="0"/>
                        </a:moveTo>
                        <a:lnTo>
                          <a:pt x="495681" y="0"/>
                        </a:lnTo>
                        <a:cubicBezTo>
                          <a:pt x="546163" y="0"/>
                          <a:pt x="587121" y="40958"/>
                          <a:pt x="587121" y="91440"/>
                        </a:cubicBezTo>
                        <a:lnTo>
                          <a:pt x="587121" y="969645"/>
                        </a:lnTo>
                        <a:cubicBezTo>
                          <a:pt x="587121" y="1020128"/>
                          <a:pt x="546163" y="1061085"/>
                          <a:pt x="495681" y="1061085"/>
                        </a:cubicBezTo>
                        <a:lnTo>
                          <a:pt x="91440" y="1061085"/>
                        </a:lnTo>
                        <a:cubicBezTo>
                          <a:pt x="40958" y="1061085"/>
                          <a:pt x="0" y="1020128"/>
                          <a:pt x="0" y="969645"/>
                        </a:cubicBezTo>
                        <a:lnTo>
                          <a:pt x="0" y="91440"/>
                        </a:lnTo>
                        <a:cubicBezTo>
                          <a:pt x="0" y="40958"/>
                          <a:pt x="40958" y="0"/>
                          <a:pt x="9144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76" name="Google Shape;11376;p374"/>
                  <p:cNvSpPr/>
                  <p:nvPr/>
                </p:nvSpPr>
                <p:spPr>
                  <a:xfrm>
                    <a:off x="2339530" y="4987099"/>
                    <a:ext cx="157162" cy="25527"/>
                  </a:xfrm>
                  <a:custGeom>
                    <a:rect b="b" l="l" r="r" t="t"/>
                    <a:pathLst>
                      <a:path extrusionOk="0" h="25527" w="157162">
                        <a:moveTo>
                          <a:pt x="144399" y="25527"/>
                        </a:moveTo>
                        <a:lnTo>
                          <a:pt x="12764" y="25527"/>
                        </a:lnTo>
                        <a:cubicBezTo>
                          <a:pt x="5715" y="25527"/>
                          <a:pt x="0" y="19812"/>
                          <a:pt x="0" y="12764"/>
                        </a:cubicBezTo>
                        <a:lnTo>
                          <a:pt x="0" y="12764"/>
                        </a:lnTo>
                        <a:cubicBezTo>
                          <a:pt x="0" y="5715"/>
                          <a:pt x="5715" y="0"/>
                          <a:pt x="12764" y="0"/>
                        </a:cubicBezTo>
                        <a:lnTo>
                          <a:pt x="144399" y="0"/>
                        </a:lnTo>
                        <a:cubicBezTo>
                          <a:pt x="151448" y="0"/>
                          <a:pt x="157163" y="5715"/>
                          <a:pt x="157163" y="12764"/>
                        </a:cubicBezTo>
                        <a:lnTo>
                          <a:pt x="157163" y="12764"/>
                        </a:lnTo>
                        <a:cubicBezTo>
                          <a:pt x="157163" y="19812"/>
                          <a:pt x="151448" y="25527"/>
                          <a:pt x="144399" y="2552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377" name="Google Shape;11377;p374"/>
                <p:cNvSpPr/>
                <p:nvPr/>
              </p:nvSpPr>
              <p:spPr>
                <a:xfrm>
                  <a:off x="1059199" y="3818860"/>
                  <a:ext cx="419712" cy="647607"/>
                </a:xfrm>
                <a:custGeom>
                  <a:rect b="b" l="l" r="r" t="t"/>
                  <a:pathLst>
                    <a:path extrusionOk="0" h="777906" w="504158">
                      <a:moveTo>
                        <a:pt x="0" y="0"/>
                      </a:moveTo>
                      <a:lnTo>
                        <a:pt x="504158" y="0"/>
                      </a:lnTo>
                      <a:lnTo>
                        <a:pt x="504158" y="777907"/>
                      </a:lnTo>
                      <a:lnTo>
                        <a:pt x="0" y="77790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378" name="Google Shape;11378;p374"/>
                <p:cNvGrpSpPr/>
                <p:nvPr/>
              </p:nvGrpSpPr>
              <p:grpSpPr>
                <a:xfrm>
                  <a:off x="1108189" y="4182116"/>
                  <a:ext cx="322524" cy="131011"/>
                  <a:chOff x="2224754" y="5521737"/>
                  <a:chExt cx="386905" cy="157163"/>
                </a:xfrm>
              </p:grpSpPr>
              <p:grpSp>
                <p:nvGrpSpPr>
                  <p:cNvPr id="11379" name="Google Shape;11379;p374"/>
                  <p:cNvGrpSpPr/>
                  <p:nvPr/>
                </p:nvGrpSpPr>
                <p:grpSpPr>
                  <a:xfrm>
                    <a:off x="2224754" y="5521737"/>
                    <a:ext cx="386905" cy="157163"/>
                    <a:chOff x="2224754" y="5521737"/>
                    <a:chExt cx="386905" cy="157163"/>
                  </a:xfrm>
                </p:grpSpPr>
                <p:grpSp>
                  <p:nvGrpSpPr>
                    <p:cNvPr id="11380" name="Google Shape;11380;p374"/>
                    <p:cNvGrpSpPr/>
                    <p:nvPr/>
                  </p:nvGrpSpPr>
                  <p:grpSpPr>
                    <a:xfrm>
                      <a:off x="2224754" y="5521737"/>
                      <a:ext cx="386905" cy="65532"/>
                      <a:chOff x="2224754" y="5521737"/>
                      <a:chExt cx="386905" cy="65532"/>
                    </a:xfrm>
                  </p:grpSpPr>
                  <p:sp>
                    <p:nvSpPr>
                      <p:cNvPr id="11381" name="Google Shape;11381;p374"/>
                      <p:cNvSpPr/>
                      <p:nvPr/>
                    </p:nvSpPr>
                    <p:spPr>
                      <a:xfrm>
                        <a:off x="2224754" y="5521737"/>
                        <a:ext cx="386905" cy="65532"/>
                      </a:xfrm>
                      <a:custGeom>
                        <a:rect b="b" l="l" r="r" t="t"/>
                        <a:pathLst>
                          <a:path extrusionOk="0" h="65532" w="386905">
                            <a:moveTo>
                              <a:pt x="386810" y="15049"/>
                            </a:moveTo>
                            <a:lnTo>
                              <a:pt x="386810" y="50482"/>
                            </a:lnTo>
                            <a:cubicBezTo>
                              <a:pt x="386810" y="58769"/>
                              <a:pt x="380143" y="65532"/>
                              <a:pt x="371856" y="65532"/>
                            </a:cubicBezTo>
                            <a:lnTo>
                              <a:pt x="14954" y="65532"/>
                            </a:lnTo>
                            <a:cubicBezTo>
                              <a:pt x="14288" y="65532"/>
                              <a:pt x="13525" y="65532"/>
                              <a:pt x="12859" y="65341"/>
                            </a:cubicBezTo>
                            <a:cubicBezTo>
                              <a:pt x="5524" y="64294"/>
                              <a:pt x="0" y="58102"/>
                              <a:pt x="0" y="50482"/>
                            </a:cubicBezTo>
                            <a:lnTo>
                              <a:pt x="0" y="15049"/>
                            </a:lnTo>
                            <a:cubicBezTo>
                              <a:pt x="0" y="6762"/>
                              <a:pt x="6667" y="0"/>
                              <a:pt x="15049" y="0"/>
                            </a:cubicBezTo>
                            <a:lnTo>
                              <a:pt x="371951" y="0"/>
                            </a:lnTo>
                            <a:cubicBezTo>
                              <a:pt x="379476" y="0"/>
                              <a:pt x="385667" y="5619"/>
                              <a:pt x="386715" y="12859"/>
                            </a:cubicBezTo>
                            <a:cubicBezTo>
                              <a:pt x="386810" y="13525"/>
                              <a:pt x="386905" y="14288"/>
                              <a:pt x="386905" y="1504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82" name="Google Shape;11382;p374"/>
                      <p:cNvSpPr/>
                      <p:nvPr/>
                    </p:nvSpPr>
                    <p:spPr>
                      <a:xfrm>
                        <a:off x="2237422" y="5534405"/>
                        <a:ext cx="374141" cy="52864"/>
                      </a:xfrm>
                      <a:custGeom>
                        <a:rect b="b" l="l" r="r" t="t"/>
                        <a:pathLst>
                          <a:path extrusionOk="0" h="52864" w="374141">
                            <a:moveTo>
                              <a:pt x="374142" y="2381"/>
                            </a:moveTo>
                            <a:lnTo>
                              <a:pt x="374142" y="37815"/>
                            </a:lnTo>
                            <a:cubicBezTo>
                              <a:pt x="374142" y="46101"/>
                              <a:pt x="367475" y="52864"/>
                              <a:pt x="359188" y="52864"/>
                            </a:cubicBezTo>
                            <a:lnTo>
                              <a:pt x="2286" y="52864"/>
                            </a:lnTo>
                            <a:cubicBezTo>
                              <a:pt x="1619" y="52864"/>
                              <a:pt x="857" y="52864"/>
                              <a:pt x="191" y="52674"/>
                            </a:cubicBezTo>
                            <a:cubicBezTo>
                              <a:pt x="95" y="52007"/>
                              <a:pt x="0" y="51245"/>
                              <a:pt x="0" y="50578"/>
                            </a:cubicBezTo>
                            <a:lnTo>
                              <a:pt x="0" y="15050"/>
                            </a:lnTo>
                            <a:cubicBezTo>
                              <a:pt x="0" y="6763"/>
                              <a:pt x="6668" y="0"/>
                              <a:pt x="14954" y="0"/>
                            </a:cubicBezTo>
                            <a:lnTo>
                              <a:pt x="371856" y="0"/>
                            </a:lnTo>
                            <a:cubicBezTo>
                              <a:pt x="372523" y="0"/>
                              <a:pt x="373285" y="0"/>
                              <a:pt x="373952" y="191"/>
                            </a:cubicBezTo>
                            <a:cubicBezTo>
                              <a:pt x="374047" y="858"/>
                              <a:pt x="374142" y="1620"/>
                              <a:pt x="374142" y="23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383" name="Google Shape;11383;p374"/>
                    <p:cNvGrpSpPr/>
                    <p:nvPr/>
                  </p:nvGrpSpPr>
                  <p:grpSpPr>
                    <a:xfrm>
                      <a:off x="2224754" y="5613368"/>
                      <a:ext cx="386905" cy="65532"/>
                      <a:chOff x="2224754" y="5613368"/>
                      <a:chExt cx="386905" cy="65532"/>
                    </a:xfrm>
                  </p:grpSpPr>
                  <p:sp>
                    <p:nvSpPr>
                      <p:cNvPr id="11384" name="Google Shape;11384;p374"/>
                      <p:cNvSpPr/>
                      <p:nvPr/>
                    </p:nvSpPr>
                    <p:spPr>
                      <a:xfrm>
                        <a:off x="2224754" y="5613368"/>
                        <a:ext cx="386905" cy="65532"/>
                      </a:xfrm>
                      <a:custGeom>
                        <a:rect b="b" l="l" r="r" t="t"/>
                        <a:pathLst>
                          <a:path extrusionOk="0" h="65532" w="386905">
                            <a:moveTo>
                              <a:pt x="386810" y="15049"/>
                            </a:moveTo>
                            <a:lnTo>
                              <a:pt x="386810" y="50482"/>
                            </a:lnTo>
                            <a:cubicBezTo>
                              <a:pt x="386810" y="58769"/>
                              <a:pt x="380143" y="65532"/>
                              <a:pt x="371856" y="65532"/>
                            </a:cubicBezTo>
                            <a:lnTo>
                              <a:pt x="14954" y="65532"/>
                            </a:lnTo>
                            <a:cubicBezTo>
                              <a:pt x="14288" y="65532"/>
                              <a:pt x="13525" y="65532"/>
                              <a:pt x="12859" y="65341"/>
                            </a:cubicBezTo>
                            <a:cubicBezTo>
                              <a:pt x="5524" y="64294"/>
                              <a:pt x="0" y="58102"/>
                              <a:pt x="0" y="50482"/>
                            </a:cubicBezTo>
                            <a:lnTo>
                              <a:pt x="0" y="15049"/>
                            </a:lnTo>
                            <a:cubicBezTo>
                              <a:pt x="0" y="6762"/>
                              <a:pt x="6667" y="0"/>
                              <a:pt x="15049" y="0"/>
                            </a:cubicBezTo>
                            <a:lnTo>
                              <a:pt x="371951" y="0"/>
                            </a:lnTo>
                            <a:cubicBezTo>
                              <a:pt x="379476" y="0"/>
                              <a:pt x="385667" y="5619"/>
                              <a:pt x="386715" y="12859"/>
                            </a:cubicBezTo>
                            <a:cubicBezTo>
                              <a:pt x="386810" y="13525"/>
                              <a:pt x="386905" y="14288"/>
                              <a:pt x="386905" y="1504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85" name="Google Shape;11385;p374"/>
                      <p:cNvSpPr/>
                      <p:nvPr/>
                    </p:nvSpPr>
                    <p:spPr>
                      <a:xfrm>
                        <a:off x="2237422" y="5626036"/>
                        <a:ext cx="374141" cy="52864"/>
                      </a:xfrm>
                      <a:custGeom>
                        <a:rect b="b" l="l" r="r" t="t"/>
                        <a:pathLst>
                          <a:path extrusionOk="0" h="52864" w="374141">
                            <a:moveTo>
                              <a:pt x="374142" y="2381"/>
                            </a:moveTo>
                            <a:lnTo>
                              <a:pt x="374142" y="37815"/>
                            </a:lnTo>
                            <a:cubicBezTo>
                              <a:pt x="374142" y="46101"/>
                              <a:pt x="367475" y="52864"/>
                              <a:pt x="359188" y="52864"/>
                            </a:cubicBezTo>
                            <a:lnTo>
                              <a:pt x="2286" y="52864"/>
                            </a:lnTo>
                            <a:cubicBezTo>
                              <a:pt x="1619" y="52864"/>
                              <a:pt x="857" y="52864"/>
                              <a:pt x="191" y="52674"/>
                            </a:cubicBezTo>
                            <a:cubicBezTo>
                              <a:pt x="95" y="52007"/>
                              <a:pt x="0" y="51245"/>
                              <a:pt x="0" y="50578"/>
                            </a:cubicBezTo>
                            <a:lnTo>
                              <a:pt x="0" y="15050"/>
                            </a:lnTo>
                            <a:cubicBezTo>
                              <a:pt x="0" y="6763"/>
                              <a:pt x="6668" y="0"/>
                              <a:pt x="14954" y="0"/>
                            </a:cubicBezTo>
                            <a:lnTo>
                              <a:pt x="371856" y="0"/>
                            </a:lnTo>
                            <a:cubicBezTo>
                              <a:pt x="372523" y="0"/>
                              <a:pt x="373285" y="0"/>
                              <a:pt x="373952" y="191"/>
                            </a:cubicBezTo>
                            <a:cubicBezTo>
                              <a:pt x="374047" y="858"/>
                              <a:pt x="374142" y="1620"/>
                              <a:pt x="374142" y="23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386" name="Google Shape;11386;p374"/>
                  <p:cNvGrpSpPr/>
                  <p:nvPr/>
                </p:nvGrpSpPr>
                <p:grpSpPr>
                  <a:xfrm>
                    <a:off x="2336863" y="5554217"/>
                    <a:ext cx="177355" cy="15050"/>
                    <a:chOff x="2336863" y="5554217"/>
                    <a:chExt cx="177355" cy="15050"/>
                  </a:xfrm>
                </p:grpSpPr>
                <p:sp>
                  <p:nvSpPr>
                    <p:cNvPr id="11387" name="Google Shape;11387;p374"/>
                    <p:cNvSpPr/>
                    <p:nvPr/>
                  </p:nvSpPr>
                  <p:spPr>
                    <a:xfrm>
                      <a:off x="2336863" y="5554218"/>
                      <a:ext cx="15049" cy="15049"/>
                    </a:xfrm>
                    <a:custGeom>
                      <a:rect b="b" l="l" r="r" t="t"/>
                      <a:pathLst>
                        <a:path extrusionOk="0" h="15049" w="15049">
                          <a:moveTo>
                            <a:pt x="15049" y="7524"/>
                          </a:moveTo>
                          <a:cubicBezTo>
                            <a:pt x="15049" y="11680"/>
                            <a:pt x="11681" y="15049"/>
                            <a:pt x="7525" y="15049"/>
                          </a:cubicBezTo>
                          <a:cubicBezTo>
                            <a:pt x="3369" y="15049"/>
                            <a:pt x="0" y="11680"/>
                            <a:pt x="0" y="7524"/>
                          </a:cubicBezTo>
                          <a:cubicBezTo>
                            <a:pt x="0" y="3369"/>
                            <a:pt x="3369" y="0"/>
                            <a:pt x="7525" y="0"/>
                          </a:cubicBezTo>
                          <a:cubicBezTo>
                            <a:pt x="11681" y="0"/>
                            <a:pt x="15049" y="3369"/>
                            <a:pt x="15049" y="752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88" name="Google Shape;11388;p374"/>
                    <p:cNvSpPr/>
                    <p:nvPr/>
                  </p:nvSpPr>
                  <p:spPr>
                    <a:xfrm>
                      <a:off x="2377440" y="5554217"/>
                      <a:ext cx="15049" cy="15049"/>
                    </a:xfrm>
                    <a:custGeom>
                      <a:rect b="b" l="l" r="r" t="t"/>
                      <a:pathLst>
                        <a:path extrusionOk="0" h="15049" w="15049">
                          <a:moveTo>
                            <a:pt x="15049" y="7525"/>
                          </a:moveTo>
                          <a:cubicBezTo>
                            <a:pt x="15049" y="11716"/>
                            <a:pt x="11716" y="15050"/>
                            <a:pt x="7525" y="15050"/>
                          </a:cubicBezTo>
                          <a:cubicBezTo>
                            <a:pt x="3334" y="15050"/>
                            <a:pt x="0" y="11716"/>
                            <a:pt x="0" y="7525"/>
                          </a:cubicBezTo>
                          <a:cubicBezTo>
                            <a:pt x="0" y="3334"/>
                            <a:pt x="3334" y="0"/>
                            <a:pt x="7525" y="0"/>
                          </a:cubicBezTo>
                          <a:cubicBezTo>
                            <a:pt x="11716" y="0"/>
                            <a:pt x="15049" y="3334"/>
                            <a:pt x="15049"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89" name="Google Shape;11389;p374"/>
                    <p:cNvSpPr/>
                    <p:nvPr/>
                  </p:nvSpPr>
                  <p:spPr>
                    <a:xfrm>
                      <a:off x="2418016" y="5554217"/>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90" name="Google Shape;11390;p374"/>
                    <p:cNvSpPr/>
                    <p:nvPr/>
                  </p:nvSpPr>
                  <p:spPr>
                    <a:xfrm>
                      <a:off x="2458593" y="5554218"/>
                      <a:ext cx="15049" cy="15049"/>
                    </a:xfrm>
                    <a:custGeom>
                      <a:rect b="b" l="l" r="r" t="t"/>
                      <a:pathLst>
                        <a:path extrusionOk="0" h="15049" w="15049">
                          <a:moveTo>
                            <a:pt x="15049" y="7524"/>
                          </a:moveTo>
                          <a:cubicBezTo>
                            <a:pt x="15049" y="11680"/>
                            <a:pt x="11680" y="15049"/>
                            <a:pt x="7525" y="15049"/>
                          </a:cubicBezTo>
                          <a:cubicBezTo>
                            <a:pt x="3369" y="15049"/>
                            <a:pt x="0" y="11680"/>
                            <a:pt x="0" y="7524"/>
                          </a:cubicBezTo>
                          <a:cubicBezTo>
                            <a:pt x="0" y="3369"/>
                            <a:pt x="3369" y="0"/>
                            <a:pt x="7525" y="0"/>
                          </a:cubicBezTo>
                          <a:cubicBezTo>
                            <a:pt x="11681" y="0"/>
                            <a:pt x="15049" y="3369"/>
                            <a:pt x="15049" y="752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91" name="Google Shape;11391;p374"/>
                    <p:cNvSpPr/>
                    <p:nvPr/>
                  </p:nvSpPr>
                  <p:spPr>
                    <a:xfrm>
                      <a:off x="2499169" y="5554217"/>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392" name="Google Shape;11392;p374"/>
                  <p:cNvGrpSpPr/>
                  <p:nvPr/>
                </p:nvGrpSpPr>
                <p:grpSpPr>
                  <a:xfrm>
                    <a:off x="2336863" y="5641848"/>
                    <a:ext cx="177355" cy="15049"/>
                    <a:chOff x="2336863" y="5641848"/>
                    <a:chExt cx="177355" cy="15049"/>
                  </a:xfrm>
                </p:grpSpPr>
                <p:sp>
                  <p:nvSpPr>
                    <p:cNvPr id="11393" name="Google Shape;11393;p374"/>
                    <p:cNvSpPr/>
                    <p:nvPr/>
                  </p:nvSpPr>
                  <p:spPr>
                    <a:xfrm>
                      <a:off x="2336863" y="5641848"/>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94" name="Google Shape;11394;p374"/>
                    <p:cNvSpPr/>
                    <p:nvPr/>
                  </p:nvSpPr>
                  <p:spPr>
                    <a:xfrm>
                      <a:off x="2377440" y="5641848"/>
                      <a:ext cx="15049" cy="15049"/>
                    </a:xfrm>
                    <a:custGeom>
                      <a:rect b="b" l="l" r="r" t="t"/>
                      <a:pathLst>
                        <a:path extrusionOk="0" h="15049" w="15049">
                          <a:moveTo>
                            <a:pt x="15049" y="7525"/>
                          </a:moveTo>
                          <a:cubicBezTo>
                            <a:pt x="15049" y="11716"/>
                            <a:pt x="11716" y="15050"/>
                            <a:pt x="7525" y="15050"/>
                          </a:cubicBezTo>
                          <a:cubicBezTo>
                            <a:pt x="3334" y="15050"/>
                            <a:pt x="0" y="11716"/>
                            <a:pt x="0" y="7525"/>
                          </a:cubicBezTo>
                          <a:cubicBezTo>
                            <a:pt x="0" y="3334"/>
                            <a:pt x="3334" y="0"/>
                            <a:pt x="7525" y="0"/>
                          </a:cubicBezTo>
                          <a:cubicBezTo>
                            <a:pt x="11716" y="0"/>
                            <a:pt x="15049" y="3334"/>
                            <a:pt x="15049"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95" name="Google Shape;11395;p374"/>
                    <p:cNvSpPr/>
                    <p:nvPr/>
                  </p:nvSpPr>
                  <p:spPr>
                    <a:xfrm>
                      <a:off x="2418016" y="5641848"/>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96" name="Google Shape;11396;p374"/>
                    <p:cNvSpPr/>
                    <p:nvPr/>
                  </p:nvSpPr>
                  <p:spPr>
                    <a:xfrm>
                      <a:off x="2458592" y="5641848"/>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97" name="Google Shape;11397;p374"/>
                    <p:cNvSpPr/>
                    <p:nvPr/>
                  </p:nvSpPr>
                  <p:spPr>
                    <a:xfrm>
                      <a:off x="2499169" y="5641848"/>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398" name="Google Shape;11398;p374"/>
                <p:cNvGrpSpPr/>
                <p:nvPr/>
              </p:nvGrpSpPr>
              <p:grpSpPr>
                <a:xfrm>
                  <a:off x="1161625" y="3903897"/>
                  <a:ext cx="215413" cy="215333"/>
                  <a:chOff x="2288857" y="5187981"/>
                  <a:chExt cx="258413" cy="258317"/>
                </a:xfrm>
              </p:grpSpPr>
              <p:sp>
                <p:nvSpPr>
                  <p:cNvPr id="11399" name="Google Shape;11399;p374"/>
                  <p:cNvSpPr/>
                  <p:nvPr/>
                </p:nvSpPr>
                <p:spPr>
                  <a:xfrm>
                    <a:off x="2288857" y="5187981"/>
                    <a:ext cx="258413" cy="258317"/>
                  </a:xfrm>
                  <a:custGeom>
                    <a:rect b="b" l="l" r="r" t="t"/>
                    <a:pathLst>
                      <a:path extrusionOk="0" h="258317" w="258413">
                        <a:moveTo>
                          <a:pt x="258413" y="129159"/>
                        </a:moveTo>
                        <a:cubicBezTo>
                          <a:pt x="258413" y="159544"/>
                          <a:pt x="247936" y="187452"/>
                          <a:pt x="230410" y="209454"/>
                        </a:cubicBezTo>
                        <a:cubicBezTo>
                          <a:pt x="206692" y="239268"/>
                          <a:pt x="170212" y="258318"/>
                          <a:pt x="129159" y="258318"/>
                        </a:cubicBezTo>
                        <a:cubicBezTo>
                          <a:pt x="88106" y="258318"/>
                          <a:pt x="51625" y="239268"/>
                          <a:pt x="28004" y="209454"/>
                        </a:cubicBezTo>
                        <a:cubicBezTo>
                          <a:pt x="27337" y="208597"/>
                          <a:pt x="26670" y="207740"/>
                          <a:pt x="26003" y="206788"/>
                        </a:cubicBezTo>
                        <a:cubicBezTo>
                          <a:pt x="9716" y="185166"/>
                          <a:pt x="0" y="158305"/>
                          <a:pt x="0" y="129159"/>
                        </a:cubicBezTo>
                        <a:cubicBezTo>
                          <a:pt x="0" y="57817"/>
                          <a:pt x="57817" y="0"/>
                          <a:pt x="129159" y="0"/>
                        </a:cubicBezTo>
                        <a:cubicBezTo>
                          <a:pt x="176784" y="0"/>
                          <a:pt x="218313" y="25717"/>
                          <a:pt x="240697" y="64008"/>
                        </a:cubicBezTo>
                        <a:cubicBezTo>
                          <a:pt x="251936" y="83153"/>
                          <a:pt x="258318" y="105442"/>
                          <a:pt x="258318" y="1291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00" name="Google Shape;11400;p374"/>
                  <p:cNvSpPr/>
                  <p:nvPr/>
                </p:nvSpPr>
                <p:spPr>
                  <a:xfrm>
                    <a:off x="2316956" y="5234082"/>
                    <a:ext cx="202501" cy="212216"/>
                  </a:xfrm>
                  <a:custGeom>
                    <a:rect b="b" l="l" r="r" t="t"/>
                    <a:pathLst>
                      <a:path extrusionOk="0" h="212216" w="202501">
                        <a:moveTo>
                          <a:pt x="202406" y="163353"/>
                        </a:moveTo>
                        <a:cubicBezTo>
                          <a:pt x="178689" y="193167"/>
                          <a:pt x="142208" y="212217"/>
                          <a:pt x="101155" y="212217"/>
                        </a:cubicBezTo>
                        <a:cubicBezTo>
                          <a:pt x="60103" y="212217"/>
                          <a:pt x="23622" y="193167"/>
                          <a:pt x="0" y="163353"/>
                        </a:cubicBezTo>
                        <a:cubicBezTo>
                          <a:pt x="9525" y="122682"/>
                          <a:pt x="42958" y="91249"/>
                          <a:pt x="84677" y="84582"/>
                        </a:cubicBezTo>
                        <a:cubicBezTo>
                          <a:pt x="68675" y="78010"/>
                          <a:pt x="57341" y="62293"/>
                          <a:pt x="57341" y="43910"/>
                        </a:cubicBezTo>
                        <a:cubicBezTo>
                          <a:pt x="57341" y="19717"/>
                          <a:pt x="76962" y="0"/>
                          <a:pt x="101251" y="0"/>
                        </a:cubicBezTo>
                        <a:cubicBezTo>
                          <a:pt x="125539" y="0"/>
                          <a:pt x="145161" y="19717"/>
                          <a:pt x="145161" y="43910"/>
                        </a:cubicBezTo>
                        <a:cubicBezTo>
                          <a:pt x="145161" y="62293"/>
                          <a:pt x="133826" y="78010"/>
                          <a:pt x="117824" y="84582"/>
                        </a:cubicBezTo>
                        <a:cubicBezTo>
                          <a:pt x="159544" y="91249"/>
                          <a:pt x="192976" y="122682"/>
                          <a:pt x="202501" y="1633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1401" name="Google Shape;11401;p374"/>
              <p:cNvSpPr/>
              <p:nvPr/>
            </p:nvSpPr>
            <p:spPr>
              <a:xfrm>
                <a:off x="5401558" y="4012919"/>
                <a:ext cx="172878" cy="28080"/>
              </a:xfrm>
              <a:custGeom>
                <a:rect b="b" l="l" r="r" t="t"/>
                <a:pathLst>
                  <a:path extrusionOk="0" h="25527" w="157162">
                    <a:moveTo>
                      <a:pt x="144399" y="25527"/>
                    </a:moveTo>
                    <a:lnTo>
                      <a:pt x="12764" y="25527"/>
                    </a:lnTo>
                    <a:cubicBezTo>
                      <a:pt x="5715" y="25527"/>
                      <a:pt x="0" y="19812"/>
                      <a:pt x="0" y="12764"/>
                    </a:cubicBezTo>
                    <a:lnTo>
                      <a:pt x="0" y="12764"/>
                    </a:lnTo>
                    <a:cubicBezTo>
                      <a:pt x="0" y="5715"/>
                      <a:pt x="5715" y="0"/>
                      <a:pt x="12764" y="0"/>
                    </a:cubicBezTo>
                    <a:lnTo>
                      <a:pt x="144399" y="0"/>
                    </a:lnTo>
                    <a:cubicBezTo>
                      <a:pt x="151448" y="0"/>
                      <a:pt x="157163" y="5715"/>
                      <a:pt x="157163" y="12764"/>
                    </a:cubicBezTo>
                    <a:lnTo>
                      <a:pt x="157163" y="12764"/>
                    </a:lnTo>
                    <a:cubicBezTo>
                      <a:pt x="157163" y="19812"/>
                      <a:pt x="151448" y="25527"/>
                      <a:pt x="144399" y="2552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5" name="Shape 11405"/>
        <p:cNvGrpSpPr/>
        <p:nvPr/>
      </p:nvGrpSpPr>
      <p:grpSpPr>
        <a:xfrm>
          <a:off x="0" y="0"/>
          <a:ext cx="0" cy="0"/>
          <a:chOff x="0" y="0"/>
          <a:chExt cx="0" cy="0"/>
        </a:xfrm>
      </p:grpSpPr>
      <p:sp>
        <p:nvSpPr>
          <p:cNvPr id="11406" name="Google Shape;11406;p37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11407" name="Google Shape;11407;p375"/>
          <p:cNvSpPr txBox="1"/>
          <p:nvPr>
            <p:ph idx="2" type="title"/>
          </p:nvPr>
        </p:nvSpPr>
        <p:spPr>
          <a:xfrm>
            <a:off x="1100975" y="1841748"/>
            <a:ext cx="7347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1408" name="Google Shape;11408;p375"/>
          <p:cNvSpPr txBox="1"/>
          <p:nvPr>
            <p:ph idx="4" type="title"/>
          </p:nvPr>
        </p:nvSpPr>
        <p:spPr>
          <a:xfrm>
            <a:off x="3419250" y="1841748"/>
            <a:ext cx="7347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11409" name="Google Shape;11409;p375"/>
          <p:cNvSpPr txBox="1"/>
          <p:nvPr>
            <p:ph idx="6" type="title"/>
          </p:nvPr>
        </p:nvSpPr>
        <p:spPr>
          <a:xfrm>
            <a:off x="5737525" y="1841748"/>
            <a:ext cx="7347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11410" name="Google Shape;11410;p375"/>
          <p:cNvSpPr txBox="1"/>
          <p:nvPr>
            <p:ph idx="1" type="subTitle"/>
          </p:nvPr>
        </p:nvSpPr>
        <p:spPr>
          <a:xfrm>
            <a:off x="1100975" y="2550850"/>
            <a:ext cx="2305500" cy="75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Fully Qualified Domains</a:t>
            </a:r>
            <a:endParaRPr/>
          </a:p>
        </p:txBody>
      </p:sp>
      <p:sp>
        <p:nvSpPr>
          <p:cNvPr id="11411" name="Google Shape;11411;p375"/>
          <p:cNvSpPr txBox="1"/>
          <p:nvPr>
            <p:ph idx="8" type="subTitle"/>
          </p:nvPr>
        </p:nvSpPr>
        <p:spPr>
          <a:xfrm>
            <a:off x="3419250" y="2550850"/>
            <a:ext cx="2305500" cy="75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Fully Qualified Table Names</a:t>
            </a:r>
            <a:endParaRPr/>
          </a:p>
        </p:txBody>
      </p:sp>
      <p:sp>
        <p:nvSpPr>
          <p:cNvPr id="11412" name="Google Shape;11412;p375"/>
          <p:cNvSpPr txBox="1"/>
          <p:nvPr>
            <p:ph idx="9" type="subTitle"/>
          </p:nvPr>
        </p:nvSpPr>
        <p:spPr>
          <a:xfrm>
            <a:off x="5737525" y="2550850"/>
            <a:ext cx="2305500" cy="75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Taxonomies</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16" name="Shape 11416"/>
        <p:cNvGrpSpPr/>
        <p:nvPr/>
      </p:nvGrpSpPr>
      <p:grpSpPr>
        <a:xfrm>
          <a:off x="0" y="0"/>
          <a:ext cx="0" cy="0"/>
          <a:chOff x="0" y="0"/>
          <a:chExt cx="0" cy="0"/>
        </a:xfrm>
      </p:grpSpPr>
      <p:sp>
        <p:nvSpPr>
          <p:cNvPr id="11417" name="Google Shape;11417;p376"/>
          <p:cNvSpPr/>
          <p:nvPr/>
        </p:nvSpPr>
        <p:spPr>
          <a:xfrm flipH="1" rot="-7219687">
            <a:off x="-1095655" y="408466"/>
            <a:ext cx="5219277" cy="470790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376"/>
          <p:cNvSpPr txBox="1"/>
          <p:nvPr>
            <p:ph type="title"/>
          </p:nvPr>
        </p:nvSpPr>
        <p:spPr>
          <a:xfrm>
            <a:off x="4047175" y="2571975"/>
            <a:ext cx="43836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4600"/>
              <a:t>Fully Qualified Domain</a:t>
            </a:r>
            <a:endParaRPr sz="4600"/>
          </a:p>
        </p:txBody>
      </p:sp>
      <p:sp>
        <p:nvSpPr>
          <p:cNvPr id="11419" name="Google Shape;11419;p376"/>
          <p:cNvSpPr txBox="1"/>
          <p:nvPr>
            <p:ph idx="2" type="title"/>
          </p:nvPr>
        </p:nvSpPr>
        <p:spPr>
          <a:xfrm>
            <a:off x="4047175" y="1321975"/>
            <a:ext cx="12357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pic>
        <p:nvPicPr>
          <p:cNvPr descr="the database is an icon vector. Isolated contour symbol illustration (Provided by Getty Images)" id="11420" name="Google Shape;11420;p376"/>
          <p:cNvPicPr preferRelativeResize="0"/>
          <p:nvPr>
            <p:ph idx="3" type="pic"/>
          </p:nvPr>
        </p:nvPicPr>
        <p:blipFill rotWithShape="1">
          <a:blip r:embed="rId3">
            <a:alphaModFix/>
          </a:blip>
          <a:srcRect b="0" l="0" r="0" t="0"/>
          <a:stretch/>
        </p:blipFill>
        <p:spPr>
          <a:xfrm>
            <a:off x="484625" y="1076550"/>
            <a:ext cx="2990400" cy="2990400"/>
          </a:xfrm>
          <a:prstGeom prst="roundRect">
            <a:avLst>
              <a:gd fmla="val 16667" name="adj"/>
            </a:avLst>
          </a:prstGeom>
        </p:spPr>
      </p:pic>
      <p:grpSp>
        <p:nvGrpSpPr>
          <p:cNvPr id="11421" name="Google Shape;11421;p376"/>
          <p:cNvGrpSpPr/>
          <p:nvPr/>
        </p:nvGrpSpPr>
        <p:grpSpPr>
          <a:xfrm>
            <a:off x="7441503" y="289852"/>
            <a:ext cx="1366913" cy="1382099"/>
            <a:chOff x="6568493" y="8"/>
            <a:chExt cx="1820608" cy="1840590"/>
          </a:xfrm>
        </p:grpSpPr>
        <p:sp>
          <p:nvSpPr>
            <p:cNvPr id="11422" name="Google Shape;11422;p376"/>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23" name="Google Shape;11423;p376"/>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424" name="Google Shape;11424;p376"/>
            <p:cNvGrpSpPr/>
            <p:nvPr/>
          </p:nvGrpSpPr>
          <p:grpSpPr>
            <a:xfrm>
              <a:off x="6568493" y="84720"/>
              <a:ext cx="1649109" cy="1669065"/>
              <a:chOff x="8921020" y="472154"/>
              <a:chExt cx="1959958" cy="1983676"/>
            </a:xfrm>
          </p:grpSpPr>
          <p:sp>
            <p:nvSpPr>
              <p:cNvPr id="11425" name="Google Shape;11425;p376"/>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26" name="Google Shape;11426;p376"/>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427" name="Google Shape;11427;p376"/>
              <p:cNvGrpSpPr/>
              <p:nvPr/>
            </p:nvGrpSpPr>
            <p:grpSpPr>
              <a:xfrm>
                <a:off x="9011888" y="537781"/>
                <a:ext cx="255174" cy="64389"/>
                <a:chOff x="9011888" y="537781"/>
                <a:chExt cx="255174" cy="64389"/>
              </a:xfrm>
            </p:grpSpPr>
            <p:sp>
              <p:nvSpPr>
                <p:cNvPr id="11428" name="Google Shape;11428;p376"/>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29" name="Google Shape;11429;p376"/>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30" name="Google Shape;11430;p376"/>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431" name="Google Shape;11431;p376"/>
            <p:cNvGrpSpPr/>
            <p:nvPr/>
          </p:nvGrpSpPr>
          <p:grpSpPr>
            <a:xfrm>
              <a:off x="6795939" y="406335"/>
              <a:ext cx="1194216" cy="1228757"/>
              <a:chOff x="9191339" y="854392"/>
              <a:chExt cx="1419320" cy="1460372"/>
            </a:xfrm>
          </p:grpSpPr>
          <p:grpSp>
            <p:nvGrpSpPr>
              <p:cNvPr id="11432" name="Google Shape;11432;p376"/>
              <p:cNvGrpSpPr/>
              <p:nvPr/>
            </p:nvGrpSpPr>
            <p:grpSpPr>
              <a:xfrm>
                <a:off x="9191339" y="1884045"/>
                <a:ext cx="604932" cy="420243"/>
                <a:chOff x="9191339" y="1884045"/>
                <a:chExt cx="604932" cy="420243"/>
              </a:xfrm>
            </p:grpSpPr>
            <p:sp>
              <p:nvSpPr>
                <p:cNvPr id="11433" name="Google Shape;11433;p376"/>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34" name="Google Shape;11434;p376"/>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35" name="Google Shape;11435;p376"/>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36" name="Google Shape;11436;p376"/>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37" name="Google Shape;11437;p376"/>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38" name="Google Shape;11438;p376"/>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39" name="Google Shape;11439;p376"/>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40" name="Google Shape;11440;p376"/>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41" name="Google Shape;11441;p376"/>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42" name="Google Shape;11442;p376"/>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443" name="Google Shape;11443;p376"/>
              <p:cNvGrpSpPr/>
              <p:nvPr/>
            </p:nvGrpSpPr>
            <p:grpSpPr>
              <a:xfrm>
                <a:off x="10004774" y="854392"/>
                <a:ext cx="604932" cy="420243"/>
                <a:chOff x="10004774" y="854392"/>
                <a:chExt cx="604932" cy="420243"/>
              </a:xfrm>
            </p:grpSpPr>
            <p:sp>
              <p:nvSpPr>
                <p:cNvPr id="11444" name="Google Shape;11444;p376"/>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45" name="Google Shape;11445;p376"/>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46" name="Google Shape;11446;p376"/>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47" name="Google Shape;11447;p376"/>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48" name="Google Shape;11448;p376"/>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49" name="Google Shape;11449;p376"/>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50" name="Google Shape;11450;p376"/>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51" name="Google Shape;11451;p376"/>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52" name="Google Shape;11452;p376"/>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53" name="Google Shape;11453;p376"/>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454" name="Google Shape;11454;p376"/>
              <p:cNvGrpSpPr/>
              <p:nvPr/>
            </p:nvGrpSpPr>
            <p:grpSpPr>
              <a:xfrm>
                <a:off x="10004774" y="1374362"/>
                <a:ext cx="604932" cy="303466"/>
                <a:chOff x="10004774" y="1374362"/>
                <a:chExt cx="604932" cy="303466"/>
              </a:xfrm>
            </p:grpSpPr>
            <p:sp>
              <p:nvSpPr>
                <p:cNvPr id="11455" name="Google Shape;11455;p376"/>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56" name="Google Shape;11456;p376"/>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57" name="Google Shape;11457;p376"/>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58" name="Google Shape;11458;p376"/>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59" name="Google Shape;11459;p376"/>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60" name="Google Shape;11460;p376"/>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61" name="Google Shape;11461;p376"/>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62" name="Google Shape;11462;p376"/>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463" name="Google Shape;11463;p376"/>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64" name="Google Shape;11464;p376"/>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465" name="Google Shape;11465;p376"/>
            <p:cNvGrpSpPr/>
            <p:nvPr/>
          </p:nvGrpSpPr>
          <p:grpSpPr>
            <a:xfrm>
              <a:off x="6717319" y="354723"/>
              <a:ext cx="656533" cy="799751"/>
              <a:chOff x="9097899" y="793051"/>
              <a:chExt cx="780287" cy="950500"/>
            </a:xfrm>
          </p:grpSpPr>
          <p:grpSp>
            <p:nvGrpSpPr>
              <p:cNvPr id="11466" name="Google Shape;11466;p376"/>
              <p:cNvGrpSpPr/>
              <p:nvPr/>
            </p:nvGrpSpPr>
            <p:grpSpPr>
              <a:xfrm>
                <a:off x="9118758" y="814006"/>
                <a:ext cx="747999" cy="918020"/>
                <a:chOff x="9118758" y="814006"/>
                <a:chExt cx="747999" cy="918020"/>
              </a:xfrm>
            </p:grpSpPr>
            <p:sp>
              <p:nvSpPr>
                <p:cNvPr id="11467" name="Google Shape;11467;p376"/>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68" name="Google Shape;11468;p376"/>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69" name="Google Shape;11469;p376"/>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70" name="Google Shape;11470;p376"/>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471" name="Google Shape;11471;p376"/>
              <p:cNvGrpSpPr/>
              <p:nvPr/>
            </p:nvGrpSpPr>
            <p:grpSpPr>
              <a:xfrm>
                <a:off x="9097899" y="793051"/>
                <a:ext cx="780287" cy="950500"/>
                <a:chOff x="9097899" y="793051"/>
                <a:chExt cx="780287" cy="950500"/>
              </a:xfrm>
            </p:grpSpPr>
            <p:grpSp>
              <p:nvGrpSpPr>
                <p:cNvPr id="11472" name="Google Shape;11472;p376"/>
                <p:cNvGrpSpPr/>
                <p:nvPr/>
              </p:nvGrpSpPr>
              <p:grpSpPr>
                <a:xfrm>
                  <a:off x="9097899" y="793051"/>
                  <a:ext cx="780287" cy="41909"/>
                  <a:chOff x="9097899" y="793051"/>
                  <a:chExt cx="780287" cy="41909"/>
                </a:xfrm>
              </p:grpSpPr>
              <p:sp>
                <p:nvSpPr>
                  <p:cNvPr id="11473" name="Google Shape;11473;p376"/>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74" name="Google Shape;11474;p376"/>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75" name="Google Shape;11475;p376"/>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476" name="Google Shape;11476;p376"/>
                <p:cNvGrpSpPr/>
                <p:nvPr/>
              </p:nvGrpSpPr>
              <p:grpSpPr>
                <a:xfrm>
                  <a:off x="9097899" y="1247298"/>
                  <a:ext cx="780287" cy="41910"/>
                  <a:chOff x="9097899" y="1247298"/>
                  <a:chExt cx="780287" cy="41910"/>
                </a:xfrm>
              </p:grpSpPr>
              <p:sp>
                <p:nvSpPr>
                  <p:cNvPr id="11477" name="Google Shape;11477;p376"/>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78" name="Google Shape;11478;p376"/>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479" name="Google Shape;11479;p376"/>
                <p:cNvGrpSpPr/>
                <p:nvPr/>
              </p:nvGrpSpPr>
              <p:grpSpPr>
                <a:xfrm>
                  <a:off x="9097899" y="1701641"/>
                  <a:ext cx="780287" cy="41910"/>
                  <a:chOff x="9097899" y="1701641"/>
                  <a:chExt cx="780287" cy="41910"/>
                </a:xfrm>
              </p:grpSpPr>
              <p:sp>
                <p:nvSpPr>
                  <p:cNvPr id="11480" name="Google Shape;11480;p376"/>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81" name="Google Shape;11481;p376"/>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82" name="Google Shape;11482;p376"/>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1483" name="Google Shape;11483;p376"/>
            <p:cNvGrpSpPr/>
            <p:nvPr/>
          </p:nvGrpSpPr>
          <p:grpSpPr>
            <a:xfrm>
              <a:off x="7074117" y="956519"/>
              <a:ext cx="215826" cy="125825"/>
              <a:chOff x="9521952" y="1508283"/>
              <a:chExt cx="256508" cy="149542"/>
            </a:xfrm>
          </p:grpSpPr>
          <p:sp>
            <p:nvSpPr>
              <p:cNvPr id="11484" name="Google Shape;11484;p376"/>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485" name="Google Shape;11485;p376"/>
              <p:cNvGrpSpPr/>
              <p:nvPr/>
            </p:nvGrpSpPr>
            <p:grpSpPr>
              <a:xfrm>
                <a:off x="9556578" y="1534618"/>
                <a:ext cx="183763" cy="98921"/>
                <a:chOff x="9556578" y="1534618"/>
                <a:chExt cx="183763" cy="98921"/>
              </a:xfrm>
            </p:grpSpPr>
            <p:grpSp>
              <p:nvGrpSpPr>
                <p:cNvPr id="11486" name="Google Shape;11486;p376"/>
                <p:cNvGrpSpPr/>
                <p:nvPr/>
              </p:nvGrpSpPr>
              <p:grpSpPr>
                <a:xfrm>
                  <a:off x="9645396" y="1536115"/>
                  <a:ext cx="94945" cy="94946"/>
                  <a:chOff x="9645396" y="1536115"/>
                  <a:chExt cx="94945" cy="94946"/>
                </a:xfrm>
              </p:grpSpPr>
              <p:sp>
                <p:nvSpPr>
                  <p:cNvPr id="11487" name="Google Shape;11487;p376"/>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88" name="Google Shape;11488;p376"/>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489" name="Google Shape;11489;p376"/>
                <p:cNvGrpSpPr/>
                <p:nvPr/>
              </p:nvGrpSpPr>
              <p:grpSpPr>
                <a:xfrm>
                  <a:off x="9556578" y="1534618"/>
                  <a:ext cx="98773" cy="98921"/>
                  <a:chOff x="9556578" y="1534618"/>
                  <a:chExt cx="98773" cy="98921"/>
                </a:xfrm>
              </p:grpSpPr>
              <p:sp>
                <p:nvSpPr>
                  <p:cNvPr id="11490" name="Google Shape;11490;p376"/>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91" name="Google Shape;11491;p376"/>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grpSp>
        <p:nvGrpSpPr>
          <p:cNvPr id="11492" name="Google Shape;11492;p376"/>
          <p:cNvGrpSpPr/>
          <p:nvPr/>
        </p:nvGrpSpPr>
        <p:grpSpPr>
          <a:xfrm>
            <a:off x="254436" y="3695349"/>
            <a:ext cx="917374" cy="683570"/>
            <a:chOff x="1914620" y="1930431"/>
            <a:chExt cx="572929" cy="426911"/>
          </a:xfrm>
        </p:grpSpPr>
        <p:grpSp>
          <p:nvGrpSpPr>
            <p:cNvPr id="11493" name="Google Shape;11493;p376"/>
            <p:cNvGrpSpPr/>
            <p:nvPr/>
          </p:nvGrpSpPr>
          <p:grpSpPr>
            <a:xfrm>
              <a:off x="1914620" y="1930431"/>
              <a:ext cx="572929" cy="426911"/>
              <a:chOff x="1914620" y="1930431"/>
              <a:chExt cx="572929" cy="426911"/>
            </a:xfrm>
          </p:grpSpPr>
          <p:sp>
            <p:nvSpPr>
              <p:cNvPr id="11494" name="Google Shape;11494;p376"/>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95" name="Google Shape;11495;p376"/>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96" name="Google Shape;11496;p376"/>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497" name="Google Shape;11497;p376"/>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01" name="Shape 11501"/>
        <p:cNvGrpSpPr/>
        <p:nvPr/>
      </p:nvGrpSpPr>
      <p:grpSpPr>
        <a:xfrm>
          <a:off x="0" y="0"/>
          <a:ext cx="0" cy="0"/>
          <a:chOff x="0" y="0"/>
          <a:chExt cx="0" cy="0"/>
        </a:xfrm>
      </p:grpSpPr>
      <p:sp>
        <p:nvSpPr>
          <p:cNvPr id="11502" name="Google Shape;11502;p377"/>
          <p:cNvSpPr txBox="1"/>
          <p:nvPr>
            <p:ph type="title"/>
          </p:nvPr>
        </p:nvSpPr>
        <p:spPr>
          <a:xfrm>
            <a:off x="2013850" y="841075"/>
            <a:ext cx="5116200" cy="1390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What is a Domain?</a:t>
            </a:r>
            <a:endParaRPr/>
          </a:p>
        </p:txBody>
      </p:sp>
      <p:sp>
        <p:nvSpPr>
          <p:cNvPr id="11503" name="Google Shape;11503;p377"/>
          <p:cNvSpPr txBox="1"/>
          <p:nvPr>
            <p:ph idx="1" type="subTitle"/>
          </p:nvPr>
        </p:nvSpPr>
        <p:spPr>
          <a:xfrm>
            <a:off x="2013850" y="2231525"/>
            <a:ext cx="5116200" cy="22389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t>A domain is a data type with optional constraints. They are essentially just ‘global’ constraints. For example, if multiple tables store phone numbers, instead of writing the same validation rule repeatedly for each table, we can define a PhoneNumber domain once, give it the constraint we need phone numbers to have, and then reuse it wherever a phone number is needed. This promotes consistency and avoids errors.</a:t>
            </a:r>
            <a:endParaRPr/>
          </a:p>
          <a:p>
            <a:pPr indent="0" lvl="0" marL="0" rtl="0" algn="l">
              <a:spcBef>
                <a:spcPts val="0"/>
              </a:spcBef>
              <a:spcAft>
                <a:spcPts val="0"/>
              </a:spcAft>
              <a:buNone/>
            </a:pPr>
            <a:r>
              <a:t/>
            </a:r>
            <a:endParaRPr/>
          </a:p>
          <a:p>
            <a:pPr indent="-304800" lvl="0" marL="457200" rtl="0" algn="l">
              <a:spcBef>
                <a:spcPts val="0"/>
              </a:spcBef>
              <a:spcAft>
                <a:spcPts val="0"/>
              </a:spcAft>
              <a:buSzPts val="1200"/>
              <a:buChar char="-"/>
            </a:pPr>
            <a:r>
              <a:rPr lang="en"/>
              <a:t>You can think of it like using </a:t>
            </a:r>
            <a:r>
              <a:rPr b="1" lang="en"/>
              <a:t>#define</a:t>
            </a:r>
            <a:r>
              <a:rPr lang="en"/>
              <a:t> in C++, both </a:t>
            </a:r>
            <a:r>
              <a:rPr b="1" lang="en"/>
              <a:t>Domains </a:t>
            </a:r>
            <a:r>
              <a:rPr lang="en"/>
              <a:t>and </a:t>
            </a:r>
            <a:r>
              <a:rPr b="1" lang="en"/>
              <a:t>#define</a:t>
            </a:r>
            <a:r>
              <a:rPr lang="en"/>
              <a:t> let us create a rule or definition in one place, and reuse it everywhere else. If the rule changes, we update it once </a:t>
            </a:r>
            <a:r>
              <a:rPr lang="en"/>
              <a:t>where</a:t>
            </a:r>
            <a:r>
              <a:rPr lang="en"/>
              <a:t> we defined it, instead of updating multiple tables or code sections.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07" name="Shape 11507"/>
        <p:cNvGrpSpPr/>
        <p:nvPr/>
      </p:nvGrpSpPr>
      <p:grpSpPr>
        <a:xfrm>
          <a:off x="0" y="0"/>
          <a:ext cx="0" cy="0"/>
          <a:chOff x="0" y="0"/>
          <a:chExt cx="0" cy="0"/>
        </a:xfrm>
      </p:grpSpPr>
      <p:sp>
        <p:nvSpPr>
          <p:cNvPr id="11508" name="Google Shape;11508;p378"/>
          <p:cNvSpPr txBox="1"/>
          <p:nvPr>
            <p:ph idx="4" type="subTitle"/>
          </p:nvPr>
        </p:nvSpPr>
        <p:spPr>
          <a:xfrm>
            <a:off x="5039689" y="1817200"/>
            <a:ext cx="33843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Example:</a:t>
            </a:r>
            <a:endParaRPr/>
          </a:p>
        </p:txBody>
      </p:sp>
      <p:sp>
        <p:nvSpPr>
          <p:cNvPr id="11509" name="Google Shape;11509;p37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Fully Qualified Domains</a:t>
            </a:r>
            <a:endParaRPr/>
          </a:p>
        </p:txBody>
      </p:sp>
      <p:sp>
        <p:nvSpPr>
          <p:cNvPr id="11510" name="Google Shape;11510;p378"/>
          <p:cNvSpPr txBox="1"/>
          <p:nvPr>
            <p:ph idx="1" type="subTitle"/>
          </p:nvPr>
        </p:nvSpPr>
        <p:spPr>
          <a:xfrm>
            <a:off x="5039675" y="2453574"/>
            <a:ext cx="3384300" cy="113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600">
                <a:solidFill>
                  <a:schemeClr val="lt2"/>
                </a:solidFill>
              </a:rPr>
              <a:t>Not qualified domain</a:t>
            </a:r>
            <a:r>
              <a:rPr lang="en" sz="1600"/>
              <a:t>: Email</a:t>
            </a:r>
            <a:endParaRPr sz="1600"/>
          </a:p>
          <a:p>
            <a:pPr indent="0" lvl="0" marL="0" rtl="0" algn="l">
              <a:spcBef>
                <a:spcPts val="0"/>
              </a:spcBef>
              <a:spcAft>
                <a:spcPts val="0"/>
              </a:spcAft>
              <a:buNone/>
            </a:pPr>
            <a:r>
              <a:rPr b="1" lang="en" sz="1600">
                <a:solidFill>
                  <a:srgbClr val="93C47D"/>
                </a:solidFill>
              </a:rPr>
              <a:t>Qualified domains</a:t>
            </a:r>
            <a:r>
              <a:rPr lang="en" sz="1600"/>
              <a:t>: Nissan.Employees.Email</a:t>
            </a:r>
            <a:r>
              <a:rPr b="1" lang="en" sz="1600"/>
              <a:t> </a:t>
            </a:r>
            <a:r>
              <a:rPr lang="en" sz="1600"/>
              <a:t>Nissan.Customers.Email</a:t>
            </a:r>
            <a:endParaRPr sz="1600"/>
          </a:p>
        </p:txBody>
      </p:sp>
      <p:sp>
        <p:nvSpPr>
          <p:cNvPr id="11511" name="Google Shape;11511;p378"/>
          <p:cNvSpPr txBox="1"/>
          <p:nvPr>
            <p:ph idx="2" type="subTitle"/>
          </p:nvPr>
        </p:nvSpPr>
        <p:spPr>
          <a:xfrm>
            <a:off x="1080525" y="2453575"/>
            <a:ext cx="3384300" cy="1426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500"/>
              <a:t>A fully qualified domain is simply a domain whose name is unique, clearly understood, and includes the taxonomy </a:t>
            </a:r>
            <a:r>
              <a:rPr lang="en" sz="1500"/>
              <a:t>hierarchy that</a:t>
            </a:r>
            <a:r>
              <a:rPr lang="en" sz="1500"/>
              <a:t> it belongs to. This makes the domain name clear and prevents confusion since different parts of the organization may use similar domain names.</a:t>
            </a:r>
            <a:endParaRPr sz="1500"/>
          </a:p>
        </p:txBody>
      </p:sp>
      <p:sp>
        <p:nvSpPr>
          <p:cNvPr id="11512" name="Google Shape;11512;p378"/>
          <p:cNvSpPr txBox="1"/>
          <p:nvPr>
            <p:ph idx="3" type="subTitle"/>
          </p:nvPr>
        </p:nvSpPr>
        <p:spPr>
          <a:xfrm>
            <a:off x="1080536" y="1817200"/>
            <a:ext cx="33843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What do we mean by FULLY QUALIFIED domain?</a:t>
            </a:r>
            <a:endParaRPr/>
          </a:p>
        </p:txBody>
      </p:sp>
      <p:grpSp>
        <p:nvGrpSpPr>
          <p:cNvPr id="11513" name="Google Shape;11513;p378"/>
          <p:cNvGrpSpPr/>
          <p:nvPr/>
        </p:nvGrpSpPr>
        <p:grpSpPr>
          <a:xfrm>
            <a:off x="7658533" y="701383"/>
            <a:ext cx="1187311" cy="624971"/>
            <a:chOff x="3859815" y="2867310"/>
            <a:chExt cx="1262157" cy="664368"/>
          </a:xfrm>
        </p:grpSpPr>
        <p:sp>
          <p:nvSpPr>
            <p:cNvPr id="11514" name="Google Shape;11514;p378"/>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515" name="Google Shape;11515;p378"/>
            <p:cNvGrpSpPr/>
            <p:nvPr/>
          </p:nvGrpSpPr>
          <p:grpSpPr>
            <a:xfrm>
              <a:off x="4275677" y="3065525"/>
              <a:ext cx="334517" cy="380047"/>
              <a:chOff x="4275677" y="3065525"/>
              <a:chExt cx="334517" cy="380047"/>
            </a:xfrm>
          </p:grpSpPr>
          <p:grpSp>
            <p:nvGrpSpPr>
              <p:cNvPr id="11516" name="Google Shape;11516;p378"/>
              <p:cNvGrpSpPr/>
              <p:nvPr/>
            </p:nvGrpSpPr>
            <p:grpSpPr>
              <a:xfrm>
                <a:off x="4275677" y="3065525"/>
                <a:ext cx="334517" cy="380047"/>
                <a:chOff x="4275677" y="3065525"/>
                <a:chExt cx="334517" cy="380047"/>
              </a:xfrm>
            </p:grpSpPr>
            <p:grpSp>
              <p:nvGrpSpPr>
                <p:cNvPr id="11517" name="Google Shape;11517;p378"/>
                <p:cNvGrpSpPr/>
                <p:nvPr/>
              </p:nvGrpSpPr>
              <p:grpSpPr>
                <a:xfrm>
                  <a:off x="4275677" y="3301269"/>
                  <a:ext cx="334422" cy="144303"/>
                  <a:chOff x="4275677" y="3301269"/>
                  <a:chExt cx="334422" cy="144303"/>
                </a:xfrm>
              </p:grpSpPr>
              <p:sp>
                <p:nvSpPr>
                  <p:cNvPr id="11518" name="Google Shape;11518;p378"/>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19" name="Google Shape;11519;p378"/>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520" name="Google Shape;11520;p378"/>
                <p:cNvGrpSpPr/>
                <p:nvPr/>
              </p:nvGrpSpPr>
              <p:grpSpPr>
                <a:xfrm>
                  <a:off x="4275677" y="3183350"/>
                  <a:ext cx="334422" cy="144302"/>
                  <a:chOff x="4275677" y="3183350"/>
                  <a:chExt cx="334422" cy="144302"/>
                </a:xfrm>
              </p:grpSpPr>
              <p:sp>
                <p:nvSpPr>
                  <p:cNvPr id="11521" name="Google Shape;11521;p378"/>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22" name="Google Shape;11522;p378"/>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523" name="Google Shape;11523;p378"/>
                <p:cNvGrpSpPr/>
                <p:nvPr/>
              </p:nvGrpSpPr>
              <p:grpSpPr>
                <a:xfrm>
                  <a:off x="4275677" y="3065525"/>
                  <a:ext cx="334517" cy="144303"/>
                  <a:chOff x="4275677" y="3065525"/>
                  <a:chExt cx="334517" cy="144303"/>
                </a:xfrm>
              </p:grpSpPr>
              <p:sp>
                <p:nvSpPr>
                  <p:cNvPr id="11524" name="Google Shape;11524;p378"/>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25" name="Google Shape;11525;p378"/>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1526" name="Google Shape;11526;p378"/>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27" name="Google Shape;11527;p378"/>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28" name="Google Shape;11528;p378"/>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1529" name="Google Shape;11529;p378"/>
          <p:cNvSpPr txBox="1"/>
          <p:nvPr/>
        </p:nvSpPr>
        <p:spPr>
          <a:xfrm>
            <a:off x="5039675" y="3540275"/>
            <a:ext cx="3132900" cy="1131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100">
                <a:solidFill>
                  <a:schemeClr val="dk1"/>
                </a:solidFill>
                <a:latin typeface="Lato"/>
                <a:ea typeface="Lato"/>
                <a:cs typeface="Lato"/>
                <a:sym typeface="Lato"/>
              </a:rPr>
              <a:t>Here you can see that Nissan.Employees.Email includes the name of the database(Nissan), the name of the table(Employees), followed by the element we want to set the constraint on(Email). We might want to enforce two different sets of rules depending on if the email is a customer email or an employee email, hence simply using the domain ‘Email’ would not be descriptive enough.</a:t>
            </a:r>
            <a:endParaRPr sz="1100">
              <a:solidFill>
                <a:schemeClr val="dk1"/>
              </a:solidFill>
              <a:latin typeface="Lato"/>
              <a:ea typeface="Lato"/>
              <a:cs typeface="Lato"/>
              <a:sym typeface="Lato"/>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33" name="Shape 11533"/>
        <p:cNvGrpSpPr/>
        <p:nvPr/>
      </p:nvGrpSpPr>
      <p:grpSpPr>
        <a:xfrm>
          <a:off x="0" y="0"/>
          <a:ext cx="0" cy="0"/>
          <a:chOff x="0" y="0"/>
          <a:chExt cx="0" cy="0"/>
        </a:xfrm>
      </p:grpSpPr>
      <p:sp>
        <p:nvSpPr>
          <p:cNvPr id="11534" name="Google Shape;11534;p37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Fully Qualified Domains</a:t>
            </a:r>
            <a:endParaRPr/>
          </a:p>
        </p:txBody>
      </p:sp>
      <p:sp>
        <p:nvSpPr>
          <p:cNvPr id="11535" name="Google Shape;11535;p379"/>
          <p:cNvSpPr txBox="1"/>
          <p:nvPr>
            <p:ph idx="2" type="subTitle"/>
          </p:nvPr>
        </p:nvSpPr>
        <p:spPr>
          <a:xfrm>
            <a:off x="1080525" y="2453575"/>
            <a:ext cx="7343400" cy="2073300"/>
          </a:xfrm>
          <a:prstGeom prst="rect">
            <a:avLst/>
          </a:prstGeom>
        </p:spPr>
        <p:txBody>
          <a:bodyPr anchorCtr="0" anchor="t" bIns="91425" lIns="91425" spcFirstLastPara="1" rIns="91425" wrap="square" tIns="91425">
            <a:noAutofit/>
          </a:bodyPr>
          <a:lstStyle/>
          <a:p>
            <a:pPr indent="-323850" lvl="0" marL="457200" rtl="0" algn="l">
              <a:lnSpc>
                <a:spcPct val="150000"/>
              </a:lnSpc>
              <a:spcBef>
                <a:spcPts val="0"/>
              </a:spcBef>
              <a:spcAft>
                <a:spcPts val="0"/>
              </a:spcAft>
              <a:buSzPts val="1500"/>
              <a:buAutoNum type="arabicPeriod"/>
            </a:pPr>
            <a:r>
              <a:rPr b="1" lang="en" sz="1500"/>
              <a:t>Ensures consistent data formatting across multiple tables and </a:t>
            </a:r>
            <a:r>
              <a:rPr b="1" lang="en" sz="1500"/>
              <a:t>systems</a:t>
            </a:r>
            <a:r>
              <a:rPr b="1" lang="en" sz="1500"/>
              <a:t>.</a:t>
            </a:r>
            <a:endParaRPr b="1" sz="1500"/>
          </a:p>
          <a:p>
            <a:pPr indent="-323850" lvl="0" marL="457200" rtl="0" algn="l">
              <a:lnSpc>
                <a:spcPct val="150000"/>
              </a:lnSpc>
              <a:spcBef>
                <a:spcPts val="0"/>
              </a:spcBef>
              <a:spcAft>
                <a:spcPts val="0"/>
              </a:spcAft>
              <a:buSzPts val="1500"/>
              <a:buAutoNum type="arabicPeriod"/>
            </a:pPr>
            <a:r>
              <a:rPr b="1" lang="en" sz="1500"/>
              <a:t>Allows shared validation rules to be defined once and reused wherever needed.</a:t>
            </a:r>
            <a:endParaRPr b="1" sz="1500"/>
          </a:p>
          <a:p>
            <a:pPr indent="-323850" lvl="0" marL="457200" rtl="0" algn="l">
              <a:lnSpc>
                <a:spcPct val="150000"/>
              </a:lnSpc>
              <a:spcBef>
                <a:spcPts val="0"/>
              </a:spcBef>
              <a:spcAft>
                <a:spcPts val="0"/>
              </a:spcAft>
              <a:buSzPts val="1500"/>
              <a:buAutoNum type="arabicPeriod"/>
            </a:pPr>
            <a:r>
              <a:rPr b="1" lang="en" sz="1500"/>
              <a:t>Helps different teams interpret the data in the same way.</a:t>
            </a:r>
            <a:endParaRPr b="1" sz="1500"/>
          </a:p>
          <a:p>
            <a:pPr indent="-323850" lvl="0" marL="457200" rtl="0" algn="l">
              <a:lnSpc>
                <a:spcPct val="150000"/>
              </a:lnSpc>
              <a:spcBef>
                <a:spcPts val="0"/>
              </a:spcBef>
              <a:spcAft>
                <a:spcPts val="0"/>
              </a:spcAft>
              <a:buSzPts val="1500"/>
              <a:buAutoNum type="arabicPeriod"/>
            </a:pPr>
            <a:r>
              <a:rPr b="1" lang="en" sz="1500"/>
              <a:t>Allows for easier database growth. New tables and systems can plug into existing domains instead of having to reinvent data rules.</a:t>
            </a:r>
            <a:endParaRPr b="1" sz="1500"/>
          </a:p>
          <a:p>
            <a:pPr indent="0" lvl="0" marL="0" rtl="0" algn="l">
              <a:spcBef>
                <a:spcPts val="0"/>
              </a:spcBef>
              <a:spcAft>
                <a:spcPts val="0"/>
              </a:spcAft>
              <a:buNone/>
            </a:pPr>
            <a:r>
              <a:t/>
            </a:r>
            <a:endParaRPr sz="1500"/>
          </a:p>
        </p:txBody>
      </p:sp>
      <p:sp>
        <p:nvSpPr>
          <p:cNvPr id="11536" name="Google Shape;11536;p379"/>
          <p:cNvSpPr txBox="1"/>
          <p:nvPr>
            <p:ph idx="3" type="subTitle"/>
          </p:nvPr>
        </p:nvSpPr>
        <p:spPr>
          <a:xfrm>
            <a:off x="1080532" y="1702325"/>
            <a:ext cx="69204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900"/>
              <a:t>What do we gain from using fully qualified domains?</a:t>
            </a:r>
            <a:endParaRPr sz="1900"/>
          </a:p>
        </p:txBody>
      </p:sp>
      <p:grpSp>
        <p:nvGrpSpPr>
          <p:cNvPr id="11537" name="Google Shape;11537;p379"/>
          <p:cNvGrpSpPr/>
          <p:nvPr/>
        </p:nvGrpSpPr>
        <p:grpSpPr>
          <a:xfrm>
            <a:off x="7658533" y="701383"/>
            <a:ext cx="1187311" cy="624971"/>
            <a:chOff x="3859815" y="2867310"/>
            <a:chExt cx="1262157" cy="664368"/>
          </a:xfrm>
        </p:grpSpPr>
        <p:sp>
          <p:nvSpPr>
            <p:cNvPr id="11538" name="Google Shape;11538;p379"/>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539" name="Google Shape;11539;p379"/>
            <p:cNvGrpSpPr/>
            <p:nvPr/>
          </p:nvGrpSpPr>
          <p:grpSpPr>
            <a:xfrm>
              <a:off x="4275677" y="3065525"/>
              <a:ext cx="334517" cy="380047"/>
              <a:chOff x="4275677" y="3065525"/>
              <a:chExt cx="334517" cy="380047"/>
            </a:xfrm>
          </p:grpSpPr>
          <p:grpSp>
            <p:nvGrpSpPr>
              <p:cNvPr id="11540" name="Google Shape;11540;p379"/>
              <p:cNvGrpSpPr/>
              <p:nvPr/>
            </p:nvGrpSpPr>
            <p:grpSpPr>
              <a:xfrm>
                <a:off x="4275677" y="3065525"/>
                <a:ext cx="334517" cy="380047"/>
                <a:chOff x="4275677" y="3065525"/>
                <a:chExt cx="334517" cy="380047"/>
              </a:xfrm>
            </p:grpSpPr>
            <p:grpSp>
              <p:nvGrpSpPr>
                <p:cNvPr id="11541" name="Google Shape;11541;p379"/>
                <p:cNvGrpSpPr/>
                <p:nvPr/>
              </p:nvGrpSpPr>
              <p:grpSpPr>
                <a:xfrm>
                  <a:off x="4275677" y="3301269"/>
                  <a:ext cx="334422" cy="144303"/>
                  <a:chOff x="4275677" y="3301269"/>
                  <a:chExt cx="334422" cy="144303"/>
                </a:xfrm>
              </p:grpSpPr>
              <p:sp>
                <p:nvSpPr>
                  <p:cNvPr id="11542" name="Google Shape;11542;p379"/>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43" name="Google Shape;11543;p379"/>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544" name="Google Shape;11544;p379"/>
                <p:cNvGrpSpPr/>
                <p:nvPr/>
              </p:nvGrpSpPr>
              <p:grpSpPr>
                <a:xfrm>
                  <a:off x="4275677" y="3183350"/>
                  <a:ext cx="334422" cy="144302"/>
                  <a:chOff x="4275677" y="3183350"/>
                  <a:chExt cx="334422" cy="144302"/>
                </a:xfrm>
              </p:grpSpPr>
              <p:sp>
                <p:nvSpPr>
                  <p:cNvPr id="11545" name="Google Shape;11545;p379"/>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46" name="Google Shape;11546;p379"/>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547" name="Google Shape;11547;p379"/>
                <p:cNvGrpSpPr/>
                <p:nvPr/>
              </p:nvGrpSpPr>
              <p:grpSpPr>
                <a:xfrm>
                  <a:off x="4275677" y="3065525"/>
                  <a:ext cx="334517" cy="144303"/>
                  <a:chOff x="4275677" y="3065525"/>
                  <a:chExt cx="334517" cy="144303"/>
                </a:xfrm>
              </p:grpSpPr>
              <p:sp>
                <p:nvSpPr>
                  <p:cNvPr id="11548" name="Google Shape;11548;p379"/>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49" name="Google Shape;11549;p379"/>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1550" name="Google Shape;11550;p379"/>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51" name="Google Shape;11551;p379"/>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52" name="Google Shape;11552;p379"/>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6" name="Shape 11556"/>
        <p:cNvGrpSpPr/>
        <p:nvPr/>
      </p:nvGrpSpPr>
      <p:grpSpPr>
        <a:xfrm>
          <a:off x="0" y="0"/>
          <a:ext cx="0" cy="0"/>
          <a:chOff x="0" y="0"/>
          <a:chExt cx="0" cy="0"/>
        </a:xfrm>
      </p:grpSpPr>
      <p:sp>
        <p:nvSpPr>
          <p:cNvPr id="11557" name="Google Shape;11557;p380"/>
          <p:cNvSpPr/>
          <p:nvPr/>
        </p:nvSpPr>
        <p:spPr>
          <a:xfrm flipH="1" rot="-7219687">
            <a:off x="-1095655" y="408466"/>
            <a:ext cx="5219277" cy="470790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380"/>
          <p:cNvSpPr txBox="1"/>
          <p:nvPr>
            <p:ph type="title"/>
          </p:nvPr>
        </p:nvSpPr>
        <p:spPr>
          <a:xfrm>
            <a:off x="4047175" y="2571975"/>
            <a:ext cx="43836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100"/>
              <a:t>Fully Qualified Table Names (FQTN)</a:t>
            </a:r>
            <a:endParaRPr sz="3100"/>
          </a:p>
        </p:txBody>
      </p:sp>
      <p:sp>
        <p:nvSpPr>
          <p:cNvPr id="11559" name="Google Shape;11559;p380"/>
          <p:cNvSpPr txBox="1"/>
          <p:nvPr>
            <p:ph idx="2" type="title"/>
          </p:nvPr>
        </p:nvSpPr>
        <p:spPr>
          <a:xfrm>
            <a:off x="4047175" y="1321975"/>
            <a:ext cx="12357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pic>
        <p:nvPicPr>
          <p:cNvPr descr="Sql Database Collection Elements Icons Set Vector (Provided by Getty Images)" id="11560" name="Google Shape;11560;p380"/>
          <p:cNvPicPr preferRelativeResize="0"/>
          <p:nvPr>
            <p:ph idx="3" type="pic"/>
          </p:nvPr>
        </p:nvPicPr>
        <p:blipFill rotWithShape="1">
          <a:blip r:embed="rId3">
            <a:alphaModFix/>
          </a:blip>
          <a:srcRect b="0" l="0" r="0" t="0"/>
          <a:stretch/>
        </p:blipFill>
        <p:spPr>
          <a:xfrm>
            <a:off x="484625" y="1076550"/>
            <a:ext cx="2990400" cy="2990400"/>
          </a:xfrm>
          <a:prstGeom prst="roundRect">
            <a:avLst>
              <a:gd fmla="val 16667" name="adj"/>
            </a:avLst>
          </a:prstGeom>
        </p:spPr>
      </p:pic>
      <p:grpSp>
        <p:nvGrpSpPr>
          <p:cNvPr id="11561" name="Google Shape;11561;p380"/>
          <p:cNvGrpSpPr/>
          <p:nvPr/>
        </p:nvGrpSpPr>
        <p:grpSpPr>
          <a:xfrm>
            <a:off x="7441503" y="289852"/>
            <a:ext cx="1366913" cy="1382099"/>
            <a:chOff x="6568493" y="8"/>
            <a:chExt cx="1820608" cy="1840590"/>
          </a:xfrm>
        </p:grpSpPr>
        <p:sp>
          <p:nvSpPr>
            <p:cNvPr id="11562" name="Google Shape;11562;p380"/>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63" name="Google Shape;11563;p380"/>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564" name="Google Shape;11564;p380"/>
            <p:cNvGrpSpPr/>
            <p:nvPr/>
          </p:nvGrpSpPr>
          <p:grpSpPr>
            <a:xfrm>
              <a:off x="6568493" y="84720"/>
              <a:ext cx="1649109" cy="1669065"/>
              <a:chOff x="8921020" y="472154"/>
              <a:chExt cx="1959958" cy="1983676"/>
            </a:xfrm>
          </p:grpSpPr>
          <p:sp>
            <p:nvSpPr>
              <p:cNvPr id="11565" name="Google Shape;11565;p380"/>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66" name="Google Shape;11566;p380"/>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567" name="Google Shape;11567;p380"/>
              <p:cNvGrpSpPr/>
              <p:nvPr/>
            </p:nvGrpSpPr>
            <p:grpSpPr>
              <a:xfrm>
                <a:off x="9011888" y="537781"/>
                <a:ext cx="255174" cy="64389"/>
                <a:chOff x="9011888" y="537781"/>
                <a:chExt cx="255174" cy="64389"/>
              </a:xfrm>
            </p:grpSpPr>
            <p:sp>
              <p:nvSpPr>
                <p:cNvPr id="11568" name="Google Shape;11568;p380"/>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69" name="Google Shape;11569;p380"/>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0" name="Google Shape;11570;p380"/>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571" name="Google Shape;11571;p380"/>
            <p:cNvGrpSpPr/>
            <p:nvPr/>
          </p:nvGrpSpPr>
          <p:grpSpPr>
            <a:xfrm>
              <a:off x="6795939" y="406335"/>
              <a:ext cx="1194216" cy="1228757"/>
              <a:chOff x="9191339" y="854392"/>
              <a:chExt cx="1419320" cy="1460372"/>
            </a:xfrm>
          </p:grpSpPr>
          <p:grpSp>
            <p:nvGrpSpPr>
              <p:cNvPr id="11572" name="Google Shape;11572;p380"/>
              <p:cNvGrpSpPr/>
              <p:nvPr/>
            </p:nvGrpSpPr>
            <p:grpSpPr>
              <a:xfrm>
                <a:off x="9191339" y="1884045"/>
                <a:ext cx="604932" cy="420243"/>
                <a:chOff x="9191339" y="1884045"/>
                <a:chExt cx="604932" cy="420243"/>
              </a:xfrm>
            </p:grpSpPr>
            <p:sp>
              <p:nvSpPr>
                <p:cNvPr id="11573" name="Google Shape;11573;p380"/>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4" name="Google Shape;11574;p380"/>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5" name="Google Shape;11575;p380"/>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6" name="Google Shape;11576;p380"/>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7" name="Google Shape;11577;p380"/>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8" name="Google Shape;11578;p380"/>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9" name="Google Shape;11579;p380"/>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0" name="Google Shape;11580;p380"/>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1" name="Google Shape;11581;p380"/>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2" name="Google Shape;11582;p380"/>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583" name="Google Shape;11583;p380"/>
              <p:cNvGrpSpPr/>
              <p:nvPr/>
            </p:nvGrpSpPr>
            <p:grpSpPr>
              <a:xfrm>
                <a:off x="10004774" y="854392"/>
                <a:ext cx="604932" cy="420243"/>
                <a:chOff x="10004774" y="854392"/>
                <a:chExt cx="604932" cy="420243"/>
              </a:xfrm>
            </p:grpSpPr>
            <p:sp>
              <p:nvSpPr>
                <p:cNvPr id="11584" name="Google Shape;11584;p380"/>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5" name="Google Shape;11585;p380"/>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6" name="Google Shape;11586;p380"/>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7" name="Google Shape;11587;p380"/>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8" name="Google Shape;11588;p380"/>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9" name="Google Shape;11589;p380"/>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90" name="Google Shape;11590;p380"/>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91" name="Google Shape;11591;p380"/>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92" name="Google Shape;11592;p380"/>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93" name="Google Shape;11593;p380"/>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594" name="Google Shape;11594;p380"/>
              <p:cNvGrpSpPr/>
              <p:nvPr/>
            </p:nvGrpSpPr>
            <p:grpSpPr>
              <a:xfrm>
                <a:off x="10004774" y="1374362"/>
                <a:ext cx="604932" cy="303466"/>
                <a:chOff x="10004774" y="1374362"/>
                <a:chExt cx="604932" cy="303466"/>
              </a:xfrm>
            </p:grpSpPr>
            <p:sp>
              <p:nvSpPr>
                <p:cNvPr id="11595" name="Google Shape;11595;p380"/>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96" name="Google Shape;11596;p380"/>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97" name="Google Shape;11597;p380"/>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98" name="Google Shape;11598;p380"/>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99" name="Google Shape;11599;p380"/>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00" name="Google Shape;11600;p380"/>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01" name="Google Shape;11601;p380"/>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02" name="Google Shape;11602;p380"/>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603" name="Google Shape;11603;p380"/>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04" name="Google Shape;11604;p380"/>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605" name="Google Shape;11605;p380"/>
            <p:cNvGrpSpPr/>
            <p:nvPr/>
          </p:nvGrpSpPr>
          <p:grpSpPr>
            <a:xfrm>
              <a:off x="6717319" y="354723"/>
              <a:ext cx="656533" cy="799751"/>
              <a:chOff x="9097899" y="793051"/>
              <a:chExt cx="780287" cy="950500"/>
            </a:xfrm>
          </p:grpSpPr>
          <p:grpSp>
            <p:nvGrpSpPr>
              <p:cNvPr id="11606" name="Google Shape;11606;p380"/>
              <p:cNvGrpSpPr/>
              <p:nvPr/>
            </p:nvGrpSpPr>
            <p:grpSpPr>
              <a:xfrm>
                <a:off x="9118758" y="814006"/>
                <a:ext cx="747999" cy="918020"/>
                <a:chOff x="9118758" y="814006"/>
                <a:chExt cx="747999" cy="918020"/>
              </a:xfrm>
            </p:grpSpPr>
            <p:sp>
              <p:nvSpPr>
                <p:cNvPr id="11607" name="Google Shape;11607;p380"/>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08" name="Google Shape;11608;p380"/>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09" name="Google Shape;11609;p380"/>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10" name="Google Shape;11610;p380"/>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611" name="Google Shape;11611;p380"/>
              <p:cNvGrpSpPr/>
              <p:nvPr/>
            </p:nvGrpSpPr>
            <p:grpSpPr>
              <a:xfrm>
                <a:off x="9097899" y="793051"/>
                <a:ext cx="780287" cy="950500"/>
                <a:chOff x="9097899" y="793051"/>
                <a:chExt cx="780287" cy="950500"/>
              </a:xfrm>
            </p:grpSpPr>
            <p:grpSp>
              <p:nvGrpSpPr>
                <p:cNvPr id="11612" name="Google Shape;11612;p380"/>
                <p:cNvGrpSpPr/>
                <p:nvPr/>
              </p:nvGrpSpPr>
              <p:grpSpPr>
                <a:xfrm>
                  <a:off x="9097899" y="793051"/>
                  <a:ext cx="780287" cy="41909"/>
                  <a:chOff x="9097899" y="793051"/>
                  <a:chExt cx="780287" cy="41909"/>
                </a:xfrm>
              </p:grpSpPr>
              <p:sp>
                <p:nvSpPr>
                  <p:cNvPr id="11613" name="Google Shape;11613;p380"/>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14" name="Google Shape;11614;p380"/>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15" name="Google Shape;11615;p380"/>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616" name="Google Shape;11616;p380"/>
                <p:cNvGrpSpPr/>
                <p:nvPr/>
              </p:nvGrpSpPr>
              <p:grpSpPr>
                <a:xfrm>
                  <a:off x="9097899" y="1247298"/>
                  <a:ext cx="780287" cy="41910"/>
                  <a:chOff x="9097899" y="1247298"/>
                  <a:chExt cx="780287" cy="41910"/>
                </a:xfrm>
              </p:grpSpPr>
              <p:sp>
                <p:nvSpPr>
                  <p:cNvPr id="11617" name="Google Shape;11617;p380"/>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18" name="Google Shape;11618;p380"/>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619" name="Google Shape;11619;p380"/>
                <p:cNvGrpSpPr/>
                <p:nvPr/>
              </p:nvGrpSpPr>
              <p:grpSpPr>
                <a:xfrm>
                  <a:off x="9097899" y="1701641"/>
                  <a:ext cx="780287" cy="41910"/>
                  <a:chOff x="9097899" y="1701641"/>
                  <a:chExt cx="780287" cy="41910"/>
                </a:xfrm>
              </p:grpSpPr>
              <p:sp>
                <p:nvSpPr>
                  <p:cNvPr id="11620" name="Google Shape;11620;p380"/>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21" name="Google Shape;11621;p380"/>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22" name="Google Shape;11622;p380"/>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1623" name="Google Shape;11623;p380"/>
            <p:cNvGrpSpPr/>
            <p:nvPr/>
          </p:nvGrpSpPr>
          <p:grpSpPr>
            <a:xfrm>
              <a:off x="7074117" y="956519"/>
              <a:ext cx="215826" cy="125825"/>
              <a:chOff x="9521952" y="1508283"/>
              <a:chExt cx="256508" cy="149542"/>
            </a:xfrm>
          </p:grpSpPr>
          <p:sp>
            <p:nvSpPr>
              <p:cNvPr id="11624" name="Google Shape;11624;p380"/>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625" name="Google Shape;11625;p380"/>
              <p:cNvGrpSpPr/>
              <p:nvPr/>
            </p:nvGrpSpPr>
            <p:grpSpPr>
              <a:xfrm>
                <a:off x="9556578" y="1534618"/>
                <a:ext cx="183763" cy="98921"/>
                <a:chOff x="9556578" y="1534618"/>
                <a:chExt cx="183763" cy="98921"/>
              </a:xfrm>
            </p:grpSpPr>
            <p:grpSp>
              <p:nvGrpSpPr>
                <p:cNvPr id="11626" name="Google Shape;11626;p380"/>
                <p:cNvGrpSpPr/>
                <p:nvPr/>
              </p:nvGrpSpPr>
              <p:grpSpPr>
                <a:xfrm>
                  <a:off x="9645396" y="1536115"/>
                  <a:ext cx="94945" cy="94946"/>
                  <a:chOff x="9645396" y="1536115"/>
                  <a:chExt cx="94945" cy="94946"/>
                </a:xfrm>
              </p:grpSpPr>
              <p:sp>
                <p:nvSpPr>
                  <p:cNvPr id="11627" name="Google Shape;11627;p380"/>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28" name="Google Shape;11628;p380"/>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629" name="Google Shape;11629;p380"/>
                <p:cNvGrpSpPr/>
                <p:nvPr/>
              </p:nvGrpSpPr>
              <p:grpSpPr>
                <a:xfrm>
                  <a:off x="9556578" y="1534618"/>
                  <a:ext cx="98773" cy="98921"/>
                  <a:chOff x="9556578" y="1534618"/>
                  <a:chExt cx="98773" cy="98921"/>
                </a:xfrm>
              </p:grpSpPr>
              <p:sp>
                <p:nvSpPr>
                  <p:cNvPr id="11630" name="Google Shape;11630;p380"/>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1" name="Google Shape;11631;p380"/>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grpSp>
        <p:nvGrpSpPr>
          <p:cNvPr id="11632" name="Google Shape;11632;p380"/>
          <p:cNvGrpSpPr/>
          <p:nvPr/>
        </p:nvGrpSpPr>
        <p:grpSpPr>
          <a:xfrm>
            <a:off x="254436" y="3695349"/>
            <a:ext cx="917374" cy="683570"/>
            <a:chOff x="1914620" y="1930431"/>
            <a:chExt cx="572929" cy="426911"/>
          </a:xfrm>
        </p:grpSpPr>
        <p:grpSp>
          <p:nvGrpSpPr>
            <p:cNvPr id="11633" name="Google Shape;11633;p380"/>
            <p:cNvGrpSpPr/>
            <p:nvPr/>
          </p:nvGrpSpPr>
          <p:grpSpPr>
            <a:xfrm>
              <a:off x="1914620" y="1930431"/>
              <a:ext cx="572929" cy="426911"/>
              <a:chOff x="1914620" y="1930431"/>
              <a:chExt cx="572929" cy="426911"/>
            </a:xfrm>
          </p:grpSpPr>
          <p:sp>
            <p:nvSpPr>
              <p:cNvPr id="11634" name="Google Shape;11634;p380"/>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5" name="Google Shape;11635;p380"/>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6" name="Google Shape;11636;p380"/>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637" name="Google Shape;11637;p380"/>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41" name="Shape 11641"/>
        <p:cNvGrpSpPr/>
        <p:nvPr/>
      </p:nvGrpSpPr>
      <p:grpSpPr>
        <a:xfrm>
          <a:off x="0" y="0"/>
          <a:ext cx="0" cy="0"/>
          <a:chOff x="0" y="0"/>
          <a:chExt cx="0" cy="0"/>
        </a:xfrm>
      </p:grpSpPr>
      <p:sp>
        <p:nvSpPr>
          <p:cNvPr id="11642" name="Google Shape;11642;p38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Fully Qualified TABLE NAMES</a:t>
            </a:r>
            <a:endParaRPr/>
          </a:p>
        </p:txBody>
      </p:sp>
      <p:sp>
        <p:nvSpPr>
          <p:cNvPr id="11643" name="Google Shape;11643;p381"/>
          <p:cNvSpPr txBox="1"/>
          <p:nvPr>
            <p:ph idx="2" type="subTitle"/>
          </p:nvPr>
        </p:nvSpPr>
        <p:spPr>
          <a:xfrm>
            <a:off x="720000" y="2200125"/>
            <a:ext cx="3250500" cy="28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700"/>
              <a:t>A fully qualified table name consists of three parts. The database name which the schema belongs to, the schema name which the table belongs to, and the actual table name.</a:t>
            </a:r>
            <a:endParaRPr b="1" sz="1700"/>
          </a:p>
        </p:txBody>
      </p:sp>
      <p:sp>
        <p:nvSpPr>
          <p:cNvPr id="11644" name="Google Shape;11644;p381"/>
          <p:cNvSpPr txBox="1"/>
          <p:nvPr>
            <p:ph idx="3" type="subTitle"/>
          </p:nvPr>
        </p:nvSpPr>
        <p:spPr>
          <a:xfrm>
            <a:off x="719996" y="1507100"/>
            <a:ext cx="29046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900"/>
              <a:t>What is a fully qualified table name?</a:t>
            </a:r>
            <a:endParaRPr sz="1900"/>
          </a:p>
        </p:txBody>
      </p:sp>
      <p:grpSp>
        <p:nvGrpSpPr>
          <p:cNvPr id="11645" name="Google Shape;11645;p381"/>
          <p:cNvGrpSpPr/>
          <p:nvPr/>
        </p:nvGrpSpPr>
        <p:grpSpPr>
          <a:xfrm>
            <a:off x="7658533" y="701383"/>
            <a:ext cx="1187311" cy="624971"/>
            <a:chOff x="3859815" y="2867310"/>
            <a:chExt cx="1262157" cy="664368"/>
          </a:xfrm>
        </p:grpSpPr>
        <p:sp>
          <p:nvSpPr>
            <p:cNvPr id="11646" name="Google Shape;11646;p381"/>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647" name="Google Shape;11647;p381"/>
            <p:cNvGrpSpPr/>
            <p:nvPr/>
          </p:nvGrpSpPr>
          <p:grpSpPr>
            <a:xfrm>
              <a:off x="4275677" y="3065525"/>
              <a:ext cx="334517" cy="380047"/>
              <a:chOff x="4275677" y="3065525"/>
              <a:chExt cx="334517" cy="380047"/>
            </a:xfrm>
          </p:grpSpPr>
          <p:grpSp>
            <p:nvGrpSpPr>
              <p:cNvPr id="11648" name="Google Shape;11648;p381"/>
              <p:cNvGrpSpPr/>
              <p:nvPr/>
            </p:nvGrpSpPr>
            <p:grpSpPr>
              <a:xfrm>
                <a:off x="4275677" y="3065525"/>
                <a:ext cx="334517" cy="380047"/>
                <a:chOff x="4275677" y="3065525"/>
                <a:chExt cx="334517" cy="380047"/>
              </a:xfrm>
            </p:grpSpPr>
            <p:grpSp>
              <p:nvGrpSpPr>
                <p:cNvPr id="11649" name="Google Shape;11649;p381"/>
                <p:cNvGrpSpPr/>
                <p:nvPr/>
              </p:nvGrpSpPr>
              <p:grpSpPr>
                <a:xfrm>
                  <a:off x="4275677" y="3301269"/>
                  <a:ext cx="334422" cy="144303"/>
                  <a:chOff x="4275677" y="3301269"/>
                  <a:chExt cx="334422" cy="144303"/>
                </a:xfrm>
              </p:grpSpPr>
              <p:sp>
                <p:nvSpPr>
                  <p:cNvPr id="11650" name="Google Shape;11650;p381"/>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1" name="Google Shape;11651;p381"/>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652" name="Google Shape;11652;p381"/>
                <p:cNvGrpSpPr/>
                <p:nvPr/>
              </p:nvGrpSpPr>
              <p:grpSpPr>
                <a:xfrm>
                  <a:off x="4275677" y="3183350"/>
                  <a:ext cx="334422" cy="144302"/>
                  <a:chOff x="4275677" y="3183350"/>
                  <a:chExt cx="334422" cy="144302"/>
                </a:xfrm>
              </p:grpSpPr>
              <p:sp>
                <p:nvSpPr>
                  <p:cNvPr id="11653" name="Google Shape;11653;p381"/>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4" name="Google Shape;11654;p381"/>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655" name="Google Shape;11655;p381"/>
                <p:cNvGrpSpPr/>
                <p:nvPr/>
              </p:nvGrpSpPr>
              <p:grpSpPr>
                <a:xfrm>
                  <a:off x="4275677" y="3065525"/>
                  <a:ext cx="334517" cy="144303"/>
                  <a:chOff x="4275677" y="3065525"/>
                  <a:chExt cx="334517" cy="144303"/>
                </a:xfrm>
              </p:grpSpPr>
              <p:sp>
                <p:nvSpPr>
                  <p:cNvPr id="11656" name="Google Shape;11656;p381"/>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7" name="Google Shape;11657;p381"/>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1658" name="Google Shape;11658;p381"/>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9" name="Google Shape;11659;p381"/>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60" name="Google Shape;11660;p381"/>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pic>
        <p:nvPicPr>
          <p:cNvPr id="11661" name="Google Shape;11661;p381"/>
          <p:cNvPicPr preferRelativeResize="0"/>
          <p:nvPr/>
        </p:nvPicPr>
        <p:blipFill>
          <a:blip r:embed="rId3">
            <a:alphaModFix/>
          </a:blip>
          <a:stretch>
            <a:fillRect/>
          </a:stretch>
        </p:blipFill>
        <p:spPr>
          <a:xfrm>
            <a:off x="4475022" y="1378829"/>
            <a:ext cx="3717300" cy="2543700"/>
          </a:xfrm>
          <a:prstGeom prst="roundRect">
            <a:avLst>
              <a:gd fmla="val 16667" name="adj"/>
            </a:avLst>
          </a:prstGeom>
          <a:noFill/>
          <a:ln>
            <a:noFill/>
          </a:ln>
        </p:spPr>
      </p:pic>
      <p:sp>
        <p:nvSpPr>
          <p:cNvPr id="11662" name="Google Shape;11662;p381"/>
          <p:cNvSpPr txBox="1"/>
          <p:nvPr/>
        </p:nvSpPr>
        <p:spPr>
          <a:xfrm>
            <a:off x="4345425" y="4014325"/>
            <a:ext cx="3976500" cy="1023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Lato"/>
                <a:ea typeface="Lato"/>
                <a:cs typeface="Lato"/>
                <a:sym typeface="Lato"/>
              </a:rPr>
              <a:t>Instead of simply </a:t>
            </a:r>
            <a:r>
              <a:rPr lang="en" sz="1000">
                <a:solidFill>
                  <a:schemeClr val="dk1"/>
                </a:solidFill>
                <a:latin typeface="Lato"/>
                <a:ea typeface="Lato"/>
                <a:cs typeface="Lato"/>
                <a:sym typeface="Lato"/>
              </a:rPr>
              <a:t>creating</a:t>
            </a:r>
            <a:r>
              <a:rPr lang="en" sz="1000">
                <a:solidFill>
                  <a:schemeClr val="dk1"/>
                </a:solidFill>
                <a:latin typeface="Lato"/>
                <a:ea typeface="Lato"/>
                <a:cs typeface="Lato"/>
                <a:sym typeface="Lato"/>
              </a:rPr>
              <a:t> an ‘Employee’ table, we give it a </a:t>
            </a:r>
            <a:r>
              <a:rPr lang="en" sz="1000">
                <a:solidFill>
                  <a:schemeClr val="dk1"/>
                </a:solidFill>
                <a:latin typeface="Lato"/>
                <a:ea typeface="Lato"/>
                <a:cs typeface="Lato"/>
                <a:sym typeface="Lato"/>
              </a:rPr>
              <a:t>qualified</a:t>
            </a:r>
            <a:r>
              <a:rPr lang="en" sz="1000">
                <a:solidFill>
                  <a:schemeClr val="dk1"/>
                </a:solidFill>
                <a:latin typeface="Lato"/>
                <a:ea typeface="Lato"/>
                <a:cs typeface="Lato"/>
                <a:sym typeface="Lato"/>
              </a:rPr>
              <a:t> name. Since we have different </a:t>
            </a:r>
            <a:r>
              <a:rPr lang="en" sz="1000">
                <a:solidFill>
                  <a:schemeClr val="dk1"/>
                </a:solidFill>
                <a:latin typeface="Lato"/>
                <a:ea typeface="Lato"/>
                <a:cs typeface="Lato"/>
                <a:sym typeface="Lato"/>
              </a:rPr>
              <a:t>departments</a:t>
            </a:r>
            <a:r>
              <a:rPr lang="en" sz="1000">
                <a:solidFill>
                  <a:schemeClr val="dk1"/>
                </a:solidFill>
                <a:latin typeface="Lato"/>
                <a:ea typeface="Lato"/>
                <a:cs typeface="Lato"/>
                <a:sym typeface="Lato"/>
              </a:rPr>
              <a:t> within our organization (HR, Sales, CustomerService, etc..), we need to make sure we </a:t>
            </a:r>
            <a:r>
              <a:rPr lang="en" sz="1000">
                <a:solidFill>
                  <a:schemeClr val="dk1"/>
                </a:solidFill>
                <a:latin typeface="Lato"/>
                <a:ea typeface="Lato"/>
                <a:cs typeface="Lato"/>
                <a:sym typeface="Lato"/>
              </a:rPr>
              <a:t>separate</a:t>
            </a:r>
            <a:r>
              <a:rPr lang="en" sz="1000">
                <a:solidFill>
                  <a:schemeClr val="dk1"/>
                </a:solidFill>
                <a:latin typeface="Lato"/>
                <a:ea typeface="Lato"/>
                <a:cs typeface="Lato"/>
                <a:sym typeface="Lato"/>
              </a:rPr>
              <a:t> them into their corresponding categories. This is why we would name our HR Employees table as ‘HR.dbo.Employee’. This employee table will be different than Sales.dbo.Employee.</a:t>
            </a:r>
            <a:endParaRPr sz="1000">
              <a:solidFill>
                <a:schemeClr val="dk1"/>
              </a:solidFill>
              <a:latin typeface="Lato"/>
              <a:ea typeface="Lato"/>
              <a:cs typeface="Lato"/>
              <a:sym typeface="Lato"/>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66" name="Shape 11666"/>
        <p:cNvGrpSpPr/>
        <p:nvPr/>
      </p:nvGrpSpPr>
      <p:grpSpPr>
        <a:xfrm>
          <a:off x="0" y="0"/>
          <a:ext cx="0" cy="0"/>
          <a:chOff x="0" y="0"/>
          <a:chExt cx="0" cy="0"/>
        </a:xfrm>
      </p:grpSpPr>
      <p:sp>
        <p:nvSpPr>
          <p:cNvPr id="11667" name="Google Shape;11667;p382"/>
          <p:cNvSpPr txBox="1"/>
          <p:nvPr>
            <p:ph type="title"/>
          </p:nvPr>
        </p:nvSpPr>
        <p:spPr>
          <a:xfrm>
            <a:off x="2013850" y="0"/>
            <a:ext cx="5116200" cy="1390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3200"/>
              <a:t>Why do we need Fully Qualified Table Names?</a:t>
            </a:r>
            <a:endParaRPr sz="3200"/>
          </a:p>
        </p:txBody>
      </p:sp>
      <p:sp>
        <p:nvSpPr>
          <p:cNvPr id="11668" name="Google Shape;11668;p382"/>
          <p:cNvSpPr txBox="1"/>
          <p:nvPr>
            <p:ph idx="1" type="subTitle"/>
          </p:nvPr>
        </p:nvSpPr>
        <p:spPr>
          <a:xfrm>
            <a:off x="917350" y="1390500"/>
            <a:ext cx="7309200" cy="300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600"/>
              <a:t>In practice, many systems contain multiple items that may be different with the same name. For example, there could be two ‘Employees’ tables:</a:t>
            </a:r>
            <a:endParaRPr b="1" sz="1600"/>
          </a:p>
          <a:p>
            <a:pPr indent="-330200" lvl="0" marL="1371600" rtl="0" algn="l">
              <a:spcBef>
                <a:spcPts val="0"/>
              </a:spcBef>
              <a:spcAft>
                <a:spcPts val="0"/>
              </a:spcAft>
              <a:buSzPts val="1600"/>
              <a:buChar char="-"/>
            </a:pPr>
            <a:r>
              <a:rPr b="1" lang="en" sz="1600"/>
              <a:t>One in the </a:t>
            </a:r>
            <a:r>
              <a:rPr b="1" lang="en" sz="1600">
                <a:solidFill>
                  <a:srgbClr val="3C78D8"/>
                </a:solidFill>
              </a:rPr>
              <a:t>Sales</a:t>
            </a:r>
            <a:r>
              <a:rPr b="1" lang="en" sz="1600"/>
              <a:t> database</a:t>
            </a:r>
            <a:endParaRPr b="1" sz="1600"/>
          </a:p>
          <a:p>
            <a:pPr indent="-330200" lvl="0" marL="1371600" rtl="0" algn="l">
              <a:spcBef>
                <a:spcPts val="0"/>
              </a:spcBef>
              <a:spcAft>
                <a:spcPts val="0"/>
              </a:spcAft>
              <a:buSzPts val="1600"/>
              <a:buChar char="-"/>
            </a:pPr>
            <a:r>
              <a:rPr b="1" lang="en" sz="1600"/>
              <a:t>One in the </a:t>
            </a:r>
            <a:r>
              <a:rPr b="1" lang="en" sz="1600">
                <a:solidFill>
                  <a:srgbClr val="6AA84F"/>
                </a:solidFill>
              </a:rPr>
              <a:t>Admin</a:t>
            </a:r>
            <a:r>
              <a:rPr b="1" lang="en" sz="1600"/>
              <a:t> database</a:t>
            </a:r>
            <a:endParaRPr b="1" sz="1600"/>
          </a:p>
          <a:p>
            <a:pPr indent="0" lvl="0" marL="0" rtl="0" algn="l">
              <a:spcBef>
                <a:spcPts val="0"/>
              </a:spcBef>
              <a:spcAft>
                <a:spcPts val="0"/>
              </a:spcAft>
              <a:buNone/>
            </a:pPr>
            <a:r>
              <a:rPr b="1" lang="en" sz="1600"/>
              <a:t>Just saying ‘Employees’ is not enough, we need the full reference now. Such as:</a:t>
            </a:r>
            <a:endParaRPr b="1" sz="1600"/>
          </a:p>
          <a:p>
            <a:pPr indent="-330200" lvl="0" marL="1371600" rtl="0" algn="l">
              <a:spcBef>
                <a:spcPts val="0"/>
              </a:spcBef>
              <a:spcAft>
                <a:spcPts val="0"/>
              </a:spcAft>
              <a:buSzPts val="1600"/>
              <a:buChar char="-"/>
            </a:pPr>
            <a:r>
              <a:rPr b="1" lang="en" sz="1600">
                <a:solidFill>
                  <a:srgbClr val="3C78D8"/>
                </a:solidFill>
              </a:rPr>
              <a:t>Sales</a:t>
            </a:r>
            <a:r>
              <a:rPr b="1" lang="en" sz="1600"/>
              <a:t>DB.dbo.Employees</a:t>
            </a:r>
            <a:endParaRPr b="1" sz="1600"/>
          </a:p>
          <a:p>
            <a:pPr indent="-330200" lvl="0" marL="1371600" rtl="0" algn="l">
              <a:lnSpc>
                <a:spcPct val="115000"/>
              </a:lnSpc>
              <a:spcBef>
                <a:spcPts val="0"/>
              </a:spcBef>
              <a:spcAft>
                <a:spcPts val="0"/>
              </a:spcAft>
              <a:buSzPts val="1600"/>
              <a:buChar char="-"/>
            </a:pPr>
            <a:r>
              <a:rPr b="1" lang="en" sz="1600">
                <a:solidFill>
                  <a:srgbClr val="6AA84F"/>
                </a:solidFill>
              </a:rPr>
              <a:t>Admin</a:t>
            </a:r>
            <a:r>
              <a:rPr b="1" lang="en" sz="1600"/>
              <a:t>DB.dbo.Employees</a:t>
            </a:r>
            <a:endParaRPr b="1" sz="1600"/>
          </a:p>
          <a:p>
            <a:pPr indent="0" lvl="0" marL="0" rtl="0" algn="l">
              <a:lnSpc>
                <a:spcPct val="115000"/>
              </a:lnSpc>
              <a:spcBef>
                <a:spcPts val="0"/>
              </a:spcBef>
              <a:spcAft>
                <a:spcPts val="0"/>
              </a:spcAft>
              <a:buNone/>
            </a:pPr>
            <a:r>
              <a:rPr b="1" lang="en" sz="1600"/>
              <a:t>We are essentially creating parent and child hierarchies, where each level can help us identify more clearly where this element we are looking at lives. Similar to the fully qualified domain, where we are specific about what the data means, fully qualified table names require us to be very specific about where the data is located.</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72" name="Shape 11672"/>
        <p:cNvGrpSpPr/>
        <p:nvPr/>
      </p:nvGrpSpPr>
      <p:grpSpPr>
        <a:xfrm>
          <a:off x="0" y="0"/>
          <a:ext cx="0" cy="0"/>
          <a:chOff x="0" y="0"/>
          <a:chExt cx="0" cy="0"/>
        </a:xfrm>
      </p:grpSpPr>
      <p:sp>
        <p:nvSpPr>
          <p:cNvPr id="11673" name="Google Shape;11673;p38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Fully Qualified TABLE NAMES (FQTN)</a:t>
            </a:r>
            <a:endParaRPr/>
          </a:p>
          <a:p>
            <a:pPr indent="0" lvl="0" marL="0" rtl="0" algn="ctr">
              <a:spcBef>
                <a:spcPts val="0"/>
              </a:spcBef>
              <a:spcAft>
                <a:spcPts val="0"/>
              </a:spcAft>
              <a:buNone/>
            </a:pPr>
            <a:r>
              <a:rPr lang="en" sz="2500"/>
              <a:t>What do we gain from using FQTN?</a:t>
            </a:r>
            <a:endParaRPr sz="2500"/>
          </a:p>
          <a:p>
            <a:pPr indent="0" lvl="0" marL="0" rtl="0" algn="l">
              <a:spcBef>
                <a:spcPts val="0"/>
              </a:spcBef>
              <a:spcAft>
                <a:spcPts val="0"/>
              </a:spcAft>
              <a:buNone/>
            </a:pPr>
            <a:r>
              <a:t/>
            </a:r>
            <a:endParaRPr/>
          </a:p>
        </p:txBody>
      </p:sp>
      <p:sp>
        <p:nvSpPr>
          <p:cNvPr id="11674" name="Google Shape;11674;p383"/>
          <p:cNvSpPr txBox="1"/>
          <p:nvPr>
            <p:ph idx="1" type="subTitle"/>
          </p:nvPr>
        </p:nvSpPr>
        <p:spPr>
          <a:xfrm>
            <a:off x="723900" y="1956326"/>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Ensures we always reference the exact table we intent, even if multiple tables share the same name across databases.</a:t>
            </a:r>
            <a:endParaRPr/>
          </a:p>
        </p:txBody>
      </p:sp>
      <p:sp>
        <p:nvSpPr>
          <p:cNvPr id="11675" name="Google Shape;11675;p383"/>
          <p:cNvSpPr txBox="1"/>
          <p:nvPr>
            <p:ph idx="2" type="subTitle"/>
          </p:nvPr>
        </p:nvSpPr>
        <p:spPr>
          <a:xfrm>
            <a:off x="3577144" y="1956324"/>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Enables reliable joining of tables.</a:t>
            </a:r>
            <a:endParaRPr/>
          </a:p>
        </p:txBody>
      </p:sp>
      <p:sp>
        <p:nvSpPr>
          <p:cNvPr id="11676" name="Google Shape;11676;p383"/>
          <p:cNvSpPr txBox="1"/>
          <p:nvPr>
            <p:ph idx="3" type="subTitle"/>
          </p:nvPr>
        </p:nvSpPr>
        <p:spPr>
          <a:xfrm>
            <a:off x="723900" y="377620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Queries become easier to read and understand because the source of the data is always explicitly stated.</a:t>
            </a:r>
            <a:endParaRPr/>
          </a:p>
        </p:txBody>
      </p:sp>
      <p:sp>
        <p:nvSpPr>
          <p:cNvPr id="11677" name="Google Shape;11677;p383"/>
          <p:cNvSpPr txBox="1"/>
          <p:nvPr>
            <p:ph idx="4" type="subTitle"/>
          </p:nvPr>
        </p:nvSpPr>
        <p:spPr>
          <a:xfrm>
            <a:off x="3577144" y="3776188"/>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Makes it easier for users to understand what data they are looking at, and what they can query.</a:t>
            </a:r>
            <a:endParaRPr/>
          </a:p>
        </p:txBody>
      </p:sp>
      <p:sp>
        <p:nvSpPr>
          <p:cNvPr id="11678" name="Google Shape;11678;p383"/>
          <p:cNvSpPr txBox="1"/>
          <p:nvPr>
            <p:ph idx="7" type="subTitle"/>
          </p:nvPr>
        </p:nvSpPr>
        <p:spPr>
          <a:xfrm>
            <a:off x="731700" y="1400500"/>
            <a:ext cx="1978200" cy="653100"/>
          </a:xfrm>
          <a:prstGeom prst="rect">
            <a:avLst/>
          </a:prstGeom>
        </p:spPr>
        <p:txBody>
          <a:bodyPr anchorCtr="0" anchor="b" bIns="91425" lIns="91425" spcFirstLastPara="1" rIns="91425" wrap="square" tIns="91425">
            <a:noAutofit/>
          </a:bodyPr>
          <a:lstStyle/>
          <a:p>
            <a:pPr indent="-381000" lvl="0" marL="457200" rtl="0" algn="l">
              <a:spcBef>
                <a:spcPts val="0"/>
              </a:spcBef>
              <a:spcAft>
                <a:spcPts val="0"/>
              </a:spcAft>
              <a:buSzPts val="2400"/>
              <a:buAutoNum type="arabicPeriod"/>
            </a:pPr>
            <a:r>
              <a:rPr lang="en"/>
              <a:t>Precision</a:t>
            </a:r>
            <a:endParaRPr/>
          </a:p>
        </p:txBody>
      </p:sp>
      <p:sp>
        <p:nvSpPr>
          <p:cNvPr id="11679" name="Google Shape;11679;p383"/>
          <p:cNvSpPr txBox="1"/>
          <p:nvPr>
            <p:ph idx="8" type="subTitle"/>
          </p:nvPr>
        </p:nvSpPr>
        <p:spPr>
          <a:xfrm>
            <a:off x="3582994" y="1400497"/>
            <a:ext cx="1978200" cy="65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 Reliability</a:t>
            </a:r>
            <a:endParaRPr/>
          </a:p>
        </p:txBody>
      </p:sp>
      <p:sp>
        <p:nvSpPr>
          <p:cNvPr id="11680" name="Google Shape;11680;p383"/>
          <p:cNvSpPr txBox="1"/>
          <p:nvPr>
            <p:ph idx="9" type="subTitle"/>
          </p:nvPr>
        </p:nvSpPr>
        <p:spPr>
          <a:xfrm>
            <a:off x="6106338" y="1810922"/>
            <a:ext cx="1978200" cy="65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5. Scalability</a:t>
            </a:r>
            <a:endParaRPr/>
          </a:p>
        </p:txBody>
      </p:sp>
      <p:sp>
        <p:nvSpPr>
          <p:cNvPr id="11681" name="Google Shape;11681;p383"/>
          <p:cNvSpPr txBox="1"/>
          <p:nvPr>
            <p:ph idx="5" type="subTitle"/>
          </p:nvPr>
        </p:nvSpPr>
        <p:spPr>
          <a:xfrm>
            <a:off x="6048588" y="2354474"/>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Allows for smooth scaling, as organizations add new databases, FQTNs maintain consistency and prevent confusion.</a:t>
            </a:r>
            <a:endParaRPr/>
          </a:p>
          <a:p>
            <a:pPr indent="0" lvl="0" marL="0" rtl="0" algn="l">
              <a:spcBef>
                <a:spcPts val="0"/>
              </a:spcBef>
              <a:spcAft>
                <a:spcPts val="0"/>
              </a:spcAft>
              <a:buNone/>
            </a:pPr>
            <a:r>
              <a:t/>
            </a:r>
            <a:endParaRPr/>
          </a:p>
        </p:txBody>
      </p:sp>
      <p:sp>
        <p:nvSpPr>
          <p:cNvPr id="11682" name="Google Shape;11682;p383"/>
          <p:cNvSpPr txBox="1"/>
          <p:nvPr>
            <p:ph idx="13" type="subTitle"/>
          </p:nvPr>
        </p:nvSpPr>
        <p:spPr>
          <a:xfrm>
            <a:off x="727800" y="3186025"/>
            <a:ext cx="1986000" cy="65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2. Clarity</a:t>
            </a:r>
            <a:endParaRPr/>
          </a:p>
        </p:txBody>
      </p:sp>
      <p:sp>
        <p:nvSpPr>
          <p:cNvPr id="11683" name="Google Shape;11683;p383"/>
          <p:cNvSpPr txBox="1"/>
          <p:nvPr>
            <p:ph idx="14" type="subTitle"/>
          </p:nvPr>
        </p:nvSpPr>
        <p:spPr>
          <a:xfrm>
            <a:off x="3582995" y="3186013"/>
            <a:ext cx="1978200" cy="65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700"/>
              <a:t>4. Transparency</a:t>
            </a:r>
            <a:endParaRPr sz="1700"/>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87" name="Shape 11687"/>
        <p:cNvGrpSpPr/>
        <p:nvPr/>
      </p:nvGrpSpPr>
      <p:grpSpPr>
        <a:xfrm>
          <a:off x="0" y="0"/>
          <a:ext cx="0" cy="0"/>
          <a:chOff x="0" y="0"/>
          <a:chExt cx="0" cy="0"/>
        </a:xfrm>
      </p:grpSpPr>
      <p:sp>
        <p:nvSpPr>
          <p:cNvPr id="11688" name="Google Shape;11688;p384"/>
          <p:cNvSpPr txBox="1"/>
          <p:nvPr>
            <p:ph type="title"/>
          </p:nvPr>
        </p:nvSpPr>
        <p:spPr>
          <a:xfrm>
            <a:off x="804600" y="0"/>
            <a:ext cx="7534800" cy="97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200"/>
              <a:t>CREATE TYPE vs CREATE DOMAIN</a:t>
            </a:r>
            <a:endParaRPr sz="3200"/>
          </a:p>
        </p:txBody>
      </p:sp>
      <p:sp>
        <p:nvSpPr>
          <p:cNvPr id="11689" name="Google Shape;11689;p384"/>
          <p:cNvSpPr txBox="1"/>
          <p:nvPr>
            <p:ph idx="1" type="subTitle"/>
          </p:nvPr>
        </p:nvSpPr>
        <p:spPr>
          <a:xfrm>
            <a:off x="917400" y="1134850"/>
            <a:ext cx="7309200" cy="300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700">
                <a:latin typeface="Calibri"/>
                <a:ea typeface="Calibri"/>
                <a:cs typeface="Calibri"/>
                <a:sym typeface="Calibri"/>
              </a:rPr>
              <a:t>Both CREATE TYPE and CREATE DOMAIN are used for creating user defined data types, but they differ slightly when it comes to functionality.</a:t>
            </a:r>
            <a:endParaRPr b="1" sz="1700">
              <a:latin typeface="Calibri"/>
              <a:ea typeface="Calibri"/>
              <a:cs typeface="Calibri"/>
              <a:sym typeface="Calibri"/>
            </a:endParaRPr>
          </a:p>
          <a:p>
            <a:pPr indent="0" lvl="0" marL="0" rtl="0" algn="l">
              <a:spcBef>
                <a:spcPts val="0"/>
              </a:spcBef>
              <a:spcAft>
                <a:spcPts val="0"/>
              </a:spcAft>
              <a:buNone/>
            </a:pPr>
            <a:r>
              <a:t/>
            </a:r>
            <a:endParaRPr sz="1500">
              <a:solidFill>
                <a:srgbClr val="163EF5"/>
              </a:solidFill>
              <a:latin typeface="Calibri"/>
              <a:ea typeface="Calibri"/>
              <a:cs typeface="Calibri"/>
              <a:sym typeface="Calibri"/>
            </a:endParaRPr>
          </a:p>
          <a:p>
            <a:pPr indent="0" lvl="0" marL="0" rtl="0" algn="l">
              <a:spcBef>
                <a:spcPts val="0"/>
              </a:spcBef>
              <a:spcAft>
                <a:spcPts val="0"/>
              </a:spcAft>
              <a:buNone/>
            </a:pPr>
            <a:r>
              <a:rPr b="1" lang="en" sz="1500">
                <a:solidFill>
                  <a:srgbClr val="6AA84F"/>
                </a:solidFill>
                <a:latin typeface="Calibri"/>
                <a:ea typeface="Calibri"/>
                <a:cs typeface="Calibri"/>
                <a:sym typeface="Calibri"/>
              </a:rPr>
              <a:t>CREATE DOMAIN</a:t>
            </a:r>
            <a:r>
              <a:rPr lang="en" sz="1500">
                <a:solidFill>
                  <a:srgbClr val="6AA84F"/>
                </a:solidFill>
                <a:latin typeface="Calibri"/>
                <a:ea typeface="Calibri"/>
                <a:cs typeface="Calibri"/>
                <a:sym typeface="Calibri"/>
              </a:rPr>
              <a:t>: </a:t>
            </a:r>
            <a:endParaRPr sz="1500">
              <a:solidFill>
                <a:srgbClr val="6AA84F"/>
              </a:solidFill>
              <a:latin typeface="Calibri"/>
              <a:ea typeface="Calibri"/>
              <a:cs typeface="Calibri"/>
              <a:sym typeface="Calibri"/>
            </a:endParaRPr>
          </a:p>
          <a:p>
            <a:pPr indent="0" lvl="0" marL="0" rtl="0" algn="l">
              <a:spcBef>
                <a:spcPts val="0"/>
              </a:spcBef>
              <a:spcAft>
                <a:spcPts val="0"/>
              </a:spcAft>
              <a:buNone/>
            </a:pPr>
            <a:r>
              <a:rPr lang="en" sz="1500">
                <a:solidFill>
                  <a:srgbClr val="6AA84F"/>
                </a:solidFill>
                <a:latin typeface="Calibri"/>
                <a:ea typeface="Calibri"/>
                <a:cs typeface="Calibri"/>
                <a:sym typeface="Calibri"/>
              </a:rPr>
              <a:t>Used to define a new data type with constraints. </a:t>
            </a:r>
            <a:endParaRPr sz="1500">
              <a:solidFill>
                <a:srgbClr val="6AA84F"/>
              </a:solidFill>
              <a:latin typeface="Calibri"/>
              <a:ea typeface="Calibri"/>
              <a:cs typeface="Calibri"/>
              <a:sym typeface="Calibri"/>
            </a:endParaRPr>
          </a:p>
          <a:p>
            <a:pPr indent="-323850" lvl="0" marL="1371600" rtl="0" algn="l">
              <a:spcBef>
                <a:spcPts val="0"/>
              </a:spcBef>
              <a:spcAft>
                <a:spcPts val="0"/>
              </a:spcAft>
              <a:buClr>
                <a:schemeClr val="dk1"/>
              </a:buClr>
              <a:buSzPts val="1500"/>
              <a:buFont typeface="Calibri"/>
              <a:buChar char="-"/>
            </a:pPr>
            <a:r>
              <a:rPr b="1" lang="en" sz="1500">
                <a:latin typeface="Calibri"/>
                <a:ea typeface="Calibri"/>
                <a:cs typeface="Calibri"/>
                <a:sym typeface="Calibri"/>
              </a:rPr>
              <a:t>Ex: </a:t>
            </a:r>
            <a:r>
              <a:rPr b="1" lang="en" sz="1500">
                <a:solidFill>
                  <a:srgbClr val="6AA84F"/>
                </a:solidFill>
                <a:latin typeface="Calibri"/>
                <a:ea typeface="Calibri"/>
                <a:cs typeface="Calibri"/>
                <a:sym typeface="Calibri"/>
              </a:rPr>
              <a:t>CREATE DOMAIN</a:t>
            </a:r>
            <a:r>
              <a:rPr b="1" lang="en" sz="1500">
                <a:latin typeface="Calibri"/>
                <a:ea typeface="Calibri"/>
                <a:cs typeface="Calibri"/>
                <a:sym typeface="Calibri"/>
              </a:rPr>
              <a:t> PhoneNumber AS INTEGER</a:t>
            </a:r>
            <a:endParaRPr b="1" sz="1500">
              <a:latin typeface="Calibri"/>
              <a:ea typeface="Calibri"/>
              <a:cs typeface="Calibri"/>
              <a:sym typeface="Calibri"/>
            </a:endParaRPr>
          </a:p>
          <a:p>
            <a:pPr indent="0" lvl="0" marL="1371600" rtl="0" algn="l">
              <a:spcBef>
                <a:spcPts val="0"/>
              </a:spcBef>
              <a:spcAft>
                <a:spcPts val="0"/>
              </a:spcAft>
              <a:buNone/>
            </a:pPr>
            <a:r>
              <a:rPr b="1" lang="en" sz="1500">
                <a:latin typeface="Calibri"/>
                <a:ea typeface="Calibri"/>
                <a:cs typeface="Calibri"/>
                <a:sym typeface="Calibri"/>
              </a:rPr>
              <a:t>	CHECK (LEN(PhoneNumber) = 10)</a:t>
            </a:r>
            <a:endParaRPr b="1" sz="1500">
              <a:latin typeface="Calibri"/>
              <a:ea typeface="Calibri"/>
              <a:cs typeface="Calibri"/>
              <a:sym typeface="Calibri"/>
            </a:endParaRPr>
          </a:p>
          <a:p>
            <a:pPr indent="0" lvl="0" marL="0" rtl="0" algn="l">
              <a:spcBef>
                <a:spcPts val="0"/>
              </a:spcBef>
              <a:spcAft>
                <a:spcPts val="0"/>
              </a:spcAft>
              <a:buNone/>
            </a:pPr>
            <a:r>
              <a:t/>
            </a:r>
            <a:endParaRPr sz="1500">
              <a:solidFill>
                <a:srgbClr val="163EF5"/>
              </a:solidFill>
              <a:latin typeface="Calibri"/>
              <a:ea typeface="Calibri"/>
              <a:cs typeface="Calibri"/>
              <a:sym typeface="Calibri"/>
            </a:endParaRPr>
          </a:p>
          <a:p>
            <a:pPr indent="0" lvl="0" marL="0" rtl="0" algn="l">
              <a:spcBef>
                <a:spcPts val="0"/>
              </a:spcBef>
              <a:spcAft>
                <a:spcPts val="0"/>
              </a:spcAft>
              <a:buNone/>
            </a:pPr>
            <a:r>
              <a:rPr b="1" lang="en" sz="1500">
                <a:solidFill>
                  <a:srgbClr val="0B5394"/>
                </a:solidFill>
                <a:latin typeface="Calibri"/>
                <a:ea typeface="Calibri"/>
                <a:cs typeface="Calibri"/>
                <a:sym typeface="Calibri"/>
              </a:rPr>
              <a:t>CREATE TYPE</a:t>
            </a:r>
            <a:r>
              <a:rPr lang="en" sz="1500">
                <a:solidFill>
                  <a:srgbClr val="0B5394"/>
                </a:solidFill>
                <a:latin typeface="Calibri"/>
                <a:ea typeface="Calibri"/>
                <a:cs typeface="Calibri"/>
                <a:sym typeface="Calibri"/>
              </a:rPr>
              <a:t>:</a:t>
            </a:r>
            <a:endParaRPr sz="1500">
              <a:solidFill>
                <a:srgbClr val="0B5394"/>
              </a:solidFill>
              <a:latin typeface="Calibri"/>
              <a:ea typeface="Calibri"/>
              <a:cs typeface="Calibri"/>
              <a:sym typeface="Calibri"/>
            </a:endParaRPr>
          </a:p>
          <a:p>
            <a:pPr indent="0" lvl="0" marL="0" rtl="0" algn="l">
              <a:spcBef>
                <a:spcPts val="0"/>
              </a:spcBef>
              <a:spcAft>
                <a:spcPts val="0"/>
              </a:spcAft>
              <a:buNone/>
            </a:pPr>
            <a:r>
              <a:rPr lang="en" sz="1500">
                <a:solidFill>
                  <a:srgbClr val="0B5394"/>
                </a:solidFill>
                <a:latin typeface="Calibri"/>
                <a:ea typeface="Calibri"/>
                <a:cs typeface="Calibri"/>
                <a:sym typeface="Calibri"/>
              </a:rPr>
              <a:t>Used to define a new data type that consists of attributes.  (Just like a class in OOP)</a:t>
            </a:r>
            <a:endParaRPr sz="1500">
              <a:solidFill>
                <a:srgbClr val="0B5394"/>
              </a:solidFill>
              <a:latin typeface="Calibri"/>
              <a:ea typeface="Calibri"/>
              <a:cs typeface="Calibri"/>
              <a:sym typeface="Calibri"/>
            </a:endParaRPr>
          </a:p>
          <a:p>
            <a:pPr indent="-323850" lvl="0" marL="1371600" rtl="0" algn="l">
              <a:spcBef>
                <a:spcPts val="0"/>
              </a:spcBef>
              <a:spcAft>
                <a:spcPts val="0"/>
              </a:spcAft>
              <a:buClr>
                <a:schemeClr val="dk1"/>
              </a:buClr>
              <a:buSzPts val="1500"/>
              <a:buFont typeface="Calibri"/>
              <a:buChar char="-"/>
            </a:pPr>
            <a:r>
              <a:rPr b="1" lang="en" sz="1500">
                <a:latin typeface="Calibri"/>
                <a:ea typeface="Calibri"/>
                <a:cs typeface="Calibri"/>
                <a:sym typeface="Calibri"/>
              </a:rPr>
              <a:t>Ex: </a:t>
            </a:r>
            <a:r>
              <a:rPr b="1" lang="en" sz="1500">
                <a:solidFill>
                  <a:srgbClr val="0B5394"/>
                </a:solidFill>
                <a:latin typeface="Calibri"/>
                <a:ea typeface="Calibri"/>
                <a:cs typeface="Calibri"/>
                <a:sym typeface="Calibri"/>
              </a:rPr>
              <a:t>CREATE TYPE</a:t>
            </a:r>
            <a:r>
              <a:rPr b="1" lang="en" sz="1500">
                <a:latin typeface="Calibri"/>
                <a:ea typeface="Calibri"/>
                <a:cs typeface="Calibri"/>
                <a:sym typeface="Calibri"/>
              </a:rPr>
              <a:t> Employee AS  (</a:t>
            </a:r>
            <a:endParaRPr b="1" sz="1500">
              <a:latin typeface="Calibri"/>
              <a:ea typeface="Calibri"/>
              <a:cs typeface="Calibri"/>
              <a:sym typeface="Calibri"/>
            </a:endParaRPr>
          </a:p>
          <a:p>
            <a:pPr indent="0" lvl="0" marL="1828800" rtl="0" algn="l">
              <a:spcBef>
                <a:spcPts val="0"/>
              </a:spcBef>
              <a:spcAft>
                <a:spcPts val="0"/>
              </a:spcAft>
              <a:buNone/>
            </a:pPr>
            <a:r>
              <a:rPr b="1" lang="en" sz="1500">
                <a:latin typeface="Calibri"/>
                <a:ea typeface="Calibri"/>
                <a:cs typeface="Calibri"/>
                <a:sym typeface="Calibri"/>
              </a:rPr>
              <a:t>name VARCHAR(100)</a:t>
            </a:r>
            <a:endParaRPr b="1" sz="1500">
              <a:latin typeface="Calibri"/>
              <a:ea typeface="Calibri"/>
              <a:cs typeface="Calibri"/>
              <a:sym typeface="Calibri"/>
            </a:endParaRPr>
          </a:p>
          <a:p>
            <a:pPr indent="0" lvl="0" marL="1828800" rtl="0" algn="l">
              <a:spcBef>
                <a:spcPts val="0"/>
              </a:spcBef>
              <a:spcAft>
                <a:spcPts val="0"/>
              </a:spcAft>
              <a:buNone/>
            </a:pPr>
            <a:r>
              <a:rPr b="1" lang="en" sz="1500">
                <a:latin typeface="Calibri"/>
                <a:ea typeface="Calibri"/>
                <a:cs typeface="Calibri"/>
                <a:sym typeface="Calibri"/>
              </a:rPr>
              <a:t>emp_id CHAR(10)</a:t>
            </a:r>
            <a:endParaRPr b="1" sz="1500">
              <a:latin typeface="Calibri"/>
              <a:ea typeface="Calibri"/>
              <a:cs typeface="Calibri"/>
              <a:sym typeface="Calibri"/>
            </a:endParaRPr>
          </a:p>
          <a:p>
            <a:pPr indent="0" lvl="0" marL="1828800" rtl="0" algn="l">
              <a:spcBef>
                <a:spcPts val="0"/>
              </a:spcBef>
              <a:spcAft>
                <a:spcPts val="0"/>
              </a:spcAft>
              <a:buNone/>
            </a:pPr>
            <a:r>
              <a:rPr b="1" lang="en" sz="1500">
                <a:latin typeface="Calibri"/>
                <a:ea typeface="Calibri"/>
                <a:cs typeface="Calibri"/>
                <a:sym typeface="Calibri"/>
              </a:rPr>
              <a:t>(etc…)</a:t>
            </a:r>
            <a:endParaRPr b="1" sz="1500">
              <a:latin typeface="Calibri"/>
              <a:ea typeface="Calibri"/>
              <a:cs typeface="Calibri"/>
              <a:sym typeface="Calibri"/>
            </a:endParaRPr>
          </a:p>
          <a:p>
            <a:pPr indent="0" lvl="0" marL="0" rtl="0" algn="l">
              <a:spcBef>
                <a:spcPts val="0"/>
              </a:spcBef>
              <a:spcAft>
                <a:spcPts val="0"/>
              </a:spcAft>
              <a:buNone/>
            </a:pPr>
            <a:r>
              <a:rPr b="1" lang="en" sz="1500">
                <a:latin typeface="Calibri"/>
                <a:ea typeface="Calibri"/>
                <a:cs typeface="Calibri"/>
                <a:sym typeface="Calibri"/>
              </a:rPr>
              <a:t>                                            )</a:t>
            </a:r>
            <a:endParaRPr b="1" sz="1800"/>
          </a:p>
        </p:txBody>
      </p:sp>
      <p:sp>
        <p:nvSpPr>
          <p:cNvPr id="11690" name="Google Shape;11690;p384"/>
          <p:cNvSpPr txBox="1"/>
          <p:nvPr/>
        </p:nvSpPr>
        <p:spPr>
          <a:xfrm>
            <a:off x="5117375" y="3816850"/>
            <a:ext cx="3204600" cy="1095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Lato"/>
                <a:ea typeface="Lato"/>
                <a:cs typeface="Lato"/>
                <a:sym typeface="Lato"/>
              </a:rPr>
              <a:t>For CREATE TYPE:</a:t>
            </a:r>
            <a:endParaRPr b="1" sz="1200">
              <a:solidFill>
                <a:schemeClr val="dk1"/>
              </a:solidFill>
              <a:latin typeface="Lato"/>
              <a:ea typeface="Lato"/>
              <a:cs typeface="Lato"/>
              <a:sym typeface="Lato"/>
            </a:endParaRPr>
          </a:p>
          <a:p>
            <a:pPr indent="0" lvl="0" marL="0" rtl="0" algn="l">
              <a:spcBef>
                <a:spcPts val="0"/>
              </a:spcBef>
              <a:spcAft>
                <a:spcPts val="0"/>
              </a:spcAft>
              <a:buNone/>
            </a:pPr>
            <a:r>
              <a:rPr lang="en" sz="1200">
                <a:solidFill>
                  <a:schemeClr val="dk1"/>
                </a:solidFill>
              </a:rPr>
              <a:t>“Checking” occurs at the table level when we are </a:t>
            </a:r>
            <a:r>
              <a:rPr lang="en" sz="1200">
                <a:solidFill>
                  <a:schemeClr val="dk1"/>
                </a:solidFill>
              </a:rPr>
              <a:t>querying</a:t>
            </a:r>
            <a:r>
              <a:rPr lang="en" sz="1200">
                <a:solidFill>
                  <a:schemeClr val="dk1"/>
                </a:solidFill>
              </a:rPr>
              <a:t> the table, we can filter for specific data by setting constraints using the WHERE clause.</a:t>
            </a:r>
            <a:endParaRPr sz="1200">
              <a:solidFill>
                <a:schemeClr val="dk1"/>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94" name="Shape 11694"/>
        <p:cNvGrpSpPr/>
        <p:nvPr/>
      </p:nvGrpSpPr>
      <p:grpSpPr>
        <a:xfrm>
          <a:off x="0" y="0"/>
          <a:ext cx="0" cy="0"/>
          <a:chOff x="0" y="0"/>
          <a:chExt cx="0" cy="0"/>
        </a:xfrm>
      </p:grpSpPr>
      <p:sp>
        <p:nvSpPr>
          <p:cNvPr id="11695" name="Google Shape;11695;p385"/>
          <p:cNvSpPr/>
          <p:nvPr/>
        </p:nvSpPr>
        <p:spPr>
          <a:xfrm flipH="1" rot="-7219687">
            <a:off x="-1095655" y="408466"/>
            <a:ext cx="5219277" cy="470790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385"/>
          <p:cNvSpPr txBox="1"/>
          <p:nvPr>
            <p:ph type="title"/>
          </p:nvPr>
        </p:nvSpPr>
        <p:spPr>
          <a:xfrm>
            <a:off x="4047175" y="2571975"/>
            <a:ext cx="43836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4000"/>
              <a:t>Taxonomies</a:t>
            </a:r>
            <a:endParaRPr sz="4000"/>
          </a:p>
        </p:txBody>
      </p:sp>
      <p:sp>
        <p:nvSpPr>
          <p:cNvPr id="11697" name="Google Shape;11697;p385"/>
          <p:cNvSpPr txBox="1"/>
          <p:nvPr>
            <p:ph idx="2" type="title"/>
          </p:nvPr>
        </p:nvSpPr>
        <p:spPr>
          <a:xfrm>
            <a:off x="4047175" y="1321975"/>
            <a:ext cx="12357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pic>
        <p:nvPicPr>
          <p:cNvPr descr="File storage on laptop flat icon. Paper archive on notebook vector illustration isolated on white. Documents on computer gradient style design, designed for web and app. Eps 10. (Provided by Getty Images)" id="11698" name="Google Shape;11698;p385"/>
          <p:cNvPicPr preferRelativeResize="0"/>
          <p:nvPr>
            <p:ph idx="3" type="pic"/>
          </p:nvPr>
        </p:nvPicPr>
        <p:blipFill rotWithShape="1">
          <a:blip r:embed="rId3">
            <a:alphaModFix/>
          </a:blip>
          <a:srcRect b="0" l="0" r="0" t="0"/>
          <a:stretch/>
        </p:blipFill>
        <p:spPr>
          <a:xfrm>
            <a:off x="484625" y="1076550"/>
            <a:ext cx="2990400" cy="2990400"/>
          </a:xfrm>
          <a:prstGeom prst="roundRect">
            <a:avLst>
              <a:gd fmla="val 16667" name="adj"/>
            </a:avLst>
          </a:prstGeom>
        </p:spPr>
      </p:pic>
      <p:grpSp>
        <p:nvGrpSpPr>
          <p:cNvPr id="11699" name="Google Shape;11699;p385"/>
          <p:cNvGrpSpPr/>
          <p:nvPr/>
        </p:nvGrpSpPr>
        <p:grpSpPr>
          <a:xfrm>
            <a:off x="7441503" y="289852"/>
            <a:ext cx="1366913" cy="1382099"/>
            <a:chOff x="6568493" y="8"/>
            <a:chExt cx="1820608" cy="1840590"/>
          </a:xfrm>
        </p:grpSpPr>
        <p:sp>
          <p:nvSpPr>
            <p:cNvPr id="11700" name="Google Shape;11700;p385"/>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1" name="Google Shape;11701;p385"/>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702" name="Google Shape;11702;p385"/>
            <p:cNvGrpSpPr/>
            <p:nvPr/>
          </p:nvGrpSpPr>
          <p:grpSpPr>
            <a:xfrm>
              <a:off x="6568493" y="84720"/>
              <a:ext cx="1649109" cy="1669065"/>
              <a:chOff x="8921020" y="472154"/>
              <a:chExt cx="1959958" cy="1983676"/>
            </a:xfrm>
          </p:grpSpPr>
          <p:sp>
            <p:nvSpPr>
              <p:cNvPr id="11703" name="Google Shape;11703;p385"/>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4" name="Google Shape;11704;p385"/>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705" name="Google Shape;11705;p385"/>
              <p:cNvGrpSpPr/>
              <p:nvPr/>
            </p:nvGrpSpPr>
            <p:grpSpPr>
              <a:xfrm>
                <a:off x="9011888" y="537781"/>
                <a:ext cx="255174" cy="64389"/>
                <a:chOff x="9011888" y="537781"/>
                <a:chExt cx="255174" cy="64389"/>
              </a:xfrm>
            </p:grpSpPr>
            <p:sp>
              <p:nvSpPr>
                <p:cNvPr id="11706" name="Google Shape;11706;p385"/>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7" name="Google Shape;11707;p385"/>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8" name="Google Shape;11708;p385"/>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709" name="Google Shape;11709;p385"/>
            <p:cNvGrpSpPr/>
            <p:nvPr/>
          </p:nvGrpSpPr>
          <p:grpSpPr>
            <a:xfrm>
              <a:off x="6795939" y="406335"/>
              <a:ext cx="1194216" cy="1228757"/>
              <a:chOff x="9191339" y="854392"/>
              <a:chExt cx="1419320" cy="1460372"/>
            </a:xfrm>
          </p:grpSpPr>
          <p:grpSp>
            <p:nvGrpSpPr>
              <p:cNvPr id="11710" name="Google Shape;11710;p385"/>
              <p:cNvGrpSpPr/>
              <p:nvPr/>
            </p:nvGrpSpPr>
            <p:grpSpPr>
              <a:xfrm>
                <a:off x="9191339" y="1884045"/>
                <a:ext cx="604932" cy="420243"/>
                <a:chOff x="9191339" y="1884045"/>
                <a:chExt cx="604932" cy="420243"/>
              </a:xfrm>
            </p:grpSpPr>
            <p:sp>
              <p:nvSpPr>
                <p:cNvPr id="11711" name="Google Shape;11711;p385"/>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2" name="Google Shape;11712;p385"/>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3" name="Google Shape;11713;p385"/>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4" name="Google Shape;11714;p385"/>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5" name="Google Shape;11715;p385"/>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6" name="Google Shape;11716;p385"/>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7" name="Google Shape;11717;p385"/>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8" name="Google Shape;11718;p385"/>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9" name="Google Shape;11719;p385"/>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0" name="Google Shape;11720;p385"/>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721" name="Google Shape;11721;p385"/>
              <p:cNvGrpSpPr/>
              <p:nvPr/>
            </p:nvGrpSpPr>
            <p:grpSpPr>
              <a:xfrm>
                <a:off x="10004774" y="854392"/>
                <a:ext cx="604932" cy="420243"/>
                <a:chOff x="10004774" y="854392"/>
                <a:chExt cx="604932" cy="420243"/>
              </a:xfrm>
            </p:grpSpPr>
            <p:sp>
              <p:nvSpPr>
                <p:cNvPr id="11722" name="Google Shape;11722;p385"/>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3" name="Google Shape;11723;p385"/>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4" name="Google Shape;11724;p385"/>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5" name="Google Shape;11725;p385"/>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6" name="Google Shape;11726;p385"/>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7" name="Google Shape;11727;p385"/>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8" name="Google Shape;11728;p385"/>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9" name="Google Shape;11729;p385"/>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30" name="Google Shape;11730;p385"/>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31" name="Google Shape;11731;p385"/>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732" name="Google Shape;11732;p385"/>
              <p:cNvGrpSpPr/>
              <p:nvPr/>
            </p:nvGrpSpPr>
            <p:grpSpPr>
              <a:xfrm>
                <a:off x="10004774" y="1374362"/>
                <a:ext cx="604932" cy="303466"/>
                <a:chOff x="10004774" y="1374362"/>
                <a:chExt cx="604932" cy="303466"/>
              </a:xfrm>
            </p:grpSpPr>
            <p:sp>
              <p:nvSpPr>
                <p:cNvPr id="11733" name="Google Shape;11733;p385"/>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34" name="Google Shape;11734;p385"/>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35" name="Google Shape;11735;p385"/>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36" name="Google Shape;11736;p385"/>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37" name="Google Shape;11737;p385"/>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38" name="Google Shape;11738;p385"/>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39" name="Google Shape;11739;p385"/>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40" name="Google Shape;11740;p385"/>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741" name="Google Shape;11741;p385"/>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42" name="Google Shape;11742;p385"/>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743" name="Google Shape;11743;p385"/>
            <p:cNvGrpSpPr/>
            <p:nvPr/>
          </p:nvGrpSpPr>
          <p:grpSpPr>
            <a:xfrm>
              <a:off x="6717319" y="354723"/>
              <a:ext cx="656533" cy="799751"/>
              <a:chOff x="9097899" y="793051"/>
              <a:chExt cx="780287" cy="950500"/>
            </a:xfrm>
          </p:grpSpPr>
          <p:grpSp>
            <p:nvGrpSpPr>
              <p:cNvPr id="11744" name="Google Shape;11744;p385"/>
              <p:cNvGrpSpPr/>
              <p:nvPr/>
            </p:nvGrpSpPr>
            <p:grpSpPr>
              <a:xfrm>
                <a:off x="9118758" y="814006"/>
                <a:ext cx="747999" cy="918020"/>
                <a:chOff x="9118758" y="814006"/>
                <a:chExt cx="747999" cy="918020"/>
              </a:xfrm>
            </p:grpSpPr>
            <p:sp>
              <p:nvSpPr>
                <p:cNvPr id="11745" name="Google Shape;11745;p385"/>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46" name="Google Shape;11746;p385"/>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47" name="Google Shape;11747;p385"/>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48" name="Google Shape;11748;p385"/>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749" name="Google Shape;11749;p385"/>
              <p:cNvGrpSpPr/>
              <p:nvPr/>
            </p:nvGrpSpPr>
            <p:grpSpPr>
              <a:xfrm>
                <a:off x="9097899" y="793051"/>
                <a:ext cx="780287" cy="950500"/>
                <a:chOff x="9097899" y="793051"/>
                <a:chExt cx="780287" cy="950500"/>
              </a:xfrm>
            </p:grpSpPr>
            <p:grpSp>
              <p:nvGrpSpPr>
                <p:cNvPr id="11750" name="Google Shape;11750;p385"/>
                <p:cNvGrpSpPr/>
                <p:nvPr/>
              </p:nvGrpSpPr>
              <p:grpSpPr>
                <a:xfrm>
                  <a:off x="9097899" y="793051"/>
                  <a:ext cx="780287" cy="41909"/>
                  <a:chOff x="9097899" y="793051"/>
                  <a:chExt cx="780287" cy="41909"/>
                </a:xfrm>
              </p:grpSpPr>
              <p:sp>
                <p:nvSpPr>
                  <p:cNvPr id="11751" name="Google Shape;11751;p385"/>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52" name="Google Shape;11752;p385"/>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53" name="Google Shape;11753;p385"/>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754" name="Google Shape;11754;p385"/>
                <p:cNvGrpSpPr/>
                <p:nvPr/>
              </p:nvGrpSpPr>
              <p:grpSpPr>
                <a:xfrm>
                  <a:off x="9097899" y="1247298"/>
                  <a:ext cx="780287" cy="41910"/>
                  <a:chOff x="9097899" y="1247298"/>
                  <a:chExt cx="780287" cy="41910"/>
                </a:xfrm>
              </p:grpSpPr>
              <p:sp>
                <p:nvSpPr>
                  <p:cNvPr id="11755" name="Google Shape;11755;p385"/>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56" name="Google Shape;11756;p385"/>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757" name="Google Shape;11757;p385"/>
                <p:cNvGrpSpPr/>
                <p:nvPr/>
              </p:nvGrpSpPr>
              <p:grpSpPr>
                <a:xfrm>
                  <a:off x="9097899" y="1701641"/>
                  <a:ext cx="780287" cy="41910"/>
                  <a:chOff x="9097899" y="1701641"/>
                  <a:chExt cx="780287" cy="41910"/>
                </a:xfrm>
              </p:grpSpPr>
              <p:sp>
                <p:nvSpPr>
                  <p:cNvPr id="11758" name="Google Shape;11758;p385"/>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59" name="Google Shape;11759;p385"/>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60" name="Google Shape;11760;p385"/>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1761" name="Google Shape;11761;p385"/>
            <p:cNvGrpSpPr/>
            <p:nvPr/>
          </p:nvGrpSpPr>
          <p:grpSpPr>
            <a:xfrm>
              <a:off x="7074117" y="956519"/>
              <a:ext cx="215826" cy="125825"/>
              <a:chOff x="9521952" y="1508283"/>
              <a:chExt cx="256508" cy="149542"/>
            </a:xfrm>
          </p:grpSpPr>
          <p:sp>
            <p:nvSpPr>
              <p:cNvPr id="11762" name="Google Shape;11762;p385"/>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763" name="Google Shape;11763;p385"/>
              <p:cNvGrpSpPr/>
              <p:nvPr/>
            </p:nvGrpSpPr>
            <p:grpSpPr>
              <a:xfrm>
                <a:off x="9556578" y="1534618"/>
                <a:ext cx="183763" cy="98921"/>
                <a:chOff x="9556578" y="1534618"/>
                <a:chExt cx="183763" cy="98921"/>
              </a:xfrm>
            </p:grpSpPr>
            <p:grpSp>
              <p:nvGrpSpPr>
                <p:cNvPr id="11764" name="Google Shape;11764;p385"/>
                <p:cNvGrpSpPr/>
                <p:nvPr/>
              </p:nvGrpSpPr>
              <p:grpSpPr>
                <a:xfrm>
                  <a:off x="9645396" y="1536115"/>
                  <a:ext cx="94945" cy="94946"/>
                  <a:chOff x="9645396" y="1536115"/>
                  <a:chExt cx="94945" cy="94946"/>
                </a:xfrm>
              </p:grpSpPr>
              <p:sp>
                <p:nvSpPr>
                  <p:cNvPr id="11765" name="Google Shape;11765;p385"/>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66" name="Google Shape;11766;p385"/>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767" name="Google Shape;11767;p385"/>
                <p:cNvGrpSpPr/>
                <p:nvPr/>
              </p:nvGrpSpPr>
              <p:grpSpPr>
                <a:xfrm>
                  <a:off x="9556578" y="1534618"/>
                  <a:ext cx="98773" cy="98921"/>
                  <a:chOff x="9556578" y="1534618"/>
                  <a:chExt cx="98773" cy="98921"/>
                </a:xfrm>
              </p:grpSpPr>
              <p:sp>
                <p:nvSpPr>
                  <p:cNvPr id="11768" name="Google Shape;11768;p385"/>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69" name="Google Shape;11769;p385"/>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grpSp>
        <p:nvGrpSpPr>
          <p:cNvPr id="11770" name="Google Shape;11770;p385"/>
          <p:cNvGrpSpPr/>
          <p:nvPr/>
        </p:nvGrpSpPr>
        <p:grpSpPr>
          <a:xfrm>
            <a:off x="254436" y="3695349"/>
            <a:ext cx="917374" cy="683570"/>
            <a:chOff x="1914620" y="1930431"/>
            <a:chExt cx="572929" cy="426911"/>
          </a:xfrm>
        </p:grpSpPr>
        <p:grpSp>
          <p:nvGrpSpPr>
            <p:cNvPr id="11771" name="Google Shape;11771;p385"/>
            <p:cNvGrpSpPr/>
            <p:nvPr/>
          </p:nvGrpSpPr>
          <p:grpSpPr>
            <a:xfrm>
              <a:off x="1914620" y="1930431"/>
              <a:ext cx="572929" cy="426911"/>
              <a:chOff x="1914620" y="1930431"/>
              <a:chExt cx="572929" cy="426911"/>
            </a:xfrm>
          </p:grpSpPr>
          <p:sp>
            <p:nvSpPr>
              <p:cNvPr id="11772" name="Google Shape;11772;p385"/>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73" name="Google Shape;11773;p385"/>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74" name="Google Shape;11774;p385"/>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775" name="Google Shape;11775;p385"/>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79" name="Shape 11779"/>
        <p:cNvGrpSpPr/>
        <p:nvPr/>
      </p:nvGrpSpPr>
      <p:grpSpPr>
        <a:xfrm>
          <a:off x="0" y="0"/>
          <a:ext cx="0" cy="0"/>
          <a:chOff x="0" y="0"/>
          <a:chExt cx="0" cy="0"/>
        </a:xfrm>
      </p:grpSpPr>
      <p:sp>
        <p:nvSpPr>
          <p:cNvPr id="11780" name="Google Shape;11780;p386"/>
          <p:cNvSpPr txBox="1"/>
          <p:nvPr>
            <p:ph type="title"/>
          </p:nvPr>
        </p:nvSpPr>
        <p:spPr>
          <a:xfrm>
            <a:off x="720000" y="4751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4500"/>
              <a:t>Taxonomies</a:t>
            </a:r>
            <a:endParaRPr sz="4500"/>
          </a:p>
        </p:txBody>
      </p:sp>
      <p:sp>
        <p:nvSpPr>
          <p:cNvPr id="11781" name="Google Shape;11781;p386"/>
          <p:cNvSpPr txBox="1"/>
          <p:nvPr>
            <p:ph idx="2" type="subTitle"/>
          </p:nvPr>
        </p:nvSpPr>
        <p:spPr>
          <a:xfrm>
            <a:off x="1080525" y="2453575"/>
            <a:ext cx="7343400" cy="20733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600">
                <a:solidFill>
                  <a:srgbClr val="000000"/>
                </a:solidFill>
                <a:latin typeface="Arial"/>
                <a:ea typeface="Arial"/>
                <a:cs typeface="Arial"/>
                <a:sym typeface="Arial"/>
              </a:rPr>
              <a:t>A </a:t>
            </a:r>
            <a:r>
              <a:rPr b="1" lang="en" sz="1600">
                <a:solidFill>
                  <a:srgbClr val="000000"/>
                </a:solidFill>
                <a:latin typeface="Arial"/>
                <a:ea typeface="Arial"/>
                <a:cs typeface="Arial"/>
                <a:sym typeface="Arial"/>
              </a:rPr>
              <a:t>data taxonomy</a:t>
            </a:r>
            <a:r>
              <a:rPr lang="en" sz="1600">
                <a:solidFill>
                  <a:srgbClr val="000000"/>
                </a:solidFill>
                <a:latin typeface="Arial"/>
                <a:ea typeface="Arial"/>
                <a:cs typeface="Arial"/>
                <a:sym typeface="Arial"/>
              </a:rPr>
              <a:t> is a way of organizing and classifying data. It involves creating a hierarchy of categories along with their subcategories that can be used to organize the data consistently. As database systems grow, they can become extremely difficult to work with, some users may not even know what data is available, however with building a data taxonomy, these issues are fixed for us.</a:t>
            </a:r>
            <a:endParaRPr b="1" sz="1900"/>
          </a:p>
          <a:p>
            <a:pPr indent="0" lvl="0" marL="0" rtl="0" algn="l">
              <a:spcBef>
                <a:spcPts val="0"/>
              </a:spcBef>
              <a:spcAft>
                <a:spcPts val="0"/>
              </a:spcAft>
              <a:buNone/>
            </a:pPr>
            <a:r>
              <a:t/>
            </a:r>
            <a:endParaRPr sz="1500"/>
          </a:p>
        </p:txBody>
      </p:sp>
      <p:sp>
        <p:nvSpPr>
          <p:cNvPr id="11782" name="Google Shape;11782;p386"/>
          <p:cNvSpPr txBox="1"/>
          <p:nvPr>
            <p:ph idx="3" type="subTitle"/>
          </p:nvPr>
        </p:nvSpPr>
        <p:spPr>
          <a:xfrm>
            <a:off x="1111807" y="1880863"/>
            <a:ext cx="69204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t>What are Data Taxonomies?</a:t>
            </a:r>
            <a:endParaRPr sz="2400"/>
          </a:p>
        </p:txBody>
      </p:sp>
      <p:grpSp>
        <p:nvGrpSpPr>
          <p:cNvPr id="11783" name="Google Shape;11783;p386"/>
          <p:cNvGrpSpPr/>
          <p:nvPr/>
        </p:nvGrpSpPr>
        <p:grpSpPr>
          <a:xfrm>
            <a:off x="7658533" y="701383"/>
            <a:ext cx="1187311" cy="624971"/>
            <a:chOff x="3859815" y="2867310"/>
            <a:chExt cx="1262157" cy="664368"/>
          </a:xfrm>
        </p:grpSpPr>
        <p:sp>
          <p:nvSpPr>
            <p:cNvPr id="11784" name="Google Shape;11784;p386"/>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785" name="Google Shape;11785;p386"/>
            <p:cNvGrpSpPr/>
            <p:nvPr/>
          </p:nvGrpSpPr>
          <p:grpSpPr>
            <a:xfrm>
              <a:off x="4275677" y="3065525"/>
              <a:ext cx="334517" cy="380047"/>
              <a:chOff x="4275677" y="3065525"/>
              <a:chExt cx="334517" cy="380047"/>
            </a:xfrm>
          </p:grpSpPr>
          <p:grpSp>
            <p:nvGrpSpPr>
              <p:cNvPr id="11786" name="Google Shape;11786;p386"/>
              <p:cNvGrpSpPr/>
              <p:nvPr/>
            </p:nvGrpSpPr>
            <p:grpSpPr>
              <a:xfrm>
                <a:off x="4275677" y="3065525"/>
                <a:ext cx="334517" cy="380047"/>
                <a:chOff x="4275677" y="3065525"/>
                <a:chExt cx="334517" cy="380047"/>
              </a:xfrm>
            </p:grpSpPr>
            <p:grpSp>
              <p:nvGrpSpPr>
                <p:cNvPr id="11787" name="Google Shape;11787;p386"/>
                <p:cNvGrpSpPr/>
                <p:nvPr/>
              </p:nvGrpSpPr>
              <p:grpSpPr>
                <a:xfrm>
                  <a:off x="4275677" y="3301269"/>
                  <a:ext cx="334422" cy="144303"/>
                  <a:chOff x="4275677" y="3301269"/>
                  <a:chExt cx="334422" cy="144303"/>
                </a:xfrm>
              </p:grpSpPr>
              <p:sp>
                <p:nvSpPr>
                  <p:cNvPr id="11788" name="Google Shape;11788;p386"/>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89" name="Google Shape;11789;p386"/>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790" name="Google Shape;11790;p386"/>
                <p:cNvGrpSpPr/>
                <p:nvPr/>
              </p:nvGrpSpPr>
              <p:grpSpPr>
                <a:xfrm>
                  <a:off x="4275677" y="3183350"/>
                  <a:ext cx="334422" cy="144302"/>
                  <a:chOff x="4275677" y="3183350"/>
                  <a:chExt cx="334422" cy="144302"/>
                </a:xfrm>
              </p:grpSpPr>
              <p:sp>
                <p:nvSpPr>
                  <p:cNvPr id="11791" name="Google Shape;11791;p386"/>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92" name="Google Shape;11792;p386"/>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793" name="Google Shape;11793;p386"/>
                <p:cNvGrpSpPr/>
                <p:nvPr/>
              </p:nvGrpSpPr>
              <p:grpSpPr>
                <a:xfrm>
                  <a:off x="4275677" y="3065525"/>
                  <a:ext cx="334517" cy="144303"/>
                  <a:chOff x="4275677" y="3065525"/>
                  <a:chExt cx="334517" cy="144303"/>
                </a:xfrm>
              </p:grpSpPr>
              <p:sp>
                <p:nvSpPr>
                  <p:cNvPr id="11794" name="Google Shape;11794;p386"/>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95" name="Google Shape;11795;p386"/>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1796" name="Google Shape;11796;p386"/>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97" name="Google Shape;11797;p386"/>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98" name="Google Shape;11798;p386"/>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02" name="Shape 11802"/>
        <p:cNvGrpSpPr/>
        <p:nvPr/>
      </p:nvGrpSpPr>
      <p:grpSpPr>
        <a:xfrm>
          <a:off x="0" y="0"/>
          <a:ext cx="0" cy="0"/>
          <a:chOff x="0" y="0"/>
          <a:chExt cx="0" cy="0"/>
        </a:xfrm>
      </p:grpSpPr>
      <p:sp>
        <p:nvSpPr>
          <p:cNvPr id="11803" name="Google Shape;11803;p38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4500"/>
              <a:t>Taxonomies</a:t>
            </a:r>
            <a:endParaRPr sz="4500"/>
          </a:p>
          <a:p>
            <a:pPr indent="0" lvl="0" marL="0" rtl="0" algn="l">
              <a:spcBef>
                <a:spcPts val="0"/>
              </a:spcBef>
              <a:spcAft>
                <a:spcPts val="0"/>
              </a:spcAft>
              <a:buNone/>
            </a:pPr>
            <a:r>
              <a:t/>
            </a:r>
            <a:endParaRPr sz="2500"/>
          </a:p>
        </p:txBody>
      </p:sp>
      <p:sp>
        <p:nvSpPr>
          <p:cNvPr id="11804" name="Google Shape;11804;p387"/>
          <p:cNvSpPr txBox="1"/>
          <p:nvPr>
            <p:ph idx="1" type="subTitle"/>
          </p:nvPr>
        </p:nvSpPr>
        <p:spPr>
          <a:xfrm>
            <a:off x="178575" y="2052450"/>
            <a:ext cx="2889600" cy="10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t>Think of Amazon’s categories:</a:t>
            </a:r>
            <a:endParaRPr sz="1600"/>
          </a:p>
          <a:p>
            <a:pPr indent="0" lvl="0" marL="0" rtl="0" algn="l">
              <a:spcBef>
                <a:spcPts val="0"/>
              </a:spcBef>
              <a:spcAft>
                <a:spcPts val="0"/>
              </a:spcAft>
              <a:buNone/>
            </a:pPr>
            <a:r>
              <a:t/>
            </a:r>
            <a:endParaRPr sz="1600"/>
          </a:p>
          <a:p>
            <a:pPr indent="0" lvl="0" marL="0" rtl="0" algn="l">
              <a:lnSpc>
                <a:spcPct val="90000"/>
              </a:lnSpc>
              <a:spcBef>
                <a:spcPts val="1000"/>
              </a:spcBef>
              <a:spcAft>
                <a:spcPts val="0"/>
              </a:spcAft>
              <a:buNone/>
            </a:pPr>
            <a:r>
              <a:rPr b="1" lang="en" sz="1400">
                <a:solidFill>
                  <a:srgbClr val="3D3D3D"/>
                </a:solidFill>
              </a:rPr>
              <a:t>Electronics</a:t>
            </a:r>
            <a:endParaRPr b="1" sz="1400">
              <a:solidFill>
                <a:srgbClr val="3D3D3D"/>
              </a:solidFill>
            </a:endParaRPr>
          </a:p>
          <a:p>
            <a:pPr indent="0" lvl="0" marL="0" rtl="0" algn="l">
              <a:lnSpc>
                <a:spcPct val="90000"/>
              </a:lnSpc>
              <a:spcBef>
                <a:spcPts val="1000"/>
              </a:spcBef>
              <a:spcAft>
                <a:spcPts val="0"/>
              </a:spcAft>
              <a:buNone/>
            </a:pPr>
            <a:r>
              <a:rPr b="1" lang="en" sz="1400">
                <a:solidFill>
                  <a:srgbClr val="3D3D3D"/>
                </a:solidFill>
              </a:rPr>
              <a:t>	└── Computers</a:t>
            </a:r>
            <a:endParaRPr b="1" sz="1400">
              <a:solidFill>
                <a:srgbClr val="3D3D3D"/>
              </a:solidFill>
            </a:endParaRPr>
          </a:p>
          <a:p>
            <a:pPr indent="0" lvl="0" marL="0" rtl="0" algn="l">
              <a:lnSpc>
                <a:spcPct val="90000"/>
              </a:lnSpc>
              <a:spcBef>
                <a:spcPts val="1000"/>
              </a:spcBef>
              <a:spcAft>
                <a:spcPts val="0"/>
              </a:spcAft>
              <a:buNone/>
            </a:pPr>
            <a:r>
              <a:rPr b="1" lang="en" sz="1400">
                <a:solidFill>
                  <a:srgbClr val="3D3D3D"/>
                </a:solidFill>
              </a:rPr>
              <a:t>    	└── Laptops</a:t>
            </a:r>
            <a:endParaRPr b="1" sz="1400">
              <a:solidFill>
                <a:srgbClr val="3D3D3D"/>
              </a:solidFill>
            </a:endParaRPr>
          </a:p>
          <a:p>
            <a:pPr indent="0" lvl="0" marL="0" rtl="0" algn="l">
              <a:lnSpc>
                <a:spcPct val="90000"/>
              </a:lnSpc>
              <a:spcBef>
                <a:spcPts val="1000"/>
              </a:spcBef>
              <a:spcAft>
                <a:spcPts val="0"/>
              </a:spcAft>
              <a:buNone/>
            </a:pPr>
            <a:r>
              <a:rPr b="1" lang="en" sz="1400">
                <a:solidFill>
                  <a:srgbClr val="3D3D3D"/>
                </a:solidFill>
              </a:rPr>
              <a:t>        	└── Gaming Laptops</a:t>
            </a:r>
            <a:endParaRPr b="1" sz="1400"/>
          </a:p>
        </p:txBody>
      </p:sp>
      <p:sp>
        <p:nvSpPr>
          <p:cNvPr id="11805" name="Google Shape;11805;p387"/>
          <p:cNvSpPr txBox="1"/>
          <p:nvPr>
            <p:ph idx="2" type="subTitle"/>
          </p:nvPr>
        </p:nvSpPr>
        <p:spPr>
          <a:xfrm>
            <a:off x="3166525" y="2053700"/>
            <a:ext cx="2811000" cy="2728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300"/>
              <a:t>CREATE TABLE Categories (</a:t>
            </a:r>
            <a:endParaRPr sz="1300"/>
          </a:p>
          <a:p>
            <a:pPr indent="0" lvl="0" marL="0" rtl="0" algn="l">
              <a:lnSpc>
                <a:spcPct val="115000"/>
              </a:lnSpc>
              <a:spcBef>
                <a:spcPts val="0"/>
              </a:spcBef>
              <a:spcAft>
                <a:spcPts val="0"/>
              </a:spcAft>
              <a:buNone/>
            </a:pPr>
            <a:r>
              <a:rPr lang="en" sz="1300"/>
              <a:t>  CategoryID INT PRIMARY KEY,</a:t>
            </a:r>
            <a:endParaRPr sz="1300"/>
          </a:p>
          <a:p>
            <a:pPr indent="0" lvl="0" marL="0" rtl="0" algn="l">
              <a:lnSpc>
                <a:spcPct val="115000"/>
              </a:lnSpc>
              <a:spcBef>
                <a:spcPts val="0"/>
              </a:spcBef>
              <a:spcAft>
                <a:spcPts val="0"/>
              </a:spcAft>
              <a:buNone/>
            </a:pPr>
            <a:r>
              <a:rPr lang="en" sz="1300"/>
              <a:t>  CategoryName VARCHAR(100),</a:t>
            </a:r>
            <a:endParaRPr sz="1300"/>
          </a:p>
          <a:p>
            <a:pPr indent="0" lvl="0" marL="0" rtl="0" algn="l">
              <a:lnSpc>
                <a:spcPct val="115000"/>
              </a:lnSpc>
              <a:spcBef>
                <a:spcPts val="0"/>
              </a:spcBef>
              <a:spcAft>
                <a:spcPts val="0"/>
              </a:spcAft>
              <a:buNone/>
            </a:pPr>
            <a:r>
              <a:rPr lang="en" sz="1300"/>
              <a:t>  ParentCategoryID INT NULL</a:t>
            </a:r>
            <a:endParaRPr sz="1300"/>
          </a:p>
          <a:p>
            <a:pPr indent="0" lvl="0" marL="0" rtl="0" algn="l">
              <a:lnSpc>
                <a:spcPct val="115000"/>
              </a:lnSpc>
              <a:spcBef>
                <a:spcPts val="0"/>
              </a:spcBef>
              <a:spcAft>
                <a:spcPts val="0"/>
              </a:spcAft>
              <a:buNone/>
            </a:pPr>
            <a:r>
              <a:rPr lang="en" sz="1300"/>
              <a:t>);</a:t>
            </a:r>
            <a:endParaRPr sz="1300"/>
          </a:p>
          <a:p>
            <a:pPr indent="0" lvl="0" marL="0" rtl="0" algn="l">
              <a:lnSpc>
                <a:spcPct val="115000"/>
              </a:lnSpc>
              <a:spcBef>
                <a:spcPts val="0"/>
              </a:spcBef>
              <a:spcAft>
                <a:spcPts val="0"/>
              </a:spcAft>
              <a:buNone/>
            </a:pPr>
            <a:r>
              <a:rPr b="1" lang="en" sz="1300"/>
              <a:t>Then you insert data:</a:t>
            </a:r>
            <a:endParaRPr b="1" sz="1300"/>
          </a:p>
          <a:p>
            <a:pPr indent="0" lvl="0" marL="0" rtl="0" algn="l">
              <a:lnSpc>
                <a:spcPct val="115000"/>
              </a:lnSpc>
              <a:spcBef>
                <a:spcPts val="0"/>
              </a:spcBef>
              <a:spcAft>
                <a:spcPts val="0"/>
              </a:spcAft>
              <a:buNone/>
            </a:pPr>
            <a:r>
              <a:rPr lang="en" sz="1300"/>
              <a:t>INSERT INTO Categories VALUES</a:t>
            </a:r>
            <a:endParaRPr sz="1300"/>
          </a:p>
          <a:p>
            <a:pPr indent="0" lvl="0" marL="0" rtl="0" algn="l">
              <a:lnSpc>
                <a:spcPct val="115000"/>
              </a:lnSpc>
              <a:spcBef>
                <a:spcPts val="0"/>
              </a:spcBef>
              <a:spcAft>
                <a:spcPts val="0"/>
              </a:spcAft>
              <a:buNone/>
            </a:pPr>
            <a:r>
              <a:rPr lang="en" sz="1300"/>
              <a:t>(1, 'Electronics', NULL),</a:t>
            </a:r>
            <a:endParaRPr sz="1300"/>
          </a:p>
          <a:p>
            <a:pPr indent="0" lvl="0" marL="0" rtl="0" algn="l">
              <a:lnSpc>
                <a:spcPct val="115000"/>
              </a:lnSpc>
              <a:spcBef>
                <a:spcPts val="0"/>
              </a:spcBef>
              <a:spcAft>
                <a:spcPts val="0"/>
              </a:spcAft>
              <a:buNone/>
            </a:pPr>
            <a:r>
              <a:rPr lang="en" sz="1300"/>
              <a:t>(2, 'Computers', 1),</a:t>
            </a:r>
            <a:endParaRPr sz="1300"/>
          </a:p>
          <a:p>
            <a:pPr indent="0" lvl="0" marL="0" rtl="0" algn="l">
              <a:lnSpc>
                <a:spcPct val="115000"/>
              </a:lnSpc>
              <a:spcBef>
                <a:spcPts val="0"/>
              </a:spcBef>
              <a:spcAft>
                <a:spcPts val="0"/>
              </a:spcAft>
              <a:buNone/>
            </a:pPr>
            <a:r>
              <a:rPr lang="en" sz="1300"/>
              <a:t>(3, 'Laptops', 2),</a:t>
            </a:r>
            <a:endParaRPr sz="1300"/>
          </a:p>
          <a:p>
            <a:pPr indent="0" lvl="0" marL="0" rtl="0" algn="l">
              <a:lnSpc>
                <a:spcPct val="115000"/>
              </a:lnSpc>
              <a:spcBef>
                <a:spcPts val="0"/>
              </a:spcBef>
              <a:spcAft>
                <a:spcPts val="0"/>
              </a:spcAft>
              <a:buNone/>
            </a:pPr>
            <a:r>
              <a:rPr lang="en" sz="1300"/>
              <a:t>(4, 'Gaming Laptops', 3);</a:t>
            </a:r>
            <a:endParaRPr sz="1300"/>
          </a:p>
          <a:p>
            <a:pPr indent="0" lvl="0" marL="0" rtl="0" algn="l">
              <a:spcBef>
                <a:spcPts val="0"/>
              </a:spcBef>
              <a:spcAft>
                <a:spcPts val="0"/>
              </a:spcAft>
              <a:buNone/>
            </a:pPr>
            <a:r>
              <a:t/>
            </a:r>
            <a:endParaRPr/>
          </a:p>
        </p:txBody>
      </p:sp>
      <p:sp>
        <p:nvSpPr>
          <p:cNvPr id="11806" name="Google Shape;11806;p387"/>
          <p:cNvSpPr txBox="1"/>
          <p:nvPr>
            <p:ph idx="4" type="subTitle"/>
          </p:nvPr>
        </p:nvSpPr>
        <p:spPr>
          <a:xfrm>
            <a:off x="5977525" y="2061300"/>
            <a:ext cx="2811000" cy="2646000"/>
          </a:xfrm>
          <a:prstGeom prst="rect">
            <a:avLst/>
          </a:prstGeom>
        </p:spPr>
        <p:txBody>
          <a:bodyPr anchorCtr="0" anchor="t" bIns="91425" lIns="91425" spcFirstLastPara="1" rIns="91425" wrap="square" tIns="91425">
            <a:noAutofit/>
          </a:bodyPr>
          <a:lstStyle/>
          <a:p>
            <a:pPr indent="-342900" lvl="0" marL="457200" rtl="0" algn="l">
              <a:lnSpc>
                <a:spcPct val="150000"/>
              </a:lnSpc>
              <a:spcBef>
                <a:spcPts val="0"/>
              </a:spcBef>
              <a:spcAft>
                <a:spcPts val="0"/>
              </a:spcAft>
              <a:buClr>
                <a:srgbClr val="3D3D3D"/>
              </a:buClr>
              <a:buSzPts val="1800"/>
              <a:buChar char="-"/>
            </a:pPr>
            <a:r>
              <a:rPr b="1" lang="en" sz="1800">
                <a:solidFill>
                  <a:srgbClr val="3D3D3D"/>
                </a:solidFill>
              </a:rPr>
              <a:t>Electronics </a:t>
            </a:r>
            <a:r>
              <a:rPr lang="en" sz="1800">
                <a:solidFill>
                  <a:srgbClr val="3D3D3D"/>
                </a:solidFill>
              </a:rPr>
              <a:t>is the parent of </a:t>
            </a:r>
            <a:r>
              <a:rPr b="1" lang="en" sz="1800">
                <a:solidFill>
                  <a:srgbClr val="3D3D3D"/>
                </a:solidFill>
              </a:rPr>
              <a:t>Computers</a:t>
            </a:r>
            <a:endParaRPr b="1" sz="1800">
              <a:solidFill>
                <a:srgbClr val="3D3D3D"/>
              </a:solidFill>
            </a:endParaRPr>
          </a:p>
          <a:p>
            <a:pPr indent="-342900" lvl="0" marL="457200" rtl="0" algn="l">
              <a:lnSpc>
                <a:spcPct val="150000"/>
              </a:lnSpc>
              <a:spcBef>
                <a:spcPts val="0"/>
              </a:spcBef>
              <a:spcAft>
                <a:spcPts val="0"/>
              </a:spcAft>
              <a:buClr>
                <a:srgbClr val="3D3D3D"/>
              </a:buClr>
              <a:buSzPts val="1800"/>
              <a:buChar char="-"/>
            </a:pPr>
            <a:r>
              <a:rPr b="1" lang="en" sz="1800">
                <a:solidFill>
                  <a:srgbClr val="3D3D3D"/>
                </a:solidFill>
              </a:rPr>
              <a:t>Computers </a:t>
            </a:r>
            <a:r>
              <a:rPr lang="en" sz="1800">
                <a:solidFill>
                  <a:srgbClr val="3D3D3D"/>
                </a:solidFill>
              </a:rPr>
              <a:t>is parent of</a:t>
            </a:r>
            <a:r>
              <a:rPr b="1" lang="en" sz="1800">
                <a:solidFill>
                  <a:srgbClr val="3D3D3D"/>
                </a:solidFill>
              </a:rPr>
              <a:t> Laptops</a:t>
            </a:r>
            <a:endParaRPr b="1" sz="1800">
              <a:solidFill>
                <a:srgbClr val="3D3D3D"/>
              </a:solidFill>
            </a:endParaRPr>
          </a:p>
          <a:p>
            <a:pPr indent="-342900" lvl="0" marL="457200" rtl="0" algn="l">
              <a:lnSpc>
                <a:spcPct val="150000"/>
              </a:lnSpc>
              <a:spcBef>
                <a:spcPts val="0"/>
              </a:spcBef>
              <a:spcAft>
                <a:spcPts val="0"/>
              </a:spcAft>
              <a:buClr>
                <a:srgbClr val="3D3D3D"/>
              </a:buClr>
              <a:buSzPts val="1800"/>
              <a:buChar char="-"/>
            </a:pPr>
            <a:r>
              <a:rPr b="1" lang="en" sz="1800">
                <a:solidFill>
                  <a:srgbClr val="3D3D3D"/>
                </a:solidFill>
              </a:rPr>
              <a:t>Laptops </a:t>
            </a:r>
            <a:r>
              <a:rPr lang="en" sz="1800">
                <a:solidFill>
                  <a:srgbClr val="3D3D3D"/>
                </a:solidFill>
              </a:rPr>
              <a:t>is parent of </a:t>
            </a:r>
            <a:r>
              <a:rPr b="1" lang="en" sz="1800">
                <a:solidFill>
                  <a:srgbClr val="3D3D3D"/>
                </a:solidFill>
              </a:rPr>
              <a:t>Gaming Laptops</a:t>
            </a:r>
            <a:endParaRPr b="1" sz="1800">
              <a:solidFill>
                <a:srgbClr val="3D3D3D"/>
              </a:solidFill>
            </a:endParaRPr>
          </a:p>
          <a:p>
            <a:pPr indent="0" lvl="0" marL="0" rtl="0" algn="l">
              <a:spcBef>
                <a:spcPts val="0"/>
              </a:spcBef>
              <a:spcAft>
                <a:spcPts val="0"/>
              </a:spcAft>
              <a:buNone/>
            </a:pPr>
            <a:r>
              <a:t/>
            </a:r>
            <a:endParaRPr/>
          </a:p>
        </p:txBody>
      </p:sp>
      <p:sp>
        <p:nvSpPr>
          <p:cNvPr id="11807" name="Google Shape;11807;p387"/>
          <p:cNvSpPr txBox="1"/>
          <p:nvPr>
            <p:ph idx="5" type="subTitle"/>
          </p:nvPr>
        </p:nvSpPr>
        <p:spPr>
          <a:xfrm>
            <a:off x="178575" y="1363500"/>
            <a:ext cx="2811000" cy="69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Real World Example:</a:t>
            </a:r>
            <a:endParaRPr/>
          </a:p>
        </p:txBody>
      </p:sp>
      <p:sp>
        <p:nvSpPr>
          <p:cNvPr id="11808" name="Google Shape;11808;p387"/>
          <p:cNvSpPr txBox="1"/>
          <p:nvPr>
            <p:ph idx="7" type="subTitle"/>
          </p:nvPr>
        </p:nvSpPr>
        <p:spPr>
          <a:xfrm>
            <a:off x="3166488" y="1363500"/>
            <a:ext cx="2811000" cy="69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Example:</a:t>
            </a:r>
            <a:endParaRPr/>
          </a:p>
        </p:txBody>
      </p:sp>
      <p:sp>
        <p:nvSpPr>
          <p:cNvPr id="11809" name="Google Shape;11809;p387"/>
          <p:cNvSpPr txBox="1"/>
          <p:nvPr>
            <p:ph idx="8" type="subTitle"/>
          </p:nvPr>
        </p:nvSpPr>
        <p:spPr>
          <a:xfrm>
            <a:off x="5977525" y="1363500"/>
            <a:ext cx="2811000" cy="69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What This Means:</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13" name="Shape 11813"/>
        <p:cNvGrpSpPr/>
        <p:nvPr/>
      </p:nvGrpSpPr>
      <p:grpSpPr>
        <a:xfrm>
          <a:off x="0" y="0"/>
          <a:ext cx="0" cy="0"/>
          <a:chOff x="0" y="0"/>
          <a:chExt cx="0" cy="0"/>
        </a:xfrm>
      </p:grpSpPr>
      <p:sp>
        <p:nvSpPr>
          <p:cNvPr id="11814" name="Google Shape;11814;p388"/>
          <p:cNvSpPr txBox="1"/>
          <p:nvPr>
            <p:ph type="title"/>
          </p:nvPr>
        </p:nvSpPr>
        <p:spPr>
          <a:xfrm>
            <a:off x="720000" y="4751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4500"/>
              <a:t>Taxonomies</a:t>
            </a:r>
            <a:endParaRPr sz="4500"/>
          </a:p>
        </p:txBody>
      </p:sp>
      <p:sp>
        <p:nvSpPr>
          <p:cNvPr id="11815" name="Google Shape;11815;p388"/>
          <p:cNvSpPr txBox="1"/>
          <p:nvPr>
            <p:ph idx="2" type="subTitle"/>
          </p:nvPr>
        </p:nvSpPr>
        <p:spPr>
          <a:xfrm>
            <a:off x="1080525" y="2453575"/>
            <a:ext cx="7343400" cy="20733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sz="1600">
                <a:solidFill>
                  <a:srgbClr val="000000"/>
                </a:solidFill>
                <a:latin typeface="Arial"/>
                <a:ea typeface="Arial"/>
                <a:cs typeface="Arial"/>
                <a:sym typeface="Arial"/>
              </a:rPr>
              <a:t>SELECT</a:t>
            </a:r>
            <a:r>
              <a:rPr lang="en" sz="1600">
                <a:solidFill>
                  <a:srgbClr val="000000"/>
                </a:solidFill>
                <a:latin typeface="Arial"/>
                <a:ea typeface="Arial"/>
                <a:cs typeface="Arial"/>
                <a:sym typeface="Arial"/>
              </a:rPr>
              <a:t> </a:t>
            </a:r>
            <a:r>
              <a:rPr b="1" lang="en" sz="1600">
                <a:solidFill>
                  <a:srgbClr val="000000"/>
                </a:solidFill>
                <a:latin typeface="Arial"/>
                <a:ea typeface="Arial"/>
                <a:cs typeface="Arial"/>
                <a:sym typeface="Arial"/>
              </a:rPr>
              <a:t>* FROM</a:t>
            </a:r>
            <a:r>
              <a:rPr lang="en" sz="1600">
                <a:solidFill>
                  <a:srgbClr val="000000"/>
                </a:solidFill>
                <a:latin typeface="Arial"/>
                <a:ea typeface="Arial"/>
                <a:cs typeface="Arial"/>
                <a:sym typeface="Arial"/>
              </a:rPr>
              <a:t> Categories </a:t>
            </a:r>
            <a:r>
              <a:rPr b="1" lang="en" sz="1600">
                <a:solidFill>
                  <a:srgbClr val="000000"/>
                </a:solidFill>
                <a:latin typeface="Arial"/>
                <a:ea typeface="Arial"/>
                <a:cs typeface="Arial"/>
                <a:sym typeface="Arial"/>
              </a:rPr>
              <a:t>WHERE</a:t>
            </a:r>
            <a:r>
              <a:rPr lang="en" sz="1600">
                <a:solidFill>
                  <a:srgbClr val="000000"/>
                </a:solidFill>
                <a:latin typeface="Arial"/>
                <a:ea typeface="Arial"/>
                <a:cs typeface="Arial"/>
                <a:sym typeface="Arial"/>
              </a:rPr>
              <a:t> ParentCategoryID = 2;</a:t>
            </a:r>
            <a:endParaRPr sz="1600">
              <a:solidFill>
                <a:srgbClr val="000000"/>
              </a:solidFill>
              <a:latin typeface="Arial"/>
              <a:ea typeface="Arial"/>
              <a:cs typeface="Arial"/>
              <a:sym typeface="Arial"/>
            </a:endParaRPr>
          </a:p>
          <a:p>
            <a:pPr indent="0" lvl="0" marL="0" rtl="0" algn="l">
              <a:lnSpc>
                <a:spcPct val="115000"/>
              </a:lnSpc>
              <a:spcBef>
                <a:spcPts val="0"/>
              </a:spcBef>
              <a:spcAft>
                <a:spcPts val="0"/>
              </a:spcAft>
              <a:buNone/>
            </a:pPr>
            <a:r>
              <a:rPr i="1" lang="en" sz="1600">
                <a:solidFill>
                  <a:srgbClr val="0B5394"/>
                </a:solidFill>
                <a:latin typeface="Arial"/>
                <a:ea typeface="Arial"/>
                <a:cs typeface="Arial"/>
                <a:sym typeface="Arial"/>
              </a:rPr>
              <a:t>This shows Laptops, because it’s under Computers.</a:t>
            </a:r>
            <a:endParaRPr i="1" sz="1600">
              <a:solidFill>
                <a:srgbClr val="0B5394"/>
              </a:solidFill>
              <a:latin typeface="Arial"/>
              <a:ea typeface="Arial"/>
              <a:cs typeface="Arial"/>
              <a:sym typeface="Arial"/>
            </a:endParaRPr>
          </a:p>
          <a:p>
            <a:pPr indent="0" lvl="0" marL="0" rtl="0" algn="l">
              <a:lnSpc>
                <a:spcPct val="115000"/>
              </a:lnSpc>
              <a:spcBef>
                <a:spcPts val="0"/>
              </a:spcBef>
              <a:spcAft>
                <a:spcPts val="0"/>
              </a:spcAft>
              <a:buNone/>
            </a:pPr>
            <a:r>
              <a:rPr i="1" lang="en" sz="1600">
                <a:solidFill>
                  <a:srgbClr val="0B5394"/>
                </a:solidFill>
                <a:latin typeface="Arial"/>
                <a:ea typeface="Arial"/>
                <a:cs typeface="Arial"/>
                <a:sym typeface="Arial"/>
              </a:rPr>
              <a:t>Think of it like folders in your computer</a:t>
            </a:r>
            <a:r>
              <a:rPr lang="en" sz="1600">
                <a:solidFill>
                  <a:srgbClr val="0B5394"/>
                </a:solidFill>
                <a:latin typeface="Arial"/>
                <a:ea typeface="Arial"/>
                <a:cs typeface="Arial"/>
                <a:sym typeface="Arial"/>
              </a:rPr>
              <a:t>:</a:t>
            </a:r>
            <a:endParaRPr sz="1600">
              <a:solidFill>
                <a:srgbClr val="0B5394"/>
              </a:solidFill>
              <a:latin typeface="Arial"/>
              <a:ea typeface="Arial"/>
              <a:cs typeface="Arial"/>
              <a:sym typeface="Arial"/>
            </a:endParaRPr>
          </a:p>
          <a:p>
            <a:pPr indent="0" lvl="0" marL="0" rtl="0" algn="l">
              <a:lnSpc>
                <a:spcPct val="115000"/>
              </a:lnSpc>
              <a:spcBef>
                <a:spcPts val="0"/>
              </a:spcBef>
              <a:spcAft>
                <a:spcPts val="0"/>
              </a:spcAft>
              <a:buNone/>
            </a:pPr>
            <a:r>
              <a:rPr lang="en" sz="1600">
                <a:solidFill>
                  <a:srgbClr val="000000"/>
                </a:solidFill>
                <a:latin typeface="Arial"/>
                <a:ea typeface="Arial"/>
                <a:cs typeface="Arial"/>
                <a:sym typeface="Arial"/>
              </a:rPr>
              <a:t>“Electronics” is the main folder → “Computers” → “Laptops”.</a:t>
            </a:r>
            <a:endParaRPr sz="1600">
              <a:solidFill>
                <a:srgbClr val="000000"/>
              </a:solidFill>
              <a:latin typeface="Arial"/>
              <a:ea typeface="Arial"/>
              <a:cs typeface="Arial"/>
              <a:sym typeface="Arial"/>
            </a:endParaRPr>
          </a:p>
          <a:p>
            <a:pPr indent="0" lvl="0" marL="0" rtl="0" algn="l">
              <a:lnSpc>
                <a:spcPct val="115000"/>
              </a:lnSpc>
              <a:spcBef>
                <a:spcPts val="0"/>
              </a:spcBef>
              <a:spcAft>
                <a:spcPts val="0"/>
              </a:spcAft>
              <a:buNone/>
            </a:pPr>
            <a:r>
              <a:rPr lang="en" sz="1600">
                <a:solidFill>
                  <a:srgbClr val="000000"/>
                </a:solidFill>
                <a:latin typeface="Arial"/>
                <a:ea typeface="Arial"/>
                <a:cs typeface="Arial"/>
                <a:sym typeface="Arial"/>
              </a:rPr>
              <a:t>That’s a taxonomy — a hierarchy of categories.</a:t>
            </a:r>
            <a:endParaRPr sz="1600">
              <a:solidFill>
                <a:srgbClr val="000000"/>
              </a:solidFill>
              <a:latin typeface="Arial"/>
              <a:ea typeface="Arial"/>
              <a:cs typeface="Arial"/>
              <a:sym typeface="Arial"/>
            </a:endParaRPr>
          </a:p>
          <a:p>
            <a:pPr indent="0" lvl="0" marL="0" rtl="0" algn="l">
              <a:lnSpc>
                <a:spcPct val="115000"/>
              </a:lnSpc>
              <a:spcBef>
                <a:spcPts val="0"/>
              </a:spcBef>
              <a:spcAft>
                <a:spcPts val="0"/>
              </a:spcAft>
              <a:buNone/>
            </a:pPr>
            <a:r>
              <a:t/>
            </a:r>
            <a:endParaRPr sz="1600">
              <a:solidFill>
                <a:srgbClr val="000000"/>
              </a:solidFill>
              <a:latin typeface="Arial"/>
              <a:ea typeface="Arial"/>
              <a:cs typeface="Arial"/>
              <a:sym typeface="Arial"/>
            </a:endParaRPr>
          </a:p>
          <a:p>
            <a:pPr indent="0" lvl="0" marL="0" rtl="0" algn="l">
              <a:spcBef>
                <a:spcPts val="0"/>
              </a:spcBef>
              <a:spcAft>
                <a:spcPts val="0"/>
              </a:spcAft>
              <a:buNone/>
            </a:pPr>
            <a:r>
              <a:t/>
            </a:r>
            <a:endParaRPr sz="1500"/>
          </a:p>
        </p:txBody>
      </p:sp>
      <p:sp>
        <p:nvSpPr>
          <p:cNvPr id="11816" name="Google Shape;11816;p388"/>
          <p:cNvSpPr txBox="1"/>
          <p:nvPr>
            <p:ph idx="3" type="subTitle"/>
          </p:nvPr>
        </p:nvSpPr>
        <p:spPr>
          <a:xfrm>
            <a:off x="1111807" y="1880863"/>
            <a:ext cx="69204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t>Now You Can Query:</a:t>
            </a:r>
            <a:endParaRPr sz="2400"/>
          </a:p>
        </p:txBody>
      </p:sp>
      <p:grpSp>
        <p:nvGrpSpPr>
          <p:cNvPr id="11817" name="Google Shape;11817;p388"/>
          <p:cNvGrpSpPr/>
          <p:nvPr/>
        </p:nvGrpSpPr>
        <p:grpSpPr>
          <a:xfrm>
            <a:off x="7658533" y="701383"/>
            <a:ext cx="1187311" cy="624971"/>
            <a:chOff x="3859815" y="2867310"/>
            <a:chExt cx="1262157" cy="664368"/>
          </a:xfrm>
        </p:grpSpPr>
        <p:sp>
          <p:nvSpPr>
            <p:cNvPr id="11818" name="Google Shape;11818;p388"/>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819" name="Google Shape;11819;p388"/>
            <p:cNvGrpSpPr/>
            <p:nvPr/>
          </p:nvGrpSpPr>
          <p:grpSpPr>
            <a:xfrm>
              <a:off x="4275677" y="3065525"/>
              <a:ext cx="334517" cy="380047"/>
              <a:chOff x="4275677" y="3065525"/>
              <a:chExt cx="334517" cy="380047"/>
            </a:xfrm>
          </p:grpSpPr>
          <p:grpSp>
            <p:nvGrpSpPr>
              <p:cNvPr id="11820" name="Google Shape;11820;p388"/>
              <p:cNvGrpSpPr/>
              <p:nvPr/>
            </p:nvGrpSpPr>
            <p:grpSpPr>
              <a:xfrm>
                <a:off x="4275677" y="3065525"/>
                <a:ext cx="334517" cy="380047"/>
                <a:chOff x="4275677" y="3065525"/>
                <a:chExt cx="334517" cy="380047"/>
              </a:xfrm>
            </p:grpSpPr>
            <p:grpSp>
              <p:nvGrpSpPr>
                <p:cNvPr id="11821" name="Google Shape;11821;p388"/>
                <p:cNvGrpSpPr/>
                <p:nvPr/>
              </p:nvGrpSpPr>
              <p:grpSpPr>
                <a:xfrm>
                  <a:off x="4275677" y="3301269"/>
                  <a:ext cx="334422" cy="144303"/>
                  <a:chOff x="4275677" y="3301269"/>
                  <a:chExt cx="334422" cy="144303"/>
                </a:xfrm>
              </p:grpSpPr>
              <p:sp>
                <p:nvSpPr>
                  <p:cNvPr id="11822" name="Google Shape;11822;p388"/>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23" name="Google Shape;11823;p388"/>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824" name="Google Shape;11824;p388"/>
                <p:cNvGrpSpPr/>
                <p:nvPr/>
              </p:nvGrpSpPr>
              <p:grpSpPr>
                <a:xfrm>
                  <a:off x="4275677" y="3183350"/>
                  <a:ext cx="334422" cy="144302"/>
                  <a:chOff x="4275677" y="3183350"/>
                  <a:chExt cx="334422" cy="144302"/>
                </a:xfrm>
              </p:grpSpPr>
              <p:sp>
                <p:nvSpPr>
                  <p:cNvPr id="11825" name="Google Shape;11825;p388"/>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26" name="Google Shape;11826;p388"/>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827" name="Google Shape;11827;p388"/>
                <p:cNvGrpSpPr/>
                <p:nvPr/>
              </p:nvGrpSpPr>
              <p:grpSpPr>
                <a:xfrm>
                  <a:off x="4275677" y="3065525"/>
                  <a:ext cx="334517" cy="144303"/>
                  <a:chOff x="4275677" y="3065525"/>
                  <a:chExt cx="334517" cy="144303"/>
                </a:xfrm>
              </p:grpSpPr>
              <p:sp>
                <p:nvSpPr>
                  <p:cNvPr id="11828" name="Google Shape;11828;p388"/>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29" name="Google Shape;11829;p388"/>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1830" name="Google Shape;11830;p388"/>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31" name="Google Shape;11831;p388"/>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32" name="Google Shape;11832;p388"/>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36" name="Shape 11836"/>
        <p:cNvGrpSpPr/>
        <p:nvPr/>
      </p:nvGrpSpPr>
      <p:grpSpPr>
        <a:xfrm>
          <a:off x="0" y="0"/>
          <a:ext cx="0" cy="0"/>
          <a:chOff x="0" y="0"/>
          <a:chExt cx="0" cy="0"/>
        </a:xfrm>
      </p:grpSpPr>
      <p:sp>
        <p:nvSpPr>
          <p:cNvPr id="11837" name="Google Shape;11837;p38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1838" name="Google Shape;11838;p389"/>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Font typeface="Lato"/>
              <a:buChar char="-"/>
            </a:pPr>
            <a:r>
              <a:rPr b="1" lang="en" u="sng">
                <a:hlinkClick r:id="rId3"/>
              </a:rPr>
              <a:t>https://hightouch.com/blog/what-is-data-taxonomy</a:t>
            </a:r>
            <a:endParaRPr b="1" u="sng"/>
          </a:p>
          <a:p>
            <a:pPr indent="-304800" lvl="0" marL="457200" rtl="0" algn="l">
              <a:lnSpc>
                <a:spcPct val="115000"/>
              </a:lnSpc>
              <a:spcBef>
                <a:spcPts val="0"/>
              </a:spcBef>
              <a:spcAft>
                <a:spcPts val="0"/>
              </a:spcAft>
              <a:buSzPts val="1200"/>
              <a:buFont typeface="Lato"/>
              <a:buChar char="-"/>
            </a:pPr>
            <a:r>
              <a:rPr b="1" lang="en" sz="1300" u="sng">
                <a:hlinkClick r:id="rId4"/>
              </a:rPr>
              <a:t>https://www.geeksforgeeks.org/sql/sql-create-domain/</a:t>
            </a:r>
            <a:endParaRPr b="1" u="sng"/>
          </a:p>
          <a:p>
            <a:pPr indent="-311150" lvl="0" marL="457200" rtl="0" algn="l">
              <a:lnSpc>
                <a:spcPct val="115000"/>
              </a:lnSpc>
              <a:spcBef>
                <a:spcPts val="0"/>
              </a:spcBef>
              <a:spcAft>
                <a:spcPts val="0"/>
              </a:spcAft>
              <a:buSzPts val="1300"/>
              <a:buFont typeface="Lato"/>
              <a:buChar char="-"/>
            </a:pPr>
            <a:r>
              <a:rPr b="1" lang="en" sz="1300" u="sng">
                <a:hlinkClick r:id="rId5"/>
              </a:rPr>
              <a:t>https://www.tektutorialshub.com/sql-server/fully-qualified-table-names-in-sql-server/#fully-qualified-table-name</a:t>
            </a:r>
            <a:endParaRPr b="1" sz="1300" u="sng"/>
          </a:p>
          <a:p>
            <a:pPr indent="-311150" lvl="0" marL="457200" rtl="0" algn="l">
              <a:lnSpc>
                <a:spcPct val="115000"/>
              </a:lnSpc>
              <a:spcBef>
                <a:spcPts val="0"/>
              </a:spcBef>
              <a:spcAft>
                <a:spcPts val="0"/>
              </a:spcAft>
              <a:buSzPts val="1300"/>
              <a:buFont typeface="Lato"/>
              <a:buChar char="-"/>
            </a:pPr>
            <a:r>
              <a:rPr b="1" lang="en" sz="1300" u="sng">
                <a:hlinkClick r:id="rId6"/>
              </a:rPr>
              <a:t>https://hightouch.com/blog/what-is-data-taxonomy</a:t>
            </a:r>
            <a:endParaRPr b="1" sz="1300" u="sng"/>
          </a:p>
          <a:p>
            <a:pPr indent="-311150" lvl="0" marL="457200" rtl="0" algn="l">
              <a:lnSpc>
                <a:spcPct val="115000"/>
              </a:lnSpc>
              <a:spcBef>
                <a:spcPts val="0"/>
              </a:spcBef>
              <a:spcAft>
                <a:spcPts val="0"/>
              </a:spcAft>
              <a:buSzPts val="1300"/>
              <a:buFont typeface="Lato"/>
              <a:buChar char="-"/>
            </a:pPr>
            <a:r>
              <a:rPr b="1" lang="en" sz="1300" u="sng">
                <a:hlinkClick r:id="rId7"/>
              </a:rPr>
              <a:t>https://learn.microsoft.com/en-us/sql/t-sql/statements/create-type-transact-sql?view=sql-server-ver17</a:t>
            </a:r>
            <a:endParaRPr b="1" sz="1300" u="sng"/>
          </a:p>
          <a:p>
            <a:pPr indent="0" lvl="0" marL="457200" rtl="0" algn="l">
              <a:lnSpc>
                <a:spcPct val="115000"/>
              </a:lnSpc>
              <a:spcBef>
                <a:spcPts val="0"/>
              </a:spcBef>
              <a:spcAft>
                <a:spcPts val="0"/>
              </a:spcAft>
              <a:buNone/>
            </a:pPr>
            <a:r>
              <a:t/>
            </a:r>
            <a:endParaRPr b="1"/>
          </a:p>
        </p:txBody>
      </p:sp>
    </p:spTree>
  </p:cSld>
  <p:clrMapOvr>
    <a:masterClrMapping/>
  </p:clrMapOvr>
</p:sld>
</file>

<file path=ppt/theme/theme1.xml><?xml version="1.0" encoding="utf-8"?>
<a:theme xmlns:a="http://schemas.openxmlformats.org/drawingml/2006/main" xmlns:r="http://schemas.openxmlformats.org/officeDocument/2006/relationships" name="Multimedia Software Pitch Deck by Slidesgo">
  <a:themeElements>
    <a:clrScheme name="Simple Light">
      <a:dk1>
        <a:srgbClr val="35363B"/>
      </a:dk1>
      <a:lt1>
        <a:srgbClr val="F3F3F3"/>
      </a:lt1>
      <a:dk2>
        <a:srgbClr val="D9DDE3"/>
      </a:dk2>
      <a:lt2>
        <a:srgbClr val="BA0034"/>
      </a:lt2>
      <a:accent1>
        <a:srgbClr val="F8B85E"/>
      </a:accent1>
      <a:accent2>
        <a:srgbClr val="34909D"/>
      </a:accent2>
      <a:accent3>
        <a:srgbClr val="55C0ED"/>
      </a:accent3>
      <a:accent4>
        <a:srgbClr val="6F7082"/>
      </a:accent4>
      <a:accent5>
        <a:srgbClr val="CED0D6"/>
      </a:accent5>
      <a:accent6>
        <a:srgbClr val="42444F"/>
      </a:accent6>
      <a:hlink>
        <a:srgbClr val="35363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Multimedia Software Pitch Deck by Slidesgo">
  <a:themeElements>
    <a:clrScheme name="Simple Light">
      <a:dk1>
        <a:srgbClr val="35363B"/>
      </a:dk1>
      <a:lt1>
        <a:srgbClr val="F3F3F3"/>
      </a:lt1>
      <a:dk2>
        <a:srgbClr val="D9DDE3"/>
      </a:dk2>
      <a:lt2>
        <a:srgbClr val="BA0034"/>
      </a:lt2>
      <a:accent1>
        <a:srgbClr val="F8B85E"/>
      </a:accent1>
      <a:accent2>
        <a:srgbClr val="34909D"/>
      </a:accent2>
      <a:accent3>
        <a:srgbClr val="55C0ED"/>
      </a:accent3>
      <a:accent4>
        <a:srgbClr val="6F7082"/>
      </a:accent4>
      <a:accent5>
        <a:srgbClr val="CED0D6"/>
      </a:accent5>
      <a:accent6>
        <a:srgbClr val="42444F"/>
      </a:accent6>
      <a:hlink>
        <a:srgbClr val="35363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Multimedia Software Pitch Deck by Slidesgo">
  <a:themeElements>
    <a:clrScheme name="Simple Light">
      <a:dk1>
        <a:srgbClr val="35363B"/>
      </a:dk1>
      <a:lt1>
        <a:srgbClr val="F3F3F3"/>
      </a:lt1>
      <a:dk2>
        <a:srgbClr val="D9DDE3"/>
      </a:dk2>
      <a:lt2>
        <a:srgbClr val="BA0034"/>
      </a:lt2>
      <a:accent1>
        <a:srgbClr val="F8B85E"/>
      </a:accent1>
      <a:accent2>
        <a:srgbClr val="34909D"/>
      </a:accent2>
      <a:accent3>
        <a:srgbClr val="55C0ED"/>
      </a:accent3>
      <a:accent4>
        <a:srgbClr val="6F7082"/>
      </a:accent4>
      <a:accent5>
        <a:srgbClr val="CED0D6"/>
      </a:accent5>
      <a:accent6>
        <a:srgbClr val="42444F"/>
      </a:accent6>
      <a:hlink>
        <a:srgbClr val="35363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Multimedia Software Pitch Deck by Slidesgo">
  <a:themeElements>
    <a:clrScheme name="Simple Light">
      <a:dk1>
        <a:srgbClr val="35363B"/>
      </a:dk1>
      <a:lt1>
        <a:srgbClr val="F3F3F3"/>
      </a:lt1>
      <a:dk2>
        <a:srgbClr val="D9DDE3"/>
      </a:dk2>
      <a:lt2>
        <a:srgbClr val="BA0034"/>
      </a:lt2>
      <a:accent1>
        <a:srgbClr val="F8B85E"/>
      </a:accent1>
      <a:accent2>
        <a:srgbClr val="34909D"/>
      </a:accent2>
      <a:accent3>
        <a:srgbClr val="55C0ED"/>
      </a:accent3>
      <a:accent4>
        <a:srgbClr val="6F7082"/>
      </a:accent4>
      <a:accent5>
        <a:srgbClr val="CED0D6"/>
      </a:accent5>
      <a:accent6>
        <a:srgbClr val="42444F"/>
      </a:accent6>
      <a:hlink>
        <a:srgbClr val="35363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5.xml><?xml version="1.0" encoding="utf-8"?>
<a:theme xmlns:a="http://schemas.openxmlformats.org/drawingml/2006/main" xmlns:r="http://schemas.openxmlformats.org/officeDocument/2006/relationships" name="Shift">
  <a:themeElements>
    <a:clrScheme name="Shift">
      <a:dk1>
        <a:srgbClr val="FFFFFF"/>
      </a:dk1>
      <a:lt1>
        <a:srgbClr val="AF7B51"/>
      </a:lt1>
      <a:dk2>
        <a:srgbClr val="233A44"/>
      </a:dk2>
      <a:lt2>
        <a:srgbClr val="D9D9D9"/>
      </a:lt2>
      <a:accent1>
        <a:srgbClr val="00796B"/>
      </a:accent1>
      <a:accent2>
        <a:srgbClr val="D9563F"/>
      </a:accent2>
      <a:accent3>
        <a:srgbClr val="C4A15A"/>
      </a:accent3>
      <a:accent4>
        <a:srgbClr val="14F597"/>
      </a:accent4>
      <a:accent5>
        <a:srgbClr val="3D4594"/>
      </a:accent5>
      <a:accent6>
        <a:srgbClr val="163EF5"/>
      </a:accent6>
      <a:hlink>
        <a:srgbClr val="3D4594"/>
      </a:hlink>
      <a:folHlink>
        <a:srgbClr val="3D4594"/>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6.xml><?xml version="1.0" encoding="utf-8"?>
<a:theme xmlns:a="http://schemas.openxmlformats.org/drawingml/2006/main" xmlns:r="http://schemas.openxmlformats.org/officeDocument/2006/relationships" name="Multimedia Software Pitch Deck by Slidesgo">
  <a:themeElements>
    <a:clrScheme name="Simple Light">
      <a:dk1>
        <a:srgbClr val="35363B"/>
      </a:dk1>
      <a:lt1>
        <a:srgbClr val="F3F3F3"/>
      </a:lt1>
      <a:dk2>
        <a:srgbClr val="D9DDE3"/>
      </a:dk2>
      <a:lt2>
        <a:srgbClr val="BA0034"/>
      </a:lt2>
      <a:accent1>
        <a:srgbClr val="F8B85E"/>
      </a:accent1>
      <a:accent2>
        <a:srgbClr val="34909D"/>
      </a:accent2>
      <a:accent3>
        <a:srgbClr val="55C0ED"/>
      </a:accent3>
      <a:accent4>
        <a:srgbClr val="6F7082"/>
      </a:accent4>
      <a:accent5>
        <a:srgbClr val="CED0D6"/>
      </a:accent5>
      <a:accent6>
        <a:srgbClr val="42444F"/>
      </a:accent6>
      <a:hlink>
        <a:srgbClr val="35363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7.xml><?xml version="1.0" encoding="utf-8"?>
<a:theme xmlns:a="http://schemas.openxmlformats.org/drawingml/2006/main" xmlns:r="http://schemas.openxmlformats.org/officeDocument/2006/relationships" name="Multimedia Software Pitch Deck by Slidesgo">
  <a:themeElements>
    <a:clrScheme name="Simple Light">
      <a:dk1>
        <a:srgbClr val="35363B"/>
      </a:dk1>
      <a:lt1>
        <a:srgbClr val="F3F3F3"/>
      </a:lt1>
      <a:dk2>
        <a:srgbClr val="D9DDE3"/>
      </a:dk2>
      <a:lt2>
        <a:srgbClr val="BA0034"/>
      </a:lt2>
      <a:accent1>
        <a:srgbClr val="F8B85E"/>
      </a:accent1>
      <a:accent2>
        <a:srgbClr val="34909D"/>
      </a:accent2>
      <a:accent3>
        <a:srgbClr val="55C0ED"/>
      </a:accent3>
      <a:accent4>
        <a:srgbClr val="6F7082"/>
      </a:accent4>
      <a:accent5>
        <a:srgbClr val="CED0D6"/>
      </a:accent5>
      <a:accent6>
        <a:srgbClr val="42444F"/>
      </a:accent6>
      <a:hlink>
        <a:srgbClr val="35363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8.xml><?xml version="1.0" encoding="utf-8"?>
<a:theme xmlns:a="http://schemas.openxmlformats.org/drawingml/2006/main" xmlns:r="http://schemas.openxmlformats.org/officeDocument/2006/relationships" name="Multimedia Software Pitch Deck by Slidesgo">
  <a:themeElements>
    <a:clrScheme name="Simple Light">
      <a:dk1>
        <a:srgbClr val="35363B"/>
      </a:dk1>
      <a:lt1>
        <a:srgbClr val="F3F3F3"/>
      </a:lt1>
      <a:dk2>
        <a:srgbClr val="D9DDE3"/>
      </a:dk2>
      <a:lt2>
        <a:srgbClr val="BA0034"/>
      </a:lt2>
      <a:accent1>
        <a:srgbClr val="F8B85E"/>
      </a:accent1>
      <a:accent2>
        <a:srgbClr val="34909D"/>
      </a:accent2>
      <a:accent3>
        <a:srgbClr val="55C0ED"/>
      </a:accent3>
      <a:accent4>
        <a:srgbClr val="6F7082"/>
      </a:accent4>
      <a:accent5>
        <a:srgbClr val="CED0D6"/>
      </a:accent5>
      <a:accent6>
        <a:srgbClr val="42444F"/>
      </a:accent6>
      <a:hlink>
        <a:srgbClr val="35363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9.xml><?xml version="1.0" encoding="utf-8"?>
<a:theme xmlns:a="http://schemas.openxmlformats.org/drawingml/2006/main" xmlns:r="http://schemas.openxmlformats.org/officeDocument/2006/relationships" name="Multimedia Software Pitch Deck by Slidesgo">
  <a:themeElements>
    <a:clrScheme name="Simple Light">
      <a:dk1>
        <a:srgbClr val="35363B"/>
      </a:dk1>
      <a:lt1>
        <a:srgbClr val="F3F3F3"/>
      </a:lt1>
      <a:dk2>
        <a:srgbClr val="D9DDE3"/>
      </a:dk2>
      <a:lt2>
        <a:srgbClr val="BA0034"/>
      </a:lt2>
      <a:accent1>
        <a:srgbClr val="F8B85E"/>
      </a:accent1>
      <a:accent2>
        <a:srgbClr val="34909D"/>
      </a:accent2>
      <a:accent3>
        <a:srgbClr val="55C0ED"/>
      </a:accent3>
      <a:accent4>
        <a:srgbClr val="6F7082"/>
      </a:accent4>
      <a:accent5>
        <a:srgbClr val="CED0D6"/>
      </a:accent5>
      <a:accent6>
        <a:srgbClr val="42444F"/>
      </a:accent6>
      <a:hlink>
        <a:srgbClr val="35363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0.xml><?xml version="1.0" encoding="utf-8"?>
<a:theme xmlns:a="http://schemas.openxmlformats.org/drawingml/2006/main" xmlns:r="http://schemas.openxmlformats.org/officeDocument/2006/relationships" name="Multimedia Software Pitch Deck by Slidesgo">
  <a:themeElements>
    <a:clrScheme name="Simple Light">
      <a:dk1>
        <a:srgbClr val="35363B"/>
      </a:dk1>
      <a:lt1>
        <a:srgbClr val="F3F3F3"/>
      </a:lt1>
      <a:dk2>
        <a:srgbClr val="D9DDE3"/>
      </a:dk2>
      <a:lt2>
        <a:srgbClr val="BA0034"/>
      </a:lt2>
      <a:accent1>
        <a:srgbClr val="F8B85E"/>
      </a:accent1>
      <a:accent2>
        <a:srgbClr val="34909D"/>
      </a:accent2>
      <a:accent3>
        <a:srgbClr val="55C0ED"/>
      </a:accent3>
      <a:accent4>
        <a:srgbClr val="6F7082"/>
      </a:accent4>
      <a:accent5>
        <a:srgbClr val="CED0D6"/>
      </a:accent5>
      <a:accent6>
        <a:srgbClr val="42444F"/>
      </a:accent6>
      <a:hlink>
        <a:srgbClr val="35363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1.xml><?xml version="1.0" encoding="utf-8"?>
<a:theme xmlns:a="http://schemas.openxmlformats.org/drawingml/2006/main" xmlns:r="http://schemas.openxmlformats.org/officeDocument/2006/relationships" name="Multimedia Software Pitch Deck by Slidesgo">
  <a:themeElements>
    <a:clrScheme name="Simple Light">
      <a:dk1>
        <a:srgbClr val="35363B"/>
      </a:dk1>
      <a:lt1>
        <a:srgbClr val="F3F3F3"/>
      </a:lt1>
      <a:dk2>
        <a:srgbClr val="D9DDE3"/>
      </a:dk2>
      <a:lt2>
        <a:srgbClr val="BA0034"/>
      </a:lt2>
      <a:accent1>
        <a:srgbClr val="F8B85E"/>
      </a:accent1>
      <a:accent2>
        <a:srgbClr val="34909D"/>
      </a:accent2>
      <a:accent3>
        <a:srgbClr val="55C0ED"/>
      </a:accent3>
      <a:accent4>
        <a:srgbClr val="6F7082"/>
      </a:accent4>
      <a:accent5>
        <a:srgbClr val="CED0D6"/>
      </a:accent5>
      <a:accent6>
        <a:srgbClr val="42444F"/>
      </a:accent6>
      <a:hlink>
        <a:srgbClr val="35363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2.xml><?xml version="1.0" encoding="utf-8"?>
<a:theme xmlns:a="http://schemas.openxmlformats.org/drawingml/2006/main" xmlns:r="http://schemas.openxmlformats.org/officeDocument/2006/relationships" name="Multimedia Software Pitch Deck by Slidesgo">
  <a:themeElements>
    <a:clrScheme name="Simple Light">
      <a:dk1>
        <a:srgbClr val="35363B"/>
      </a:dk1>
      <a:lt1>
        <a:srgbClr val="F3F3F3"/>
      </a:lt1>
      <a:dk2>
        <a:srgbClr val="D9DDE3"/>
      </a:dk2>
      <a:lt2>
        <a:srgbClr val="BA0034"/>
      </a:lt2>
      <a:accent1>
        <a:srgbClr val="F8B85E"/>
      </a:accent1>
      <a:accent2>
        <a:srgbClr val="34909D"/>
      </a:accent2>
      <a:accent3>
        <a:srgbClr val="55C0ED"/>
      </a:accent3>
      <a:accent4>
        <a:srgbClr val="6F7082"/>
      </a:accent4>
      <a:accent5>
        <a:srgbClr val="CED0D6"/>
      </a:accent5>
      <a:accent6>
        <a:srgbClr val="42444F"/>
      </a:accent6>
      <a:hlink>
        <a:srgbClr val="35363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3.xml><?xml version="1.0" encoding="utf-8"?>
<a:theme xmlns:a="http://schemas.openxmlformats.org/drawingml/2006/main" xmlns:r="http://schemas.openxmlformats.org/officeDocument/2006/relationships" name="Multimedia Software Pitch Deck by Slidesgo">
  <a:themeElements>
    <a:clrScheme name="Simple Light">
      <a:dk1>
        <a:srgbClr val="35363B"/>
      </a:dk1>
      <a:lt1>
        <a:srgbClr val="F3F3F3"/>
      </a:lt1>
      <a:dk2>
        <a:srgbClr val="D9DDE3"/>
      </a:dk2>
      <a:lt2>
        <a:srgbClr val="BA0034"/>
      </a:lt2>
      <a:accent1>
        <a:srgbClr val="F8B85E"/>
      </a:accent1>
      <a:accent2>
        <a:srgbClr val="34909D"/>
      </a:accent2>
      <a:accent3>
        <a:srgbClr val="55C0ED"/>
      </a:accent3>
      <a:accent4>
        <a:srgbClr val="6F7082"/>
      </a:accent4>
      <a:accent5>
        <a:srgbClr val="CED0D6"/>
      </a:accent5>
      <a:accent6>
        <a:srgbClr val="42444F"/>
      </a:accent6>
      <a:hlink>
        <a:srgbClr val="35363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4.xml><?xml version="1.0" encoding="utf-8"?>
<a:theme xmlns:a="http://schemas.openxmlformats.org/drawingml/2006/main" xmlns:r="http://schemas.openxmlformats.org/officeDocument/2006/relationships" name="Multimedia Software Pitch Deck by Slidesgo">
  <a:themeElements>
    <a:clrScheme name="Simple Light">
      <a:dk1>
        <a:srgbClr val="35363B"/>
      </a:dk1>
      <a:lt1>
        <a:srgbClr val="F3F3F3"/>
      </a:lt1>
      <a:dk2>
        <a:srgbClr val="D9DDE3"/>
      </a:dk2>
      <a:lt2>
        <a:srgbClr val="BA0034"/>
      </a:lt2>
      <a:accent1>
        <a:srgbClr val="F8B85E"/>
      </a:accent1>
      <a:accent2>
        <a:srgbClr val="34909D"/>
      </a:accent2>
      <a:accent3>
        <a:srgbClr val="55C0ED"/>
      </a:accent3>
      <a:accent4>
        <a:srgbClr val="6F7082"/>
      </a:accent4>
      <a:accent5>
        <a:srgbClr val="CED0D6"/>
      </a:accent5>
      <a:accent6>
        <a:srgbClr val="42444F"/>
      </a:accent6>
      <a:hlink>
        <a:srgbClr val="35363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5.xml><?xml version="1.0" encoding="utf-8"?>
<a:theme xmlns:a="http://schemas.openxmlformats.org/drawingml/2006/main" xmlns:r="http://schemas.openxmlformats.org/officeDocument/2006/relationships" name="Multimedia Software Pitch Deck by Slidesgo">
  <a:themeElements>
    <a:clrScheme name="Simple Light">
      <a:dk1>
        <a:srgbClr val="35363B"/>
      </a:dk1>
      <a:lt1>
        <a:srgbClr val="F3F3F3"/>
      </a:lt1>
      <a:dk2>
        <a:srgbClr val="D9DDE3"/>
      </a:dk2>
      <a:lt2>
        <a:srgbClr val="BA0034"/>
      </a:lt2>
      <a:accent1>
        <a:srgbClr val="F8B85E"/>
      </a:accent1>
      <a:accent2>
        <a:srgbClr val="34909D"/>
      </a:accent2>
      <a:accent3>
        <a:srgbClr val="55C0ED"/>
      </a:accent3>
      <a:accent4>
        <a:srgbClr val="6F7082"/>
      </a:accent4>
      <a:accent5>
        <a:srgbClr val="CED0D6"/>
      </a:accent5>
      <a:accent6>
        <a:srgbClr val="42444F"/>
      </a:accent6>
      <a:hlink>
        <a:srgbClr val="35363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6.xml><?xml version="1.0" encoding="utf-8"?>
<a:theme xmlns:a="http://schemas.openxmlformats.org/drawingml/2006/main" xmlns:r="http://schemas.openxmlformats.org/officeDocument/2006/relationships" name="Multimedia Software Pitch Deck by Slidesgo">
  <a:themeElements>
    <a:clrScheme name="Simple Light">
      <a:dk1>
        <a:srgbClr val="35363B"/>
      </a:dk1>
      <a:lt1>
        <a:srgbClr val="F3F3F3"/>
      </a:lt1>
      <a:dk2>
        <a:srgbClr val="D9DDE3"/>
      </a:dk2>
      <a:lt2>
        <a:srgbClr val="BA0034"/>
      </a:lt2>
      <a:accent1>
        <a:srgbClr val="F8B85E"/>
      </a:accent1>
      <a:accent2>
        <a:srgbClr val="34909D"/>
      </a:accent2>
      <a:accent3>
        <a:srgbClr val="55C0ED"/>
      </a:accent3>
      <a:accent4>
        <a:srgbClr val="6F7082"/>
      </a:accent4>
      <a:accent5>
        <a:srgbClr val="CED0D6"/>
      </a:accent5>
      <a:accent6>
        <a:srgbClr val="42444F"/>
      </a:accent6>
      <a:hlink>
        <a:srgbClr val="35363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7.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